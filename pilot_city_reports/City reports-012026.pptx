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
  </p:notesMasterIdLst>
  <p:sldIdLst>
    <p:sldId id="260" r:id="rId2"/>
    <p:sldId id="257" r:id="rId3"/>
    <p:sldId id="262" r:id="rId4"/>
    <p:sldId id="263" r:id="rId5"/>
  </p:sldIdLst>
  <p:sldSz cx="12192000" cy="6858000"/>
  <p:notesSz cx="6858000" cy="9144000"/>
  <p:embeddedFontLst>
    <p:embeddedFont>
      <p:font typeface="Figtree" pitchFamily="2" charset="0"/>
      <p:regular r:id="rId7"/>
      <p:bold r:id="rId8"/>
      <p:italic r:id="rId9"/>
      <p:boldItalic r:id="rId10"/>
    </p:embeddedFont>
    <p:embeddedFont>
      <p:font typeface="Libre Franklin" pitchFamily="2" charset="77"/>
      <p:regular r:id="rId11"/>
      <p:bold r:id="rId12"/>
      <p:italic r:id="rId13"/>
      <p:boldItalic r:id="rId14"/>
    </p:embeddedFont>
    <p:embeddedFont>
      <p:font typeface="Montserrat" pitchFamily="2" charset="77"/>
      <p:regular r:id="rId15"/>
      <p:bold r:id="rId16"/>
      <p:italic r:id="rId17"/>
      <p:boldItalic r:id="rId18"/>
    </p:embeddedFont>
    <p:embeddedFont>
      <p:font typeface="Play" pitchFamily="82" charset="77"/>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3tB6VOs2Fb2S/H4ZWHDepgScsC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al Fan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C056"/>
    <a:srgbClr val="EC6B54"/>
    <a:srgbClr val="193C67"/>
    <a:srgbClr val="FCDA39"/>
    <a:srgbClr val="8D7C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14"/>
    <p:restoredTop sz="94830"/>
  </p:normalViewPr>
  <p:slideViewPr>
    <p:cSldViewPr snapToGrid="0">
      <p:cViewPr varScale="1">
        <p:scale>
          <a:sx n="121" d="100"/>
          <a:sy n="121" d="100"/>
        </p:scale>
        <p:origin x="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tableStyles" Target="tableStyles.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9.fntdata"/><Relationship Id="rId23" Type="http://schemas.openxmlformats.org/officeDocument/2006/relationships/presProps" Target="presProp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2E18CDE-ED52-03D0-480D-2E3669169940}"/>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30FE3E2-D297-021C-D41C-6527268E6C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90C5ECC7-8200-2F89-A72B-B233CD49F1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2442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EE5975F-B5F0-DA3A-38A0-7EF0BDE65335}"/>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0B6A5E59-1A7F-7A3B-48D6-6DF4B4AC9A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FEB8526D-0D07-B59C-3E6E-5ECC1FA3AF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73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A64F247-2F2B-5EA7-E80B-731E3DB41A4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2C99D10-CB3D-07C9-7D6B-61F307CC6C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ECD26E42-7135-20BD-F137-8BF0201562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1193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D508621-8DD8-B255-E1B4-7416D1A05853}"/>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C94EE658-ACD9-12BC-02A7-B56FFD679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B8C999B8-20B9-4F24-D080-D9FA7B9B8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635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E0522A34-4F4F-2AEC-F936-4AB588FB05A9}"/>
            </a:ext>
          </a:extLst>
        </p:cNvPr>
        <p:cNvGrpSpPr/>
        <p:nvPr/>
      </p:nvGrpSpPr>
      <p:grpSpPr>
        <a:xfrm>
          <a:off x="0" y="0"/>
          <a:ext cx="0" cy="0"/>
          <a:chOff x="0" y="0"/>
          <a:chExt cx="0" cy="0"/>
        </a:xfrm>
      </p:grpSpPr>
      <p:sp>
        <p:nvSpPr>
          <p:cNvPr id="15" name="Google Shape;961;p37">
            <a:extLst>
              <a:ext uri="{FF2B5EF4-FFF2-40B4-BE49-F238E27FC236}">
                <a16:creationId xmlns:a16="http://schemas.microsoft.com/office/drawing/2014/main" id="{2ADBCB53-6BA1-EFA4-7268-1AA6D044D463}"/>
              </a:ext>
            </a:extLst>
          </p:cNvPr>
          <p:cNvSpPr/>
          <p:nvPr/>
        </p:nvSpPr>
        <p:spPr>
          <a:xfrm>
            <a:off x="289696" y="1619542"/>
            <a:ext cx="3888083" cy="2182255"/>
          </a:xfrm>
          <a:custGeom>
            <a:avLst/>
            <a:gdLst/>
            <a:ahLst/>
            <a:cxnLst/>
            <a:rect l="l" t="t" r="r" b="b"/>
            <a:pathLst>
              <a:path w="10361593" h="5240827" extrusionOk="0">
                <a:moveTo>
                  <a:pt x="3042546" y="5230988"/>
                </a:moveTo>
                <a:lnTo>
                  <a:pt x="3050418" y="5234924"/>
                </a:lnTo>
                <a:lnTo>
                  <a:pt x="3050418" y="5240827"/>
                </a:lnTo>
                <a:lnTo>
                  <a:pt x="3034673" y="5240827"/>
                </a:lnTo>
                <a:lnTo>
                  <a:pt x="3030738" y="5234924"/>
                </a:lnTo>
                <a:close/>
                <a:moveTo>
                  <a:pt x="3038610" y="5205403"/>
                </a:moveTo>
                <a:lnTo>
                  <a:pt x="3054354" y="5207371"/>
                </a:lnTo>
                <a:lnTo>
                  <a:pt x="3054354" y="5215242"/>
                </a:lnTo>
                <a:lnTo>
                  <a:pt x="3046482" y="5215242"/>
                </a:lnTo>
                <a:lnTo>
                  <a:pt x="3030738" y="5211307"/>
                </a:lnTo>
                <a:lnTo>
                  <a:pt x="3030738" y="5207371"/>
                </a:lnTo>
                <a:close/>
                <a:moveTo>
                  <a:pt x="2997282" y="5205403"/>
                </a:moveTo>
                <a:lnTo>
                  <a:pt x="3016963" y="5207371"/>
                </a:lnTo>
                <a:lnTo>
                  <a:pt x="3030739" y="5223115"/>
                </a:lnTo>
                <a:lnTo>
                  <a:pt x="3026803" y="5227051"/>
                </a:lnTo>
                <a:lnTo>
                  <a:pt x="3018931" y="5227051"/>
                </a:lnTo>
                <a:lnTo>
                  <a:pt x="3009090" y="5223115"/>
                </a:lnTo>
                <a:lnTo>
                  <a:pt x="3001219" y="5215243"/>
                </a:lnTo>
                <a:lnTo>
                  <a:pt x="2983506" y="5215243"/>
                </a:lnTo>
                <a:lnTo>
                  <a:pt x="2975634" y="5211307"/>
                </a:lnTo>
                <a:lnTo>
                  <a:pt x="2979570" y="5207371"/>
                </a:lnTo>
                <a:close/>
                <a:moveTo>
                  <a:pt x="3142910" y="5189659"/>
                </a:moveTo>
                <a:lnTo>
                  <a:pt x="3150782" y="5189659"/>
                </a:lnTo>
                <a:lnTo>
                  <a:pt x="3146846" y="5197531"/>
                </a:lnTo>
                <a:lnTo>
                  <a:pt x="3123230" y="5197531"/>
                </a:lnTo>
                <a:lnTo>
                  <a:pt x="3123230" y="5193595"/>
                </a:lnTo>
                <a:lnTo>
                  <a:pt x="3138974" y="5193595"/>
                </a:lnTo>
                <a:close/>
                <a:moveTo>
                  <a:pt x="3896656" y="5160142"/>
                </a:moveTo>
                <a:lnTo>
                  <a:pt x="3926176" y="5166046"/>
                </a:lnTo>
                <a:lnTo>
                  <a:pt x="3949793" y="5181790"/>
                </a:lnTo>
                <a:lnTo>
                  <a:pt x="3959633" y="5201470"/>
                </a:lnTo>
                <a:lnTo>
                  <a:pt x="3937984" y="5197534"/>
                </a:lnTo>
                <a:lnTo>
                  <a:pt x="3916336" y="5177854"/>
                </a:lnTo>
                <a:lnTo>
                  <a:pt x="3894688" y="5166046"/>
                </a:lnTo>
                <a:close/>
                <a:moveTo>
                  <a:pt x="2944144" y="5160139"/>
                </a:moveTo>
                <a:lnTo>
                  <a:pt x="2948081" y="5160139"/>
                </a:lnTo>
                <a:lnTo>
                  <a:pt x="2948081" y="5166043"/>
                </a:lnTo>
                <a:lnTo>
                  <a:pt x="2950049" y="5173914"/>
                </a:lnTo>
                <a:lnTo>
                  <a:pt x="2944144" y="5173914"/>
                </a:lnTo>
                <a:close/>
                <a:moveTo>
                  <a:pt x="2936272" y="5160139"/>
                </a:moveTo>
                <a:lnTo>
                  <a:pt x="2936272" y="5166043"/>
                </a:lnTo>
                <a:lnTo>
                  <a:pt x="2936272" y="5171947"/>
                </a:lnTo>
                <a:lnTo>
                  <a:pt x="2928400" y="5171947"/>
                </a:lnTo>
                <a:lnTo>
                  <a:pt x="2932336" y="5166043"/>
                </a:lnTo>
                <a:close/>
                <a:moveTo>
                  <a:pt x="2926433" y="5160139"/>
                </a:moveTo>
                <a:lnTo>
                  <a:pt x="2922496" y="5166043"/>
                </a:lnTo>
                <a:lnTo>
                  <a:pt x="2922496" y="5171947"/>
                </a:lnTo>
                <a:lnTo>
                  <a:pt x="2912655" y="5171947"/>
                </a:lnTo>
                <a:lnTo>
                  <a:pt x="2912655" y="5162107"/>
                </a:lnTo>
                <a:close/>
                <a:moveTo>
                  <a:pt x="2959890" y="5154233"/>
                </a:moveTo>
                <a:lnTo>
                  <a:pt x="2963826" y="5160137"/>
                </a:lnTo>
                <a:lnTo>
                  <a:pt x="2967762" y="5171945"/>
                </a:lnTo>
                <a:lnTo>
                  <a:pt x="2959890" y="5171945"/>
                </a:lnTo>
                <a:lnTo>
                  <a:pt x="2953985" y="5162105"/>
                </a:lnTo>
                <a:close/>
                <a:moveTo>
                  <a:pt x="2867391" y="5144395"/>
                </a:moveTo>
                <a:lnTo>
                  <a:pt x="2891008" y="5144395"/>
                </a:lnTo>
                <a:lnTo>
                  <a:pt x="2908720" y="5154235"/>
                </a:lnTo>
                <a:lnTo>
                  <a:pt x="2900848" y="5162107"/>
                </a:lnTo>
                <a:lnTo>
                  <a:pt x="2898880" y="5173915"/>
                </a:lnTo>
                <a:lnTo>
                  <a:pt x="2883136" y="5162107"/>
                </a:lnTo>
                <a:lnTo>
                  <a:pt x="2871327" y="5154235"/>
                </a:lnTo>
                <a:close/>
                <a:moveTo>
                  <a:pt x="2902815" y="5112906"/>
                </a:moveTo>
                <a:lnTo>
                  <a:pt x="2918559" y="5116842"/>
                </a:lnTo>
                <a:lnTo>
                  <a:pt x="2914623" y="5122746"/>
                </a:lnTo>
                <a:lnTo>
                  <a:pt x="2902815" y="5122746"/>
                </a:lnTo>
                <a:lnTo>
                  <a:pt x="2891007" y="5132586"/>
                </a:lnTo>
                <a:lnTo>
                  <a:pt x="2891007" y="5118810"/>
                </a:lnTo>
                <a:close/>
                <a:moveTo>
                  <a:pt x="2837870" y="5112906"/>
                </a:moveTo>
                <a:lnTo>
                  <a:pt x="2841806" y="5112906"/>
                </a:lnTo>
                <a:lnTo>
                  <a:pt x="2865423" y="5126682"/>
                </a:lnTo>
                <a:lnTo>
                  <a:pt x="2875263" y="5142426"/>
                </a:lnTo>
                <a:lnTo>
                  <a:pt x="2865423" y="5142426"/>
                </a:lnTo>
                <a:lnTo>
                  <a:pt x="2849678" y="5126682"/>
                </a:lnTo>
                <a:lnTo>
                  <a:pt x="2837870" y="5116842"/>
                </a:lnTo>
                <a:close/>
                <a:moveTo>
                  <a:pt x="2985469" y="5105033"/>
                </a:moveTo>
                <a:lnTo>
                  <a:pt x="2997277" y="5108969"/>
                </a:lnTo>
                <a:lnTo>
                  <a:pt x="3005149" y="5108969"/>
                </a:lnTo>
                <a:lnTo>
                  <a:pt x="3005149" y="5108972"/>
                </a:lnTo>
                <a:lnTo>
                  <a:pt x="3018924" y="5116843"/>
                </a:lnTo>
                <a:lnTo>
                  <a:pt x="3034668" y="5150299"/>
                </a:lnTo>
                <a:lnTo>
                  <a:pt x="3038604" y="5162107"/>
                </a:lnTo>
                <a:lnTo>
                  <a:pt x="3062220" y="5177851"/>
                </a:lnTo>
                <a:lnTo>
                  <a:pt x="3079932" y="5185723"/>
                </a:lnTo>
                <a:lnTo>
                  <a:pt x="3111421" y="5189659"/>
                </a:lnTo>
                <a:lnTo>
                  <a:pt x="3107485" y="5197531"/>
                </a:lnTo>
                <a:lnTo>
                  <a:pt x="3099613" y="5197531"/>
                </a:lnTo>
                <a:lnTo>
                  <a:pt x="3075997" y="5201467"/>
                </a:lnTo>
                <a:lnTo>
                  <a:pt x="3070092" y="5201467"/>
                </a:lnTo>
                <a:lnTo>
                  <a:pt x="3046476" y="5197531"/>
                </a:lnTo>
                <a:lnTo>
                  <a:pt x="3024828" y="5193595"/>
                </a:lnTo>
                <a:lnTo>
                  <a:pt x="3005148" y="5193595"/>
                </a:lnTo>
                <a:lnTo>
                  <a:pt x="3005148" y="5193593"/>
                </a:lnTo>
                <a:lnTo>
                  <a:pt x="2955948" y="5193593"/>
                </a:lnTo>
                <a:lnTo>
                  <a:pt x="2938236" y="5189657"/>
                </a:lnTo>
                <a:lnTo>
                  <a:pt x="2926428" y="5185721"/>
                </a:lnTo>
                <a:lnTo>
                  <a:pt x="2926428" y="5181785"/>
                </a:lnTo>
                <a:lnTo>
                  <a:pt x="2953980" y="5177849"/>
                </a:lnTo>
                <a:lnTo>
                  <a:pt x="2975628" y="5177849"/>
                </a:lnTo>
                <a:lnTo>
                  <a:pt x="3009085" y="5181785"/>
                </a:lnTo>
                <a:lnTo>
                  <a:pt x="3009084" y="5181787"/>
                </a:lnTo>
                <a:lnTo>
                  <a:pt x="3022860" y="5185723"/>
                </a:lnTo>
                <a:lnTo>
                  <a:pt x="3022860" y="5181787"/>
                </a:lnTo>
                <a:lnTo>
                  <a:pt x="3009084" y="5177851"/>
                </a:lnTo>
                <a:lnTo>
                  <a:pt x="3009084" y="5177849"/>
                </a:lnTo>
                <a:lnTo>
                  <a:pt x="2993341" y="5173913"/>
                </a:lnTo>
                <a:lnTo>
                  <a:pt x="2977596" y="5166041"/>
                </a:lnTo>
                <a:lnTo>
                  <a:pt x="2965788" y="5154233"/>
                </a:lnTo>
                <a:lnTo>
                  <a:pt x="2981532" y="5144393"/>
                </a:lnTo>
                <a:lnTo>
                  <a:pt x="2989405" y="5138489"/>
                </a:lnTo>
                <a:lnTo>
                  <a:pt x="2981532" y="5132585"/>
                </a:lnTo>
                <a:lnTo>
                  <a:pt x="2969725" y="5138489"/>
                </a:lnTo>
                <a:lnTo>
                  <a:pt x="2957916" y="5142425"/>
                </a:lnTo>
                <a:lnTo>
                  <a:pt x="2957916" y="5130617"/>
                </a:lnTo>
                <a:lnTo>
                  <a:pt x="2957916" y="5122745"/>
                </a:lnTo>
                <a:lnTo>
                  <a:pt x="2977596" y="5112905"/>
                </a:lnTo>
                <a:close/>
                <a:moveTo>
                  <a:pt x="2849677" y="5095194"/>
                </a:moveTo>
                <a:lnTo>
                  <a:pt x="2857550" y="5095194"/>
                </a:lnTo>
                <a:lnTo>
                  <a:pt x="2859518" y="5103066"/>
                </a:lnTo>
                <a:lnTo>
                  <a:pt x="2857550" y="5108969"/>
                </a:lnTo>
                <a:close/>
                <a:moveTo>
                  <a:pt x="2837869" y="5085353"/>
                </a:moveTo>
                <a:lnTo>
                  <a:pt x="2841806" y="5089289"/>
                </a:lnTo>
                <a:lnTo>
                  <a:pt x="2833933" y="5095192"/>
                </a:lnTo>
                <a:lnTo>
                  <a:pt x="2833933" y="5089289"/>
                </a:lnTo>
                <a:close/>
                <a:moveTo>
                  <a:pt x="2849678" y="5069609"/>
                </a:moveTo>
                <a:lnTo>
                  <a:pt x="2853614" y="5069609"/>
                </a:lnTo>
                <a:lnTo>
                  <a:pt x="2853614" y="5073545"/>
                </a:lnTo>
                <a:lnTo>
                  <a:pt x="2859518" y="5081417"/>
                </a:lnTo>
                <a:lnTo>
                  <a:pt x="2853614" y="5085353"/>
                </a:lnTo>
                <a:lnTo>
                  <a:pt x="2849678" y="5077481"/>
                </a:lnTo>
                <a:close/>
                <a:moveTo>
                  <a:pt x="3292478" y="5063705"/>
                </a:moveTo>
                <a:lnTo>
                  <a:pt x="3304286" y="5063705"/>
                </a:lnTo>
                <a:lnTo>
                  <a:pt x="3312159" y="5069609"/>
                </a:lnTo>
                <a:lnTo>
                  <a:pt x="3296414" y="5077481"/>
                </a:lnTo>
                <a:lnTo>
                  <a:pt x="3292478" y="5085353"/>
                </a:lnTo>
                <a:lnTo>
                  <a:pt x="3278702" y="5093225"/>
                </a:lnTo>
                <a:lnTo>
                  <a:pt x="3270830" y="5089289"/>
                </a:lnTo>
                <a:lnTo>
                  <a:pt x="3278702" y="5073545"/>
                </a:lnTo>
                <a:lnTo>
                  <a:pt x="3292478" y="5069609"/>
                </a:lnTo>
                <a:close/>
                <a:moveTo>
                  <a:pt x="2822125" y="5059769"/>
                </a:moveTo>
                <a:lnTo>
                  <a:pt x="2826061" y="5059769"/>
                </a:lnTo>
                <a:lnTo>
                  <a:pt x="2829997" y="5069609"/>
                </a:lnTo>
                <a:lnTo>
                  <a:pt x="2826061" y="5077481"/>
                </a:lnTo>
                <a:lnTo>
                  <a:pt x="2818189" y="5065673"/>
                </a:lnTo>
                <a:close/>
                <a:moveTo>
                  <a:pt x="3274766" y="5055832"/>
                </a:moveTo>
                <a:lnTo>
                  <a:pt x="3274766" y="5069608"/>
                </a:lnTo>
                <a:lnTo>
                  <a:pt x="3255085" y="5077480"/>
                </a:lnTo>
                <a:lnTo>
                  <a:pt x="3247214" y="5093224"/>
                </a:lnTo>
                <a:lnTo>
                  <a:pt x="3231470" y="5085352"/>
                </a:lnTo>
                <a:lnTo>
                  <a:pt x="3235406" y="5077480"/>
                </a:lnTo>
                <a:lnTo>
                  <a:pt x="3247214" y="5073544"/>
                </a:lnTo>
                <a:lnTo>
                  <a:pt x="3247214" y="5063704"/>
                </a:lnTo>
                <a:close/>
                <a:moveTo>
                  <a:pt x="2833932" y="5044024"/>
                </a:moveTo>
                <a:lnTo>
                  <a:pt x="2841805" y="5044024"/>
                </a:lnTo>
                <a:lnTo>
                  <a:pt x="2837869" y="5059768"/>
                </a:lnTo>
                <a:lnTo>
                  <a:pt x="2833932" y="5051896"/>
                </a:lnTo>
                <a:close/>
                <a:moveTo>
                  <a:pt x="2818188" y="5024344"/>
                </a:moveTo>
                <a:lnTo>
                  <a:pt x="2822124" y="5028280"/>
                </a:lnTo>
                <a:lnTo>
                  <a:pt x="2814252" y="5036152"/>
                </a:lnTo>
                <a:lnTo>
                  <a:pt x="2814252" y="5028280"/>
                </a:lnTo>
                <a:close/>
                <a:moveTo>
                  <a:pt x="2841804" y="5018442"/>
                </a:moveTo>
                <a:lnTo>
                  <a:pt x="2833932" y="5024346"/>
                </a:lnTo>
                <a:lnTo>
                  <a:pt x="2833932" y="5028281"/>
                </a:lnTo>
                <a:lnTo>
                  <a:pt x="2829996" y="5024346"/>
                </a:lnTo>
                <a:close/>
                <a:moveTo>
                  <a:pt x="2822124" y="5010570"/>
                </a:moveTo>
                <a:lnTo>
                  <a:pt x="2829996" y="5010570"/>
                </a:lnTo>
                <a:lnTo>
                  <a:pt x="2833932" y="5014506"/>
                </a:lnTo>
                <a:lnTo>
                  <a:pt x="2826060" y="5018442"/>
                </a:lnTo>
                <a:lnTo>
                  <a:pt x="2818188" y="5018442"/>
                </a:lnTo>
                <a:close/>
                <a:moveTo>
                  <a:pt x="2814251" y="4983017"/>
                </a:moveTo>
                <a:lnTo>
                  <a:pt x="2822123" y="4992857"/>
                </a:lnTo>
                <a:lnTo>
                  <a:pt x="2814251" y="4996792"/>
                </a:lnTo>
                <a:lnTo>
                  <a:pt x="2810315" y="4992857"/>
                </a:lnTo>
                <a:close/>
                <a:moveTo>
                  <a:pt x="2833932" y="4959400"/>
                </a:moveTo>
                <a:lnTo>
                  <a:pt x="2837869" y="4959400"/>
                </a:lnTo>
                <a:lnTo>
                  <a:pt x="2837869" y="4975144"/>
                </a:lnTo>
                <a:lnTo>
                  <a:pt x="2837869" y="4988920"/>
                </a:lnTo>
                <a:lnTo>
                  <a:pt x="2841804" y="5000728"/>
                </a:lnTo>
                <a:lnTo>
                  <a:pt x="2833932" y="4996792"/>
                </a:lnTo>
                <a:lnTo>
                  <a:pt x="2822125" y="4984984"/>
                </a:lnTo>
                <a:lnTo>
                  <a:pt x="2822125" y="4979080"/>
                </a:lnTo>
                <a:lnTo>
                  <a:pt x="2829996" y="4971208"/>
                </a:lnTo>
                <a:close/>
                <a:moveTo>
                  <a:pt x="2818187" y="4933816"/>
                </a:moveTo>
                <a:lnTo>
                  <a:pt x="2822123" y="4937752"/>
                </a:lnTo>
                <a:lnTo>
                  <a:pt x="2818187" y="4943655"/>
                </a:lnTo>
                <a:lnTo>
                  <a:pt x="2814252" y="4937752"/>
                </a:lnTo>
                <a:close/>
                <a:moveTo>
                  <a:pt x="2833932" y="4925944"/>
                </a:moveTo>
                <a:lnTo>
                  <a:pt x="2837867" y="4933816"/>
                </a:lnTo>
                <a:lnTo>
                  <a:pt x="2837867" y="4941688"/>
                </a:lnTo>
                <a:lnTo>
                  <a:pt x="2833932" y="4937752"/>
                </a:lnTo>
                <a:close/>
                <a:moveTo>
                  <a:pt x="9735764" y="4861001"/>
                </a:moveTo>
                <a:lnTo>
                  <a:pt x="9743636" y="4864937"/>
                </a:lnTo>
                <a:lnTo>
                  <a:pt x="9743636" y="4876745"/>
                </a:lnTo>
                <a:lnTo>
                  <a:pt x="9729860" y="4880681"/>
                </a:lnTo>
                <a:close/>
                <a:moveTo>
                  <a:pt x="2916587" y="4835415"/>
                </a:moveTo>
                <a:lnTo>
                  <a:pt x="2916587" y="4835416"/>
                </a:lnTo>
                <a:lnTo>
                  <a:pt x="2920522" y="4835416"/>
                </a:lnTo>
                <a:lnTo>
                  <a:pt x="2920522" y="4835415"/>
                </a:lnTo>
                <a:close/>
                <a:moveTo>
                  <a:pt x="2849676" y="4835415"/>
                </a:moveTo>
                <a:lnTo>
                  <a:pt x="2851644" y="4845255"/>
                </a:lnTo>
                <a:lnTo>
                  <a:pt x="2849676" y="4849190"/>
                </a:lnTo>
                <a:lnTo>
                  <a:pt x="2837867" y="4849190"/>
                </a:lnTo>
                <a:lnTo>
                  <a:pt x="2841804" y="4839351"/>
                </a:lnTo>
                <a:close/>
                <a:moveTo>
                  <a:pt x="2851644" y="4817703"/>
                </a:moveTo>
                <a:lnTo>
                  <a:pt x="2859516" y="4823607"/>
                </a:lnTo>
                <a:lnTo>
                  <a:pt x="2863452" y="4835415"/>
                </a:lnTo>
                <a:lnTo>
                  <a:pt x="2859516" y="4839351"/>
                </a:lnTo>
                <a:lnTo>
                  <a:pt x="2851644" y="4831479"/>
                </a:lnTo>
                <a:close/>
                <a:moveTo>
                  <a:pt x="2877228" y="4807863"/>
                </a:moveTo>
                <a:lnTo>
                  <a:pt x="2883133" y="4815735"/>
                </a:lnTo>
                <a:lnTo>
                  <a:pt x="2881165" y="4815735"/>
                </a:lnTo>
                <a:lnTo>
                  <a:pt x="2877228" y="4821638"/>
                </a:lnTo>
                <a:lnTo>
                  <a:pt x="2873292" y="4815735"/>
                </a:lnTo>
                <a:close/>
                <a:moveTo>
                  <a:pt x="10198248" y="4717336"/>
                </a:moveTo>
                <a:lnTo>
                  <a:pt x="10206120" y="4717336"/>
                </a:lnTo>
                <a:lnTo>
                  <a:pt x="10198248" y="4727176"/>
                </a:lnTo>
                <a:lnTo>
                  <a:pt x="10190376" y="4721272"/>
                </a:lnTo>
                <a:close/>
                <a:moveTo>
                  <a:pt x="2861483" y="4705526"/>
                </a:moveTo>
                <a:lnTo>
                  <a:pt x="2875259" y="4713398"/>
                </a:lnTo>
                <a:lnTo>
                  <a:pt x="2875259" y="4733078"/>
                </a:lnTo>
                <a:lnTo>
                  <a:pt x="2865419" y="4754726"/>
                </a:lnTo>
                <a:lnTo>
                  <a:pt x="2861483" y="4762598"/>
                </a:lnTo>
                <a:lnTo>
                  <a:pt x="2849675" y="4758662"/>
                </a:lnTo>
                <a:lnTo>
                  <a:pt x="2853611" y="4717334"/>
                </a:lnTo>
                <a:lnTo>
                  <a:pt x="2853611" y="4709462"/>
                </a:lnTo>
                <a:close/>
                <a:moveTo>
                  <a:pt x="9082382" y="4642551"/>
                </a:moveTo>
                <a:lnTo>
                  <a:pt x="9088286" y="4646487"/>
                </a:lnTo>
                <a:lnTo>
                  <a:pt x="9111902" y="4656327"/>
                </a:lnTo>
                <a:lnTo>
                  <a:pt x="9133551" y="4664199"/>
                </a:lnTo>
                <a:lnTo>
                  <a:pt x="9149295" y="4660263"/>
                </a:lnTo>
                <a:lnTo>
                  <a:pt x="9163071" y="4646487"/>
                </a:lnTo>
                <a:lnTo>
                  <a:pt x="9174879" y="4646487"/>
                </a:lnTo>
                <a:lnTo>
                  <a:pt x="9186687" y="4648455"/>
                </a:lnTo>
                <a:lnTo>
                  <a:pt x="9186687" y="4676008"/>
                </a:lnTo>
                <a:lnTo>
                  <a:pt x="9178815" y="4705528"/>
                </a:lnTo>
                <a:lnTo>
                  <a:pt x="9170943" y="4717336"/>
                </a:lnTo>
                <a:lnTo>
                  <a:pt x="9163071" y="4737016"/>
                </a:lnTo>
                <a:lnTo>
                  <a:pt x="9153231" y="4737016"/>
                </a:lnTo>
                <a:lnTo>
                  <a:pt x="9149295" y="4750792"/>
                </a:lnTo>
                <a:lnTo>
                  <a:pt x="9121742" y="4754728"/>
                </a:lnTo>
                <a:lnTo>
                  <a:pt x="9115838" y="4746856"/>
                </a:lnTo>
                <a:lnTo>
                  <a:pt x="9104030" y="4725208"/>
                </a:lnTo>
                <a:lnTo>
                  <a:pt x="9092222" y="4713400"/>
                </a:lnTo>
                <a:lnTo>
                  <a:pt x="9092222" y="4679944"/>
                </a:lnTo>
                <a:lnTo>
                  <a:pt x="9082382" y="4668135"/>
                </a:lnTo>
                <a:lnTo>
                  <a:pt x="9074510" y="4652391"/>
                </a:lnTo>
                <a:close/>
                <a:moveTo>
                  <a:pt x="9871557" y="4626807"/>
                </a:moveTo>
                <a:lnTo>
                  <a:pt x="9883365" y="4638615"/>
                </a:lnTo>
                <a:lnTo>
                  <a:pt x="9883365" y="4652391"/>
                </a:lnTo>
                <a:lnTo>
                  <a:pt x="9889269" y="4652391"/>
                </a:lnTo>
                <a:lnTo>
                  <a:pt x="9897141" y="4644519"/>
                </a:lnTo>
                <a:lnTo>
                  <a:pt x="9908949" y="4644519"/>
                </a:lnTo>
                <a:lnTo>
                  <a:pt x="9905013" y="4685848"/>
                </a:lnTo>
                <a:lnTo>
                  <a:pt x="9889269" y="4713400"/>
                </a:lnTo>
                <a:lnTo>
                  <a:pt x="9883365" y="4725208"/>
                </a:lnTo>
                <a:lnTo>
                  <a:pt x="9875493" y="4746856"/>
                </a:lnTo>
                <a:lnTo>
                  <a:pt x="9847940" y="4754728"/>
                </a:lnTo>
                <a:lnTo>
                  <a:pt x="9832196" y="4774409"/>
                </a:lnTo>
                <a:lnTo>
                  <a:pt x="9810548" y="4819673"/>
                </a:lnTo>
                <a:lnTo>
                  <a:pt x="9773156" y="4857065"/>
                </a:lnTo>
                <a:lnTo>
                  <a:pt x="9727891" y="4843289"/>
                </a:lnTo>
                <a:lnTo>
                  <a:pt x="9704275" y="4843289"/>
                </a:lnTo>
                <a:lnTo>
                  <a:pt x="9700339" y="4827545"/>
                </a:lnTo>
                <a:lnTo>
                  <a:pt x="9716083" y="4792121"/>
                </a:lnTo>
                <a:lnTo>
                  <a:pt x="9735763" y="4770472"/>
                </a:lnTo>
                <a:lnTo>
                  <a:pt x="9769220" y="4750792"/>
                </a:lnTo>
                <a:lnTo>
                  <a:pt x="9790868" y="4729144"/>
                </a:lnTo>
                <a:lnTo>
                  <a:pt x="9826292" y="4709464"/>
                </a:lnTo>
                <a:lnTo>
                  <a:pt x="9838100" y="4689784"/>
                </a:lnTo>
                <a:lnTo>
                  <a:pt x="9838100" y="4676008"/>
                </a:lnTo>
                <a:lnTo>
                  <a:pt x="9855812" y="4652391"/>
                </a:lnTo>
                <a:lnTo>
                  <a:pt x="9855812" y="4634679"/>
                </a:lnTo>
                <a:close/>
                <a:moveTo>
                  <a:pt x="9174879" y="4609095"/>
                </a:moveTo>
                <a:lnTo>
                  <a:pt x="9178815" y="4609095"/>
                </a:lnTo>
                <a:lnTo>
                  <a:pt x="9182751" y="4622871"/>
                </a:lnTo>
                <a:lnTo>
                  <a:pt x="9174879" y="4626807"/>
                </a:lnTo>
                <a:lnTo>
                  <a:pt x="9172911" y="4618935"/>
                </a:lnTo>
                <a:lnTo>
                  <a:pt x="9172911" y="4614999"/>
                </a:lnTo>
                <a:close/>
                <a:moveTo>
                  <a:pt x="9052862" y="4609095"/>
                </a:moveTo>
                <a:lnTo>
                  <a:pt x="9056798" y="4609095"/>
                </a:lnTo>
                <a:lnTo>
                  <a:pt x="9062702" y="4613031"/>
                </a:lnTo>
                <a:lnTo>
                  <a:pt x="9056798" y="4618935"/>
                </a:lnTo>
                <a:lnTo>
                  <a:pt x="9052862" y="4613031"/>
                </a:lnTo>
                <a:close/>
                <a:moveTo>
                  <a:pt x="9875493" y="4412293"/>
                </a:moveTo>
                <a:lnTo>
                  <a:pt x="9905013" y="4439845"/>
                </a:lnTo>
                <a:lnTo>
                  <a:pt x="9912885" y="4439845"/>
                </a:lnTo>
                <a:lnTo>
                  <a:pt x="9928629" y="4453622"/>
                </a:lnTo>
                <a:lnTo>
                  <a:pt x="9928629" y="4465430"/>
                </a:lnTo>
                <a:lnTo>
                  <a:pt x="9940437" y="4491014"/>
                </a:lnTo>
                <a:lnTo>
                  <a:pt x="9952245" y="4502822"/>
                </a:lnTo>
                <a:lnTo>
                  <a:pt x="9956181" y="4496918"/>
                </a:lnTo>
                <a:lnTo>
                  <a:pt x="9952245" y="4485110"/>
                </a:lnTo>
                <a:lnTo>
                  <a:pt x="9962086" y="4496918"/>
                </a:lnTo>
                <a:lnTo>
                  <a:pt x="9969958" y="4522502"/>
                </a:lnTo>
                <a:lnTo>
                  <a:pt x="9989638" y="4534310"/>
                </a:lnTo>
                <a:lnTo>
                  <a:pt x="10013254" y="4530374"/>
                </a:lnTo>
                <a:lnTo>
                  <a:pt x="10019158" y="4512662"/>
                </a:lnTo>
                <a:lnTo>
                  <a:pt x="10038838" y="4510694"/>
                </a:lnTo>
                <a:lnTo>
                  <a:pt x="10038838" y="4534310"/>
                </a:lnTo>
                <a:lnTo>
                  <a:pt x="10027030" y="4546118"/>
                </a:lnTo>
                <a:lnTo>
                  <a:pt x="10023094" y="4579575"/>
                </a:lnTo>
                <a:lnTo>
                  <a:pt x="10013254" y="4573671"/>
                </a:lnTo>
                <a:lnTo>
                  <a:pt x="9993574" y="4573671"/>
                </a:lnTo>
                <a:lnTo>
                  <a:pt x="9989638" y="4581543"/>
                </a:lnTo>
                <a:lnTo>
                  <a:pt x="9997510" y="4593351"/>
                </a:lnTo>
                <a:lnTo>
                  <a:pt x="9985702" y="4605159"/>
                </a:lnTo>
                <a:lnTo>
                  <a:pt x="9962086" y="4654359"/>
                </a:lnTo>
                <a:lnTo>
                  <a:pt x="9944373" y="4660263"/>
                </a:lnTo>
                <a:lnTo>
                  <a:pt x="9924693" y="4654359"/>
                </a:lnTo>
                <a:lnTo>
                  <a:pt x="9940437" y="4638615"/>
                </a:lnTo>
                <a:lnTo>
                  <a:pt x="9944373" y="4614999"/>
                </a:lnTo>
                <a:lnTo>
                  <a:pt x="9924693" y="4593351"/>
                </a:lnTo>
                <a:lnTo>
                  <a:pt x="9905013" y="4589415"/>
                </a:lnTo>
                <a:lnTo>
                  <a:pt x="9905013" y="4573671"/>
                </a:lnTo>
                <a:lnTo>
                  <a:pt x="9928629" y="4567766"/>
                </a:lnTo>
                <a:lnTo>
                  <a:pt x="9936501" y="4546118"/>
                </a:lnTo>
                <a:lnTo>
                  <a:pt x="9924693" y="4502822"/>
                </a:lnTo>
                <a:lnTo>
                  <a:pt x="9912885" y="4481174"/>
                </a:lnTo>
                <a:lnTo>
                  <a:pt x="9887301" y="4439845"/>
                </a:lnTo>
                <a:lnTo>
                  <a:pt x="9875493" y="4428037"/>
                </a:lnTo>
                <a:close/>
                <a:moveTo>
                  <a:pt x="3410578" y="4351288"/>
                </a:moveTo>
                <a:lnTo>
                  <a:pt x="3428280" y="4359155"/>
                </a:lnTo>
                <a:lnTo>
                  <a:pt x="3436152" y="4374899"/>
                </a:lnTo>
                <a:lnTo>
                  <a:pt x="3455812" y="4388661"/>
                </a:lnTo>
                <a:lnTo>
                  <a:pt x="3438120" y="4374900"/>
                </a:lnTo>
                <a:lnTo>
                  <a:pt x="3430248" y="4359156"/>
                </a:lnTo>
                <a:close/>
                <a:moveTo>
                  <a:pt x="2961726" y="4335427"/>
                </a:moveTo>
                <a:lnTo>
                  <a:pt x="2959884" y="4343412"/>
                </a:lnTo>
                <a:lnTo>
                  <a:pt x="2960090" y="4344265"/>
                </a:lnTo>
                <a:close/>
                <a:moveTo>
                  <a:pt x="3320074" y="4321691"/>
                </a:moveTo>
                <a:lnTo>
                  <a:pt x="3320031" y="4321763"/>
                </a:lnTo>
                <a:lnTo>
                  <a:pt x="3320031" y="4335652"/>
                </a:lnTo>
                <a:lnTo>
                  <a:pt x="3320038" y="4335539"/>
                </a:lnTo>
                <a:lnTo>
                  <a:pt x="3320038" y="4321763"/>
                </a:lnTo>
                <a:close/>
                <a:moveTo>
                  <a:pt x="3353588" y="4272484"/>
                </a:moveTo>
                <a:lnTo>
                  <a:pt x="3353487" y="4272563"/>
                </a:lnTo>
                <a:lnTo>
                  <a:pt x="3349551" y="4280435"/>
                </a:lnTo>
                <a:lnTo>
                  <a:pt x="3331839" y="4302083"/>
                </a:lnTo>
                <a:lnTo>
                  <a:pt x="3331387" y="4302838"/>
                </a:lnTo>
                <a:lnTo>
                  <a:pt x="3345623" y="4309955"/>
                </a:lnTo>
                <a:lnTo>
                  <a:pt x="3331847" y="4302083"/>
                </a:lnTo>
                <a:lnTo>
                  <a:pt x="3349559" y="4280435"/>
                </a:lnTo>
                <a:lnTo>
                  <a:pt x="3353495" y="4272563"/>
                </a:lnTo>
                <a:close/>
                <a:moveTo>
                  <a:pt x="3412923" y="4158573"/>
                </a:moveTo>
                <a:lnTo>
                  <a:pt x="3412561" y="4160388"/>
                </a:lnTo>
                <a:lnTo>
                  <a:pt x="3412560" y="4160393"/>
                </a:lnTo>
                <a:lnTo>
                  <a:pt x="3422368" y="4162354"/>
                </a:lnTo>
                <a:lnTo>
                  <a:pt x="3437624" y="4192865"/>
                </a:lnTo>
                <a:lnTo>
                  <a:pt x="3438120" y="4191874"/>
                </a:lnTo>
                <a:lnTo>
                  <a:pt x="3422376" y="4162354"/>
                </a:lnTo>
                <a:close/>
                <a:moveTo>
                  <a:pt x="5646223" y="4138739"/>
                </a:moveTo>
                <a:lnTo>
                  <a:pt x="5630479" y="4142675"/>
                </a:lnTo>
                <a:lnTo>
                  <a:pt x="5630479" y="4142675"/>
                </a:lnTo>
                <a:lnTo>
                  <a:pt x="5646223" y="4138739"/>
                </a:lnTo>
                <a:lnTo>
                  <a:pt x="5658031" y="4150547"/>
                </a:lnTo>
                <a:close/>
                <a:moveTo>
                  <a:pt x="5539951" y="4113155"/>
                </a:moveTo>
                <a:lnTo>
                  <a:pt x="5539951" y="4113156"/>
                </a:lnTo>
                <a:lnTo>
                  <a:pt x="5559630" y="4132835"/>
                </a:lnTo>
                <a:lnTo>
                  <a:pt x="5571438" y="4182036"/>
                </a:lnTo>
                <a:lnTo>
                  <a:pt x="5593087" y="4182036"/>
                </a:lnTo>
                <a:lnTo>
                  <a:pt x="5630478" y="4142676"/>
                </a:lnTo>
                <a:lnTo>
                  <a:pt x="5593087" y="4180067"/>
                </a:lnTo>
                <a:lnTo>
                  <a:pt x="5571439" y="4180067"/>
                </a:lnTo>
                <a:lnTo>
                  <a:pt x="5559630" y="4130867"/>
                </a:lnTo>
                <a:close/>
                <a:moveTo>
                  <a:pt x="3251181" y="4101347"/>
                </a:moveTo>
                <a:lnTo>
                  <a:pt x="3251157" y="4101353"/>
                </a:lnTo>
                <a:lnTo>
                  <a:pt x="3274766" y="4122994"/>
                </a:lnTo>
                <a:lnTo>
                  <a:pt x="3316095" y="4132834"/>
                </a:lnTo>
                <a:lnTo>
                  <a:pt x="3333807" y="4150546"/>
                </a:lnTo>
                <a:lnTo>
                  <a:pt x="3335775" y="4160386"/>
                </a:lnTo>
                <a:lnTo>
                  <a:pt x="3304287" y="4203682"/>
                </a:lnTo>
                <a:lnTo>
                  <a:pt x="3316095" y="4207618"/>
                </a:lnTo>
                <a:lnTo>
                  <a:pt x="3316120" y="4207618"/>
                </a:lnTo>
                <a:lnTo>
                  <a:pt x="3304319" y="4203684"/>
                </a:lnTo>
                <a:lnTo>
                  <a:pt x="3335807" y="4160388"/>
                </a:lnTo>
                <a:lnTo>
                  <a:pt x="3333839" y="4150548"/>
                </a:lnTo>
                <a:lnTo>
                  <a:pt x="3316126" y="4132836"/>
                </a:lnTo>
                <a:lnTo>
                  <a:pt x="3274798" y="4121028"/>
                </a:lnTo>
                <a:close/>
                <a:moveTo>
                  <a:pt x="3404663" y="4097410"/>
                </a:moveTo>
                <a:lnTo>
                  <a:pt x="3388942" y="4105270"/>
                </a:lnTo>
                <a:lnTo>
                  <a:pt x="3388944" y="4105283"/>
                </a:lnTo>
                <a:lnTo>
                  <a:pt x="3404688" y="4099379"/>
                </a:lnTo>
                <a:lnTo>
                  <a:pt x="3418617" y="4106344"/>
                </a:lnTo>
                <a:lnTo>
                  <a:pt x="3418439" y="4105282"/>
                </a:lnTo>
                <a:close/>
                <a:moveTo>
                  <a:pt x="3050054" y="4094369"/>
                </a:moveTo>
                <a:lnTo>
                  <a:pt x="3042545" y="4113143"/>
                </a:lnTo>
                <a:lnTo>
                  <a:pt x="3050412" y="4095442"/>
                </a:lnTo>
                <a:close/>
                <a:moveTo>
                  <a:pt x="5744623" y="4067892"/>
                </a:moveTo>
                <a:lnTo>
                  <a:pt x="5736752" y="4081667"/>
                </a:lnTo>
                <a:lnTo>
                  <a:pt x="5707232" y="4089539"/>
                </a:lnTo>
                <a:lnTo>
                  <a:pt x="5703296" y="4122995"/>
                </a:lnTo>
                <a:lnTo>
                  <a:pt x="5683615" y="4146611"/>
                </a:lnTo>
                <a:lnTo>
                  <a:pt x="5703296" y="4124963"/>
                </a:lnTo>
                <a:lnTo>
                  <a:pt x="5707232" y="4089539"/>
                </a:lnTo>
                <a:lnTo>
                  <a:pt x="5736752" y="4083635"/>
                </a:lnTo>
                <a:close/>
                <a:moveTo>
                  <a:pt x="3197965" y="4063925"/>
                </a:moveTo>
                <a:lnTo>
                  <a:pt x="3198014" y="4063953"/>
                </a:lnTo>
                <a:lnTo>
                  <a:pt x="3213758" y="4083634"/>
                </a:lnTo>
                <a:lnTo>
                  <a:pt x="3233438" y="4105282"/>
                </a:lnTo>
                <a:lnTo>
                  <a:pt x="3233463" y="4105276"/>
                </a:lnTo>
                <a:lnTo>
                  <a:pt x="3213788" y="4083635"/>
                </a:lnTo>
                <a:lnTo>
                  <a:pt x="3198044" y="4063955"/>
                </a:lnTo>
                <a:close/>
                <a:moveTo>
                  <a:pt x="3144907" y="4052146"/>
                </a:moveTo>
                <a:lnTo>
                  <a:pt x="3144900" y="4052150"/>
                </a:lnTo>
                <a:lnTo>
                  <a:pt x="3164557" y="4056081"/>
                </a:lnTo>
                <a:lnTo>
                  <a:pt x="3164582" y="4056081"/>
                </a:lnTo>
                <a:close/>
                <a:moveTo>
                  <a:pt x="3070121" y="4044274"/>
                </a:moveTo>
                <a:lnTo>
                  <a:pt x="3042955" y="4071440"/>
                </a:lnTo>
                <a:lnTo>
                  <a:pt x="3070092" y="4046241"/>
                </a:lnTo>
                <a:lnTo>
                  <a:pt x="3079932" y="4046241"/>
                </a:lnTo>
                <a:lnTo>
                  <a:pt x="3107485" y="4056081"/>
                </a:lnTo>
                <a:lnTo>
                  <a:pt x="3119293" y="4075761"/>
                </a:lnTo>
                <a:lnTo>
                  <a:pt x="3133069" y="4075761"/>
                </a:lnTo>
                <a:lnTo>
                  <a:pt x="3136912" y="4068075"/>
                </a:lnTo>
                <a:lnTo>
                  <a:pt x="3133099" y="4073794"/>
                </a:lnTo>
                <a:lnTo>
                  <a:pt x="3119322" y="4073794"/>
                </a:lnTo>
                <a:lnTo>
                  <a:pt x="3107514" y="4056082"/>
                </a:lnTo>
                <a:lnTo>
                  <a:pt x="3081930" y="4044274"/>
                </a:lnTo>
                <a:close/>
                <a:moveTo>
                  <a:pt x="6533799" y="4002946"/>
                </a:moveTo>
                <a:lnTo>
                  <a:pt x="6545607" y="4002946"/>
                </a:lnTo>
                <a:lnTo>
                  <a:pt x="6551511" y="4010818"/>
                </a:lnTo>
                <a:lnTo>
                  <a:pt x="6541671" y="4016722"/>
                </a:lnTo>
                <a:lnTo>
                  <a:pt x="6533799" y="4016722"/>
                </a:lnTo>
                <a:lnTo>
                  <a:pt x="6533799" y="4010818"/>
                </a:lnTo>
                <a:close/>
                <a:moveTo>
                  <a:pt x="5752640" y="3994921"/>
                </a:moveTo>
                <a:lnTo>
                  <a:pt x="5762336" y="4022626"/>
                </a:lnTo>
                <a:lnTo>
                  <a:pt x="5774144" y="4040338"/>
                </a:lnTo>
                <a:lnTo>
                  <a:pt x="5744624" y="4067890"/>
                </a:lnTo>
                <a:lnTo>
                  <a:pt x="5744624" y="4067891"/>
                </a:lnTo>
                <a:lnTo>
                  <a:pt x="5774144" y="4040338"/>
                </a:lnTo>
                <a:lnTo>
                  <a:pt x="5774932" y="4040338"/>
                </a:lnTo>
                <a:lnTo>
                  <a:pt x="5764305" y="4022626"/>
                </a:lnTo>
                <a:close/>
                <a:moveTo>
                  <a:pt x="6598743" y="3981298"/>
                </a:moveTo>
                <a:lnTo>
                  <a:pt x="6608583" y="3989170"/>
                </a:lnTo>
                <a:lnTo>
                  <a:pt x="6598743" y="3997042"/>
                </a:lnTo>
                <a:lnTo>
                  <a:pt x="6590871" y="3993106"/>
                </a:lnTo>
                <a:lnTo>
                  <a:pt x="6590871" y="3985234"/>
                </a:lnTo>
                <a:close/>
                <a:moveTo>
                  <a:pt x="9718052" y="3981297"/>
                </a:moveTo>
                <a:lnTo>
                  <a:pt x="9721988" y="3989169"/>
                </a:lnTo>
                <a:lnTo>
                  <a:pt x="9718052" y="3993105"/>
                </a:lnTo>
                <a:lnTo>
                  <a:pt x="9712148" y="3993105"/>
                </a:lnTo>
                <a:lnTo>
                  <a:pt x="9712148" y="3985233"/>
                </a:lnTo>
                <a:close/>
                <a:moveTo>
                  <a:pt x="3202040" y="3977341"/>
                </a:moveTo>
                <a:lnTo>
                  <a:pt x="3201980" y="3977361"/>
                </a:lnTo>
                <a:lnTo>
                  <a:pt x="3194107" y="3997042"/>
                </a:lnTo>
                <a:lnTo>
                  <a:pt x="3190171" y="4030498"/>
                </a:lnTo>
                <a:lnTo>
                  <a:pt x="3182300" y="4056081"/>
                </a:lnTo>
                <a:lnTo>
                  <a:pt x="3182300" y="4056081"/>
                </a:lnTo>
                <a:lnTo>
                  <a:pt x="3190171" y="4030499"/>
                </a:lnTo>
                <a:lnTo>
                  <a:pt x="3194108" y="3997043"/>
                </a:lnTo>
                <a:lnTo>
                  <a:pt x="3201981" y="3977362"/>
                </a:lnTo>
                <a:close/>
                <a:moveTo>
                  <a:pt x="9694435" y="3973425"/>
                </a:moveTo>
                <a:lnTo>
                  <a:pt x="9700339" y="3973425"/>
                </a:lnTo>
                <a:lnTo>
                  <a:pt x="9700339" y="3981297"/>
                </a:lnTo>
                <a:lnTo>
                  <a:pt x="9694435" y="3981297"/>
                </a:lnTo>
                <a:close/>
                <a:moveTo>
                  <a:pt x="9627523" y="3971457"/>
                </a:moveTo>
                <a:lnTo>
                  <a:pt x="9635395" y="3971457"/>
                </a:lnTo>
                <a:lnTo>
                  <a:pt x="9643267" y="3977361"/>
                </a:lnTo>
                <a:lnTo>
                  <a:pt x="9651139" y="3981297"/>
                </a:lnTo>
                <a:lnTo>
                  <a:pt x="9670820" y="3993105"/>
                </a:lnTo>
                <a:lnTo>
                  <a:pt x="9678692" y="4000977"/>
                </a:lnTo>
                <a:lnTo>
                  <a:pt x="9704276" y="4014753"/>
                </a:lnTo>
                <a:lnTo>
                  <a:pt x="9704276" y="4022625"/>
                </a:lnTo>
                <a:lnTo>
                  <a:pt x="9700340" y="4026561"/>
                </a:lnTo>
                <a:lnTo>
                  <a:pt x="9684596" y="4022625"/>
                </a:lnTo>
                <a:lnTo>
                  <a:pt x="9655075" y="4004913"/>
                </a:lnTo>
                <a:lnTo>
                  <a:pt x="9643267" y="4000977"/>
                </a:lnTo>
                <a:lnTo>
                  <a:pt x="9627523" y="3985233"/>
                </a:lnTo>
                <a:lnTo>
                  <a:pt x="9627523" y="3981297"/>
                </a:lnTo>
                <a:close/>
                <a:moveTo>
                  <a:pt x="3237405" y="3965553"/>
                </a:moveTo>
                <a:lnTo>
                  <a:pt x="3237401" y="3965554"/>
                </a:lnTo>
                <a:lnTo>
                  <a:pt x="3300382" y="3965554"/>
                </a:lnTo>
                <a:lnTo>
                  <a:pt x="3320063" y="3981298"/>
                </a:lnTo>
                <a:lnTo>
                  <a:pt x="3327935" y="4050179"/>
                </a:lnTo>
                <a:lnTo>
                  <a:pt x="3347616" y="4061987"/>
                </a:lnTo>
                <a:lnTo>
                  <a:pt x="3384755" y="4075670"/>
                </a:lnTo>
                <a:lnTo>
                  <a:pt x="3345623" y="4060017"/>
                </a:lnTo>
                <a:lnTo>
                  <a:pt x="3327911" y="4048209"/>
                </a:lnTo>
                <a:lnTo>
                  <a:pt x="3320038" y="3979328"/>
                </a:lnTo>
                <a:lnTo>
                  <a:pt x="3320040" y="3979313"/>
                </a:lnTo>
                <a:lnTo>
                  <a:pt x="3302350" y="3965553"/>
                </a:lnTo>
                <a:close/>
                <a:moveTo>
                  <a:pt x="5744607" y="3965541"/>
                </a:moveTo>
                <a:lnTo>
                  <a:pt x="5744624" y="3965554"/>
                </a:lnTo>
                <a:lnTo>
                  <a:pt x="5744630" y="3965581"/>
                </a:lnTo>
                <a:lnTo>
                  <a:pt x="5744625" y="3965553"/>
                </a:lnTo>
                <a:close/>
                <a:moveTo>
                  <a:pt x="9769220" y="3941937"/>
                </a:moveTo>
                <a:lnTo>
                  <a:pt x="9775124" y="3941937"/>
                </a:lnTo>
                <a:lnTo>
                  <a:pt x="9775124" y="3945873"/>
                </a:lnTo>
                <a:lnTo>
                  <a:pt x="9769220" y="3949809"/>
                </a:lnTo>
                <a:close/>
                <a:moveTo>
                  <a:pt x="5624575" y="3920288"/>
                </a:moveTo>
                <a:lnTo>
                  <a:pt x="5623570" y="3920610"/>
                </a:lnTo>
                <a:lnTo>
                  <a:pt x="5646223" y="3928161"/>
                </a:lnTo>
                <a:lnTo>
                  <a:pt x="5646232" y="3928157"/>
                </a:lnTo>
                <a:lnTo>
                  <a:pt x="5646224" y="3928161"/>
                </a:lnTo>
                <a:close/>
                <a:moveTo>
                  <a:pt x="9769220" y="3918321"/>
                </a:moveTo>
                <a:lnTo>
                  <a:pt x="9775124" y="3930129"/>
                </a:lnTo>
                <a:lnTo>
                  <a:pt x="9769220" y="3932097"/>
                </a:lnTo>
                <a:lnTo>
                  <a:pt x="9765284" y="3924225"/>
                </a:lnTo>
                <a:lnTo>
                  <a:pt x="9761348" y="3922257"/>
                </a:lnTo>
                <a:close/>
                <a:moveTo>
                  <a:pt x="2986873" y="3917041"/>
                </a:moveTo>
                <a:lnTo>
                  <a:pt x="2986740" y="3917200"/>
                </a:lnTo>
                <a:lnTo>
                  <a:pt x="2997276" y="3924224"/>
                </a:lnTo>
                <a:lnTo>
                  <a:pt x="3009084" y="3957681"/>
                </a:lnTo>
                <a:lnTo>
                  <a:pt x="3016956" y="3999009"/>
                </a:lnTo>
                <a:lnTo>
                  <a:pt x="3034668" y="4063953"/>
                </a:lnTo>
                <a:lnTo>
                  <a:pt x="3042541" y="4071825"/>
                </a:lnTo>
                <a:lnTo>
                  <a:pt x="3042554" y="4071812"/>
                </a:lnTo>
                <a:lnTo>
                  <a:pt x="3034696" y="4063954"/>
                </a:lnTo>
                <a:lnTo>
                  <a:pt x="3016984" y="3999010"/>
                </a:lnTo>
                <a:lnTo>
                  <a:pt x="3009113" y="3957681"/>
                </a:lnTo>
                <a:lnTo>
                  <a:pt x="2997304" y="3922257"/>
                </a:lnTo>
                <a:close/>
                <a:moveTo>
                  <a:pt x="5677712" y="3912416"/>
                </a:moveTo>
                <a:lnTo>
                  <a:pt x="5677273" y="3912636"/>
                </a:lnTo>
                <a:lnTo>
                  <a:pt x="5703296" y="3916353"/>
                </a:lnTo>
                <a:lnTo>
                  <a:pt x="5703296" y="3934065"/>
                </a:lnTo>
                <a:lnTo>
                  <a:pt x="5703296" y="3934066"/>
                </a:lnTo>
                <a:lnTo>
                  <a:pt x="5703296" y="3916353"/>
                </a:lnTo>
                <a:lnTo>
                  <a:pt x="5703295" y="3916352"/>
                </a:lnTo>
                <a:close/>
                <a:moveTo>
                  <a:pt x="5624584" y="3894708"/>
                </a:moveTo>
                <a:lnTo>
                  <a:pt x="5642288" y="3902576"/>
                </a:lnTo>
                <a:lnTo>
                  <a:pt x="5673776" y="3902576"/>
                </a:lnTo>
                <a:lnTo>
                  <a:pt x="5691479" y="3904543"/>
                </a:lnTo>
                <a:lnTo>
                  <a:pt x="5673776" y="3900609"/>
                </a:lnTo>
                <a:lnTo>
                  <a:pt x="5642288" y="3900609"/>
                </a:lnTo>
                <a:close/>
                <a:moveTo>
                  <a:pt x="5965041" y="3890761"/>
                </a:moveTo>
                <a:lnTo>
                  <a:pt x="5965042" y="3890769"/>
                </a:lnTo>
                <a:lnTo>
                  <a:pt x="5965043" y="3890769"/>
                </a:lnTo>
                <a:close/>
                <a:moveTo>
                  <a:pt x="10027030" y="3884864"/>
                </a:moveTo>
                <a:lnTo>
                  <a:pt x="10034902" y="3894704"/>
                </a:lnTo>
                <a:lnTo>
                  <a:pt x="10034902" y="3906512"/>
                </a:lnTo>
                <a:lnTo>
                  <a:pt x="10015222" y="3910448"/>
                </a:lnTo>
                <a:lnTo>
                  <a:pt x="9999478" y="3900608"/>
                </a:lnTo>
                <a:lnTo>
                  <a:pt x="10003414" y="3888800"/>
                </a:lnTo>
                <a:close/>
                <a:moveTo>
                  <a:pt x="3001110" y="3882310"/>
                </a:moveTo>
                <a:lnTo>
                  <a:pt x="3001223" y="3882896"/>
                </a:lnTo>
                <a:lnTo>
                  <a:pt x="3001095" y="3883206"/>
                </a:lnTo>
                <a:lnTo>
                  <a:pt x="3001241" y="3882897"/>
                </a:lnTo>
                <a:close/>
                <a:moveTo>
                  <a:pt x="5941444" y="3878972"/>
                </a:moveTo>
                <a:lnTo>
                  <a:pt x="5959139" y="3890769"/>
                </a:lnTo>
                <a:lnTo>
                  <a:pt x="5961106" y="3890769"/>
                </a:lnTo>
                <a:close/>
                <a:moveTo>
                  <a:pt x="5780050" y="3878957"/>
                </a:moveTo>
                <a:lnTo>
                  <a:pt x="5780049" y="3878961"/>
                </a:lnTo>
                <a:lnTo>
                  <a:pt x="5760369" y="3888801"/>
                </a:lnTo>
                <a:lnTo>
                  <a:pt x="5744629" y="3894704"/>
                </a:lnTo>
                <a:lnTo>
                  <a:pt x="5760369" y="3890769"/>
                </a:lnTo>
                <a:lnTo>
                  <a:pt x="5780049" y="3878961"/>
                </a:lnTo>
                <a:close/>
                <a:moveTo>
                  <a:pt x="5816028" y="3849643"/>
                </a:moveTo>
                <a:lnTo>
                  <a:pt x="5789889" y="3853377"/>
                </a:lnTo>
                <a:lnTo>
                  <a:pt x="5785954" y="3861247"/>
                </a:lnTo>
                <a:lnTo>
                  <a:pt x="5789889" y="3855344"/>
                </a:lnTo>
                <a:lnTo>
                  <a:pt x="5816202" y="3849706"/>
                </a:lnTo>
                <a:close/>
                <a:moveTo>
                  <a:pt x="10064422" y="3847472"/>
                </a:moveTo>
                <a:lnTo>
                  <a:pt x="10076230" y="3851408"/>
                </a:lnTo>
                <a:lnTo>
                  <a:pt x="10046710" y="3867152"/>
                </a:lnTo>
                <a:lnTo>
                  <a:pt x="10030966" y="3865184"/>
                </a:lnTo>
                <a:lnTo>
                  <a:pt x="10056550" y="3851408"/>
                </a:lnTo>
                <a:close/>
                <a:moveTo>
                  <a:pt x="9716084" y="3843536"/>
                </a:moveTo>
                <a:lnTo>
                  <a:pt x="9729860" y="3849440"/>
                </a:lnTo>
                <a:lnTo>
                  <a:pt x="9729860" y="3855344"/>
                </a:lnTo>
                <a:lnTo>
                  <a:pt x="9712148" y="3847472"/>
                </a:lnTo>
                <a:close/>
                <a:moveTo>
                  <a:pt x="765542" y="3839598"/>
                </a:moveTo>
                <a:lnTo>
                  <a:pt x="767510" y="3839598"/>
                </a:lnTo>
                <a:lnTo>
                  <a:pt x="769478" y="3839598"/>
                </a:lnTo>
                <a:lnTo>
                  <a:pt x="769478" y="3841566"/>
                </a:lnTo>
                <a:lnTo>
                  <a:pt x="771446" y="3841566"/>
                </a:lnTo>
                <a:lnTo>
                  <a:pt x="773414" y="3841566"/>
                </a:lnTo>
                <a:lnTo>
                  <a:pt x="775382" y="3841566"/>
                </a:lnTo>
                <a:lnTo>
                  <a:pt x="775382" y="3843534"/>
                </a:lnTo>
                <a:lnTo>
                  <a:pt x="777350" y="3843534"/>
                </a:lnTo>
                <a:lnTo>
                  <a:pt x="777350" y="3845502"/>
                </a:lnTo>
                <a:lnTo>
                  <a:pt x="777350" y="3847470"/>
                </a:lnTo>
                <a:lnTo>
                  <a:pt x="777350" y="3849438"/>
                </a:lnTo>
                <a:lnTo>
                  <a:pt x="777350" y="3853374"/>
                </a:lnTo>
                <a:lnTo>
                  <a:pt x="779318" y="3853374"/>
                </a:lnTo>
                <a:lnTo>
                  <a:pt x="781286" y="3853374"/>
                </a:lnTo>
                <a:lnTo>
                  <a:pt x="783254" y="3853374"/>
                </a:lnTo>
                <a:lnTo>
                  <a:pt x="783254" y="3855342"/>
                </a:lnTo>
                <a:lnTo>
                  <a:pt x="785222" y="3855342"/>
                </a:lnTo>
                <a:lnTo>
                  <a:pt x="787190" y="3855342"/>
                </a:lnTo>
                <a:lnTo>
                  <a:pt x="789158" y="3855342"/>
                </a:lnTo>
                <a:lnTo>
                  <a:pt x="789158" y="3859278"/>
                </a:lnTo>
                <a:lnTo>
                  <a:pt x="789158" y="3861246"/>
                </a:lnTo>
                <a:lnTo>
                  <a:pt x="787190" y="3861246"/>
                </a:lnTo>
                <a:lnTo>
                  <a:pt x="785222" y="3861246"/>
                </a:lnTo>
                <a:lnTo>
                  <a:pt x="783254" y="3861246"/>
                </a:lnTo>
                <a:lnTo>
                  <a:pt x="781286" y="3861246"/>
                </a:lnTo>
                <a:lnTo>
                  <a:pt x="779318" y="3861246"/>
                </a:lnTo>
                <a:lnTo>
                  <a:pt x="779318" y="3859278"/>
                </a:lnTo>
                <a:lnTo>
                  <a:pt x="777350" y="3859278"/>
                </a:lnTo>
                <a:lnTo>
                  <a:pt x="777350" y="3855342"/>
                </a:lnTo>
                <a:lnTo>
                  <a:pt x="775382" y="3855342"/>
                </a:lnTo>
                <a:lnTo>
                  <a:pt x="773414" y="3855342"/>
                </a:lnTo>
                <a:lnTo>
                  <a:pt x="771446" y="3855342"/>
                </a:lnTo>
                <a:lnTo>
                  <a:pt x="769478" y="3855342"/>
                </a:lnTo>
                <a:lnTo>
                  <a:pt x="767510" y="3855342"/>
                </a:lnTo>
                <a:lnTo>
                  <a:pt x="765542" y="3855342"/>
                </a:lnTo>
                <a:lnTo>
                  <a:pt x="763574" y="3855342"/>
                </a:lnTo>
                <a:lnTo>
                  <a:pt x="761606" y="3855342"/>
                </a:lnTo>
                <a:lnTo>
                  <a:pt x="759638" y="3855342"/>
                </a:lnTo>
                <a:lnTo>
                  <a:pt x="759638" y="3853374"/>
                </a:lnTo>
                <a:lnTo>
                  <a:pt x="759638" y="3849438"/>
                </a:lnTo>
                <a:lnTo>
                  <a:pt x="757670" y="3849438"/>
                </a:lnTo>
                <a:lnTo>
                  <a:pt x="757670" y="3847470"/>
                </a:lnTo>
                <a:lnTo>
                  <a:pt x="757670" y="3845502"/>
                </a:lnTo>
                <a:lnTo>
                  <a:pt x="757670" y="3843534"/>
                </a:lnTo>
                <a:lnTo>
                  <a:pt x="759638" y="3843534"/>
                </a:lnTo>
                <a:lnTo>
                  <a:pt x="759638" y="3841566"/>
                </a:lnTo>
                <a:lnTo>
                  <a:pt x="761606" y="3841566"/>
                </a:lnTo>
                <a:lnTo>
                  <a:pt x="763574" y="3841566"/>
                </a:lnTo>
                <a:lnTo>
                  <a:pt x="765542" y="3841566"/>
                </a:lnTo>
                <a:close/>
                <a:moveTo>
                  <a:pt x="739958" y="3839598"/>
                </a:moveTo>
                <a:lnTo>
                  <a:pt x="741926" y="3839598"/>
                </a:lnTo>
                <a:lnTo>
                  <a:pt x="741926" y="3841566"/>
                </a:lnTo>
                <a:lnTo>
                  <a:pt x="743894" y="3839598"/>
                </a:lnTo>
                <a:lnTo>
                  <a:pt x="745862" y="3839598"/>
                </a:lnTo>
                <a:lnTo>
                  <a:pt x="745862" y="3841566"/>
                </a:lnTo>
                <a:lnTo>
                  <a:pt x="747830" y="3841566"/>
                </a:lnTo>
                <a:lnTo>
                  <a:pt x="747830" y="3839598"/>
                </a:lnTo>
                <a:lnTo>
                  <a:pt x="749798" y="3839598"/>
                </a:lnTo>
                <a:lnTo>
                  <a:pt x="751766" y="3839598"/>
                </a:lnTo>
                <a:lnTo>
                  <a:pt x="751766" y="3841566"/>
                </a:lnTo>
                <a:lnTo>
                  <a:pt x="749798" y="3841566"/>
                </a:lnTo>
                <a:lnTo>
                  <a:pt x="749798" y="3843534"/>
                </a:lnTo>
                <a:lnTo>
                  <a:pt x="749798" y="3845502"/>
                </a:lnTo>
                <a:lnTo>
                  <a:pt x="747830" y="3845502"/>
                </a:lnTo>
                <a:lnTo>
                  <a:pt x="747830" y="3847470"/>
                </a:lnTo>
                <a:lnTo>
                  <a:pt x="745862" y="3847470"/>
                </a:lnTo>
                <a:lnTo>
                  <a:pt x="743894" y="3847470"/>
                </a:lnTo>
                <a:lnTo>
                  <a:pt x="743894" y="3845502"/>
                </a:lnTo>
                <a:lnTo>
                  <a:pt x="741926" y="3845502"/>
                </a:lnTo>
                <a:lnTo>
                  <a:pt x="741926" y="3843534"/>
                </a:lnTo>
                <a:lnTo>
                  <a:pt x="739958" y="3843534"/>
                </a:lnTo>
                <a:lnTo>
                  <a:pt x="739958" y="3841566"/>
                </a:lnTo>
                <a:close/>
                <a:moveTo>
                  <a:pt x="9704275" y="3812048"/>
                </a:moveTo>
                <a:lnTo>
                  <a:pt x="9716083" y="3819920"/>
                </a:lnTo>
                <a:lnTo>
                  <a:pt x="9716083" y="3831728"/>
                </a:lnTo>
                <a:lnTo>
                  <a:pt x="9708211" y="3839600"/>
                </a:lnTo>
                <a:lnTo>
                  <a:pt x="9700339" y="3831728"/>
                </a:lnTo>
                <a:lnTo>
                  <a:pt x="9700339" y="3823856"/>
                </a:lnTo>
                <a:close/>
                <a:moveTo>
                  <a:pt x="5896169" y="3802210"/>
                </a:moveTo>
                <a:lnTo>
                  <a:pt x="5909938" y="3806144"/>
                </a:lnTo>
                <a:lnTo>
                  <a:pt x="5917810" y="3814016"/>
                </a:lnTo>
                <a:lnTo>
                  <a:pt x="5937486" y="3815984"/>
                </a:lnTo>
                <a:lnTo>
                  <a:pt x="5919778" y="3812049"/>
                </a:lnTo>
                <a:lnTo>
                  <a:pt x="5911905" y="3806144"/>
                </a:lnTo>
                <a:close/>
                <a:moveTo>
                  <a:pt x="3001597" y="3782433"/>
                </a:moveTo>
                <a:lnTo>
                  <a:pt x="3001223" y="3782527"/>
                </a:lnTo>
                <a:lnTo>
                  <a:pt x="3008748" y="3822034"/>
                </a:lnTo>
                <a:lnTo>
                  <a:pt x="3009113" y="3821888"/>
                </a:lnTo>
                <a:close/>
                <a:moveTo>
                  <a:pt x="6258279" y="3778591"/>
                </a:moveTo>
                <a:lnTo>
                  <a:pt x="6262215" y="3780559"/>
                </a:lnTo>
                <a:lnTo>
                  <a:pt x="6262215" y="3788431"/>
                </a:lnTo>
                <a:lnTo>
                  <a:pt x="6260247" y="3790399"/>
                </a:lnTo>
                <a:lnTo>
                  <a:pt x="6258279" y="3786463"/>
                </a:lnTo>
                <a:lnTo>
                  <a:pt x="6256310" y="3782527"/>
                </a:lnTo>
                <a:close/>
                <a:moveTo>
                  <a:pt x="6220884" y="3766783"/>
                </a:moveTo>
                <a:lnTo>
                  <a:pt x="6224821" y="3766783"/>
                </a:lnTo>
                <a:lnTo>
                  <a:pt x="6226789" y="3770719"/>
                </a:lnTo>
                <a:lnTo>
                  <a:pt x="6220884" y="3768751"/>
                </a:lnTo>
                <a:close/>
                <a:moveTo>
                  <a:pt x="3016255" y="3765742"/>
                </a:moveTo>
                <a:lnTo>
                  <a:pt x="3016967" y="3766783"/>
                </a:lnTo>
                <a:lnTo>
                  <a:pt x="3016967" y="3776628"/>
                </a:lnTo>
                <a:lnTo>
                  <a:pt x="3016984" y="3776624"/>
                </a:lnTo>
                <a:lnTo>
                  <a:pt x="3016984" y="3766784"/>
                </a:lnTo>
                <a:close/>
                <a:moveTo>
                  <a:pt x="6246470" y="3758910"/>
                </a:moveTo>
                <a:lnTo>
                  <a:pt x="6248438" y="3766782"/>
                </a:lnTo>
                <a:lnTo>
                  <a:pt x="6246470" y="3770718"/>
                </a:lnTo>
                <a:lnTo>
                  <a:pt x="6240566" y="3762846"/>
                </a:lnTo>
                <a:close/>
                <a:moveTo>
                  <a:pt x="6362582" y="3745136"/>
                </a:moveTo>
                <a:lnTo>
                  <a:pt x="6370454" y="3756944"/>
                </a:lnTo>
                <a:lnTo>
                  <a:pt x="6374390" y="3786465"/>
                </a:lnTo>
                <a:lnTo>
                  <a:pt x="6390134" y="3839601"/>
                </a:lnTo>
                <a:lnTo>
                  <a:pt x="6386198" y="3855345"/>
                </a:lnTo>
                <a:lnTo>
                  <a:pt x="6370454" y="3859281"/>
                </a:lnTo>
                <a:lnTo>
                  <a:pt x="6370454" y="3894706"/>
                </a:lnTo>
                <a:lnTo>
                  <a:pt x="6366518" y="3906514"/>
                </a:lnTo>
                <a:lnTo>
                  <a:pt x="6342902" y="3977363"/>
                </a:lnTo>
                <a:lnTo>
                  <a:pt x="6333062" y="4018691"/>
                </a:lnTo>
                <a:lnTo>
                  <a:pt x="6317318" y="4054115"/>
                </a:lnTo>
                <a:lnTo>
                  <a:pt x="6309445" y="4113156"/>
                </a:lnTo>
                <a:lnTo>
                  <a:pt x="6289765" y="4136772"/>
                </a:lnTo>
                <a:lnTo>
                  <a:pt x="6268117" y="4140708"/>
                </a:lnTo>
                <a:lnTo>
                  <a:pt x="6248437" y="4154484"/>
                </a:lnTo>
                <a:lnTo>
                  <a:pt x="6224821" y="4144644"/>
                </a:lnTo>
                <a:lnTo>
                  <a:pt x="6209076" y="4128900"/>
                </a:lnTo>
                <a:lnTo>
                  <a:pt x="6203172" y="4087572"/>
                </a:lnTo>
                <a:lnTo>
                  <a:pt x="6187428" y="4067891"/>
                </a:lnTo>
                <a:lnTo>
                  <a:pt x="6187428" y="4038371"/>
                </a:lnTo>
                <a:lnTo>
                  <a:pt x="6213013" y="4004915"/>
                </a:lnTo>
                <a:lnTo>
                  <a:pt x="6220885" y="3951778"/>
                </a:lnTo>
                <a:lnTo>
                  <a:pt x="6209076" y="3932098"/>
                </a:lnTo>
                <a:lnTo>
                  <a:pt x="6216949" y="3888802"/>
                </a:lnTo>
                <a:lnTo>
                  <a:pt x="6224821" y="3873057"/>
                </a:lnTo>
                <a:lnTo>
                  <a:pt x="6240565" y="3867153"/>
                </a:lnTo>
                <a:lnTo>
                  <a:pt x="6248437" y="3861249"/>
                </a:lnTo>
                <a:lnTo>
                  <a:pt x="6264181" y="3859281"/>
                </a:lnTo>
                <a:lnTo>
                  <a:pt x="6281893" y="3843537"/>
                </a:lnTo>
                <a:lnTo>
                  <a:pt x="6297637" y="3839601"/>
                </a:lnTo>
                <a:lnTo>
                  <a:pt x="6309445" y="3827793"/>
                </a:lnTo>
                <a:lnTo>
                  <a:pt x="6321254" y="3817953"/>
                </a:lnTo>
                <a:lnTo>
                  <a:pt x="6321254" y="3802209"/>
                </a:lnTo>
                <a:lnTo>
                  <a:pt x="6335030" y="3794337"/>
                </a:lnTo>
                <a:lnTo>
                  <a:pt x="6350774" y="3764816"/>
                </a:lnTo>
                <a:lnTo>
                  <a:pt x="6354710" y="3749072"/>
                </a:lnTo>
                <a:close/>
                <a:moveTo>
                  <a:pt x="5911770" y="3743305"/>
                </a:moveTo>
                <a:lnTo>
                  <a:pt x="5904034" y="3751040"/>
                </a:lnTo>
                <a:lnTo>
                  <a:pt x="5896162" y="3800240"/>
                </a:lnTo>
                <a:lnTo>
                  <a:pt x="5874514" y="3812049"/>
                </a:lnTo>
                <a:lnTo>
                  <a:pt x="5854834" y="3812049"/>
                </a:lnTo>
                <a:lnTo>
                  <a:pt x="5835172" y="3823846"/>
                </a:lnTo>
                <a:lnTo>
                  <a:pt x="5852866" y="3814016"/>
                </a:lnTo>
                <a:lnTo>
                  <a:pt x="5872546" y="3814016"/>
                </a:lnTo>
                <a:lnTo>
                  <a:pt x="5896162" y="3802208"/>
                </a:lnTo>
                <a:lnTo>
                  <a:pt x="5896161" y="3802208"/>
                </a:lnTo>
                <a:lnTo>
                  <a:pt x="5904033" y="3753008"/>
                </a:lnTo>
                <a:lnTo>
                  <a:pt x="5911905" y="3745136"/>
                </a:lnTo>
                <a:close/>
                <a:moveTo>
                  <a:pt x="6213013" y="3737262"/>
                </a:moveTo>
                <a:lnTo>
                  <a:pt x="6214981" y="3737262"/>
                </a:lnTo>
                <a:lnTo>
                  <a:pt x="6214981" y="3751038"/>
                </a:lnTo>
                <a:lnTo>
                  <a:pt x="6216949" y="3754974"/>
                </a:lnTo>
                <a:lnTo>
                  <a:pt x="6214981" y="3756942"/>
                </a:lnTo>
                <a:lnTo>
                  <a:pt x="6213013" y="3753006"/>
                </a:lnTo>
                <a:lnTo>
                  <a:pt x="6213013" y="3745134"/>
                </a:lnTo>
                <a:close/>
                <a:moveTo>
                  <a:pt x="5657908" y="3728777"/>
                </a:moveTo>
                <a:lnTo>
                  <a:pt x="5654095" y="3770720"/>
                </a:lnTo>
                <a:lnTo>
                  <a:pt x="5600959" y="3770720"/>
                </a:lnTo>
                <a:lnTo>
                  <a:pt x="5604895" y="3876993"/>
                </a:lnTo>
                <a:lnTo>
                  <a:pt x="5624574" y="3894705"/>
                </a:lnTo>
                <a:lnTo>
                  <a:pt x="5624575" y="3894705"/>
                </a:lnTo>
                <a:lnTo>
                  <a:pt x="5604895" y="3876993"/>
                </a:lnTo>
                <a:lnTo>
                  <a:pt x="5600959" y="3770720"/>
                </a:lnTo>
                <a:lnTo>
                  <a:pt x="5654096" y="3770720"/>
                </a:lnTo>
                <a:lnTo>
                  <a:pt x="5657909" y="3728777"/>
                </a:lnTo>
                <a:close/>
                <a:moveTo>
                  <a:pt x="5717072" y="3725456"/>
                </a:moveTo>
                <a:lnTo>
                  <a:pt x="5713628" y="3739232"/>
                </a:lnTo>
                <a:lnTo>
                  <a:pt x="5715104" y="3739232"/>
                </a:lnTo>
                <a:lnTo>
                  <a:pt x="5718909" y="3725915"/>
                </a:lnTo>
                <a:close/>
                <a:moveTo>
                  <a:pt x="5667872" y="3725456"/>
                </a:moveTo>
                <a:lnTo>
                  <a:pt x="5665904" y="3726112"/>
                </a:lnTo>
                <a:lnTo>
                  <a:pt x="5669840" y="3725456"/>
                </a:lnTo>
                <a:close/>
                <a:moveTo>
                  <a:pt x="5683616" y="3721520"/>
                </a:moveTo>
                <a:lnTo>
                  <a:pt x="5675744" y="3725456"/>
                </a:lnTo>
                <a:lnTo>
                  <a:pt x="5677712" y="3725456"/>
                </a:lnTo>
                <a:lnTo>
                  <a:pt x="5684459" y="3722082"/>
                </a:lnTo>
                <a:close/>
                <a:moveTo>
                  <a:pt x="6075252" y="3718989"/>
                </a:moveTo>
                <a:lnTo>
                  <a:pt x="6069348" y="3721519"/>
                </a:lnTo>
                <a:lnTo>
                  <a:pt x="6063443" y="3725948"/>
                </a:lnTo>
                <a:lnTo>
                  <a:pt x="6067380" y="3723487"/>
                </a:lnTo>
                <a:close/>
                <a:moveTo>
                  <a:pt x="9519282" y="3705775"/>
                </a:moveTo>
                <a:lnTo>
                  <a:pt x="9525186" y="3717583"/>
                </a:lnTo>
                <a:lnTo>
                  <a:pt x="9515346" y="3721519"/>
                </a:lnTo>
                <a:lnTo>
                  <a:pt x="9511410" y="3717583"/>
                </a:lnTo>
                <a:lnTo>
                  <a:pt x="9511410" y="3709711"/>
                </a:lnTo>
                <a:close/>
                <a:moveTo>
                  <a:pt x="9021373" y="3690031"/>
                </a:moveTo>
                <a:lnTo>
                  <a:pt x="9027277" y="3697903"/>
                </a:lnTo>
                <a:lnTo>
                  <a:pt x="9027277" y="3717583"/>
                </a:lnTo>
                <a:lnTo>
                  <a:pt x="9039085" y="3729392"/>
                </a:lnTo>
                <a:lnTo>
                  <a:pt x="9039085" y="3747104"/>
                </a:lnTo>
                <a:lnTo>
                  <a:pt x="9054830" y="3774656"/>
                </a:lnTo>
                <a:lnTo>
                  <a:pt x="9062702" y="3800240"/>
                </a:lnTo>
                <a:lnTo>
                  <a:pt x="9066638" y="3788432"/>
                </a:lnTo>
                <a:lnTo>
                  <a:pt x="9072542" y="3792368"/>
                </a:lnTo>
                <a:lnTo>
                  <a:pt x="9088286" y="3800240"/>
                </a:lnTo>
                <a:lnTo>
                  <a:pt x="9100094" y="3804176"/>
                </a:lnTo>
                <a:lnTo>
                  <a:pt x="9100094" y="3855345"/>
                </a:lnTo>
                <a:lnTo>
                  <a:pt x="9115838" y="3873057"/>
                </a:lnTo>
                <a:lnTo>
                  <a:pt x="9123710" y="3906513"/>
                </a:lnTo>
                <a:lnTo>
                  <a:pt x="9129614" y="3918321"/>
                </a:lnTo>
                <a:lnTo>
                  <a:pt x="9133550" y="3938001"/>
                </a:lnTo>
                <a:lnTo>
                  <a:pt x="9157167" y="3943906"/>
                </a:lnTo>
                <a:lnTo>
                  <a:pt x="9168975" y="3957682"/>
                </a:lnTo>
                <a:lnTo>
                  <a:pt x="9186687" y="3961618"/>
                </a:lnTo>
                <a:lnTo>
                  <a:pt x="9194559" y="3969490"/>
                </a:lnTo>
                <a:lnTo>
                  <a:pt x="9194559" y="3985234"/>
                </a:lnTo>
                <a:lnTo>
                  <a:pt x="9210303" y="3999010"/>
                </a:lnTo>
                <a:lnTo>
                  <a:pt x="9210303" y="4026562"/>
                </a:lnTo>
                <a:lnTo>
                  <a:pt x="9226047" y="4044274"/>
                </a:lnTo>
                <a:lnTo>
                  <a:pt x="9233919" y="4040338"/>
                </a:lnTo>
                <a:lnTo>
                  <a:pt x="9245727" y="4038370"/>
                </a:lnTo>
                <a:lnTo>
                  <a:pt x="9251631" y="4056083"/>
                </a:lnTo>
                <a:lnTo>
                  <a:pt x="9269343" y="4075763"/>
                </a:lnTo>
                <a:lnTo>
                  <a:pt x="9281151" y="4085603"/>
                </a:lnTo>
                <a:lnTo>
                  <a:pt x="9296896" y="4109219"/>
                </a:lnTo>
                <a:lnTo>
                  <a:pt x="9312640" y="4132835"/>
                </a:lnTo>
                <a:lnTo>
                  <a:pt x="9320512" y="4121027"/>
                </a:lnTo>
                <a:lnTo>
                  <a:pt x="9320512" y="4124963"/>
                </a:lnTo>
                <a:lnTo>
                  <a:pt x="9314608" y="4170228"/>
                </a:lnTo>
                <a:lnTo>
                  <a:pt x="9320512" y="4185972"/>
                </a:lnTo>
                <a:lnTo>
                  <a:pt x="9334288" y="4199748"/>
                </a:lnTo>
                <a:lnTo>
                  <a:pt x="9326416" y="4219428"/>
                </a:lnTo>
                <a:lnTo>
                  <a:pt x="9326416" y="4256820"/>
                </a:lnTo>
                <a:lnTo>
                  <a:pt x="9320512" y="4280436"/>
                </a:lnTo>
                <a:lnTo>
                  <a:pt x="9320512" y="4302085"/>
                </a:lnTo>
                <a:lnTo>
                  <a:pt x="9320512" y="4309957"/>
                </a:lnTo>
                <a:lnTo>
                  <a:pt x="9308704" y="4325701"/>
                </a:lnTo>
                <a:lnTo>
                  <a:pt x="9308704" y="4337509"/>
                </a:lnTo>
                <a:lnTo>
                  <a:pt x="9300832" y="4347349"/>
                </a:lnTo>
                <a:lnTo>
                  <a:pt x="9269343" y="4386709"/>
                </a:lnTo>
                <a:lnTo>
                  <a:pt x="9269343" y="4398518"/>
                </a:lnTo>
                <a:lnTo>
                  <a:pt x="9251631" y="4428038"/>
                </a:lnTo>
                <a:lnTo>
                  <a:pt x="9251631" y="4439846"/>
                </a:lnTo>
                <a:lnTo>
                  <a:pt x="9229983" y="4485110"/>
                </a:lnTo>
                <a:lnTo>
                  <a:pt x="9231951" y="4510695"/>
                </a:lnTo>
                <a:lnTo>
                  <a:pt x="9229983" y="4524471"/>
                </a:lnTo>
                <a:lnTo>
                  <a:pt x="9184719" y="4536279"/>
                </a:lnTo>
                <a:lnTo>
                  <a:pt x="9168975" y="4542183"/>
                </a:lnTo>
                <a:lnTo>
                  <a:pt x="9157167" y="4555959"/>
                </a:lnTo>
                <a:lnTo>
                  <a:pt x="9153230" y="4567767"/>
                </a:lnTo>
                <a:lnTo>
                  <a:pt x="9133550" y="4573671"/>
                </a:lnTo>
                <a:lnTo>
                  <a:pt x="9111902" y="4579575"/>
                </a:lnTo>
                <a:lnTo>
                  <a:pt x="9100094" y="4561863"/>
                </a:lnTo>
                <a:lnTo>
                  <a:pt x="9100094" y="4548087"/>
                </a:lnTo>
                <a:lnTo>
                  <a:pt x="9076478" y="4546119"/>
                </a:lnTo>
                <a:lnTo>
                  <a:pt x="9066638" y="4557927"/>
                </a:lnTo>
                <a:lnTo>
                  <a:pt x="9050894" y="4569735"/>
                </a:lnTo>
                <a:lnTo>
                  <a:pt x="9054830" y="4585479"/>
                </a:lnTo>
                <a:lnTo>
                  <a:pt x="9001693" y="4567767"/>
                </a:lnTo>
                <a:lnTo>
                  <a:pt x="8993821" y="4567767"/>
                </a:lnTo>
                <a:lnTo>
                  <a:pt x="8989885" y="4567767"/>
                </a:lnTo>
                <a:lnTo>
                  <a:pt x="8982013" y="4557927"/>
                </a:lnTo>
                <a:lnTo>
                  <a:pt x="8968237" y="4555959"/>
                </a:lnTo>
                <a:lnTo>
                  <a:pt x="8952493" y="4548087"/>
                </a:lnTo>
                <a:lnTo>
                  <a:pt x="8948557" y="4530375"/>
                </a:lnTo>
                <a:lnTo>
                  <a:pt x="8932813" y="4518567"/>
                </a:lnTo>
                <a:lnTo>
                  <a:pt x="8940685" y="4502822"/>
                </a:lnTo>
                <a:lnTo>
                  <a:pt x="8928877" y="4489046"/>
                </a:lnTo>
                <a:lnTo>
                  <a:pt x="8921004" y="4477238"/>
                </a:lnTo>
                <a:lnTo>
                  <a:pt x="8899356" y="4469366"/>
                </a:lnTo>
                <a:lnTo>
                  <a:pt x="8891484" y="4457558"/>
                </a:lnTo>
                <a:lnTo>
                  <a:pt x="8911164" y="4449686"/>
                </a:lnTo>
                <a:lnTo>
                  <a:pt x="8903292" y="4435910"/>
                </a:lnTo>
                <a:lnTo>
                  <a:pt x="8887548" y="4435910"/>
                </a:lnTo>
                <a:lnTo>
                  <a:pt x="8887548" y="4445750"/>
                </a:lnTo>
                <a:lnTo>
                  <a:pt x="8871804" y="4461494"/>
                </a:lnTo>
                <a:lnTo>
                  <a:pt x="8856060" y="4461494"/>
                </a:lnTo>
                <a:lnTo>
                  <a:pt x="8856060" y="4449686"/>
                </a:lnTo>
                <a:lnTo>
                  <a:pt x="8865900" y="4443782"/>
                </a:lnTo>
                <a:lnTo>
                  <a:pt x="8871804" y="4435910"/>
                </a:lnTo>
                <a:lnTo>
                  <a:pt x="8875740" y="4416230"/>
                </a:lnTo>
                <a:lnTo>
                  <a:pt x="8887548" y="4400486"/>
                </a:lnTo>
                <a:lnTo>
                  <a:pt x="8891484" y="4378837"/>
                </a:lnTo>
                <a:lnTo>
                  <a:pt x="8875740" y="4378837"/>
                </a:lnTo>
                <a:lnTo>
                  <a:pt x="8871804" y="4388677"/>
                </a:lnTo>
                <a:lnTo>
                  <a:pt x="8865900" y="4394582"/>
                </a:lnTo>
                <a:lnTo>
                  <a:pt x="8838348" y="4424102"/>
                </a:lnTo>
                <a:lnTo>
                  <a:pt x="8842284" y="4435910"/>
                </a:lnTo>
                <a:lnTo>
                  <a:pt x="8826540" y="4445750"/>
                </a:lnTo>
                <a:lnTo>
                  <a:pt x="8808827" y="4439846"/>
                </a:lnTo>
                <a:lnTo>
                  <a:pt x="8800955" y="4431974"/>
                </a:lnTo>
                <a:lnTo>
                  <a:pt x="8808827" y="4424102"/>
                </a:lnTo>
                <a:lnTo>
                  <a:pt x="8804891" y="4404422"/>
                </a:lnTo>
                <a:lnTo>
                  <a:pt x="8789147" y="4388677"/>
                </a:lnTo>
                <a:lnTo>
                  <a:pt x="8773403" y="4359157"/>
                </a:lnTo>
                <a:lnTo>
                  <a:pt x="8743883" y="4351285"/>
                </a:lnTo>
                <a:lnTo>
                  <a:pt x="8728139" y="4355221"/>
                </a:lnTo>
                <a:lnTo>
                  <a:pt x="8694683" y="4333573"/>
                </a:lnTo>
                <a:lnTo>
                  <a:pt x="8633674" y="4341445"/>
                </a:lnTo>
                <a:lnTo>
                  <a:pt x="8592346" y="4355221"/>
                </a:lnTo>
                <a:lnTo>
                  <a:pt x="8552985" y="4359157"/>
                </a:lnTo>
                <a:lnTo>
                  <a:pt x="8531337" y="4378837"/>
                </a:lnTo>
                <a:lnTo>
                  <a:pt x="8511657" y="4378837"/>
                </a:lnTo>
                <a:lnTo>
                  <a:pt x="8490009" y="4394582"/>
                </a:lnTo>
                <a:lnTo>
                  <a:pt x="8490009" y="4400486"/>
                </a:lnTo>
                <a:lnTo>
                  <a:pt x="8474265" y="4412294"/>
                </a:lnTo>
                <a:lnTo>
                  <a:pt x="8454584" y="4412294"/>
                </a:lnTo>
                <a:lnTo>
                  <a:pt x="8446712" y="4408358"/>
                </a:lnTo>
                <a:lnTo>
                  <a:pt x="8401448" y="4408358"/>
                </a:lnTo>
                <a:lnTo>
                  <a:pt x="8393576" y="4412294"/>
                </a:lnTo>
                <a:lnTo>
                  <a:pt x="8367992" y="4424102"/>
                </a:lnTo>
                <a:lnTo>
                  <a:pt x="8360120" y="4431974"/>
                </a:lnTo>
                <a:lnTo>
                  <a:pt x="8340439" y="4435910"/>
                </a:lnTo>
                <a:lnTo>
                  <a:pt x="8336503" y="4449686"/>
                </a:lnTo>
                <a:lnTo>
                  <a:pt x="8332567" y="4453622"/>
                </a:lnTo>
                <a:lnTo>
                  <a:pt x="8303047" y="4453622"/>
                </a:lnTo>
                <a:lnTo>
                  <a:pt x="8277463" y="4449686"/>
                </a:lnTo>
                <a:lnTo>
                  <a:pt x="8265655" y="4435910"/>
                </a:lnTo>
                <a:lnTo>
                  <a:pt x="8238103" y="4431974"/>
                </a:lnTo>
                <a:lnTo>
                  <a:pt x="8234167" y="4416230"/>
                </a:lnTo>
                <a:lnTo>
                  <a:pt x="8238103" y="4400486"/>
                </a:lnTo>
                <a:lnTo>
                  <a:pt x="8249911" y="4400486"/>
                </a:lnTo>
                <a:lnTo>
                  <a:pt x="8253847" y="4367029"/>
                </a:lnTo>
                <a:lnTo>
                  <a:pt x="8257783" y="4355221"/>
                </a:lnTo>
                <a:lnTo>
                  <a:pt x="8249911" y="4333573"/>
                </a:lnTo>
                <a:lnTo>
                  <a:pt x="8245975" y="4317829"/>
                </a:lnTo>
                <a:lnTo>
                  <a:pt x="8234167" y="4298149"/>
                </a:lnTo>
                <a:lnTo>
                  <a:pt x="8230230" y="4252884"/>
                </a:lnTo>
                <a:lnTo>
                  <a:pt x="8230230" y="4241076"/>
                </a:lnTo>
                <a:lnTo>
                  <a:pt x="8212518" y="4223364"/>
                </a:lnTo>
                <a:lnTo>
                  <a:pt x="8212518" y="4211556"/>
                </a:lnTo>
                <a:lnTo>
                  <a:pt x="8200710" y="4195812"/>
                </a:lnTo>
                <a:lnTo>
                  <a:pt x="8200710" y="4185972"/>
                </a:lnTo>
                <a:lnTo>
                  <a:pt x="8173158" y="4142675"/>
                </a:lnTo>
                <a:lnTo>
                  <a:pt x="8173158" y="4138739"/>
                </a:lnTo>
                <a:lnTo>
                  <a:pt x="8177094" y="4138739"/>
                </a:lnTo>
                <a:lnTo>
                  <a:pt x="8200710" y="4174164"/>
                </a:lnTo>
                <a:lnTo>
                  <a:pt x="8204646" y="4170228"/>
                </a:lnTo>
                <a:lnTo>
                  <a:pt x="8196774" y="4154483"/>
                </a:lnTo>
                <a:lnTo>
                  <a:pt x="8192838" y="4142675"/>
                </a:lnTo>
                <a:lnTo>
                  <a:pt x="8200710" y="4142675"/>
                </a:lnTo>
                <a:lnTo>
                  <a:pt x="8208582" y="4162355"/>
                </a:lnTo>
                <a:lnTo>
                  <a:pt x="8212518" y="4158419"/>
                </a:lnTo>
                <a:lnTo>
                  <a:pt x="8216454" y="4150547"/>
                </a:lnTo>
                <a:lnTo>
                  <a:pt x="8200710" y="4117091"/>
                </a:lnTo>
                <a:lnTo>
                  <a:pt x="8192838" y="4093475"/>
                </a:lnTo>
                <a:lnTo>
                  <a:pt x="8208582" y="4030498"/>
                </a:lnTo>
                <a:lnTo>
                  <a:pt x="8212518" y="4022626"/>
                </a:lnTo>
                <a:lnTo>
                  <a:pt x="8216454" y="4026562"/>
                </a:lnTo>
                <a:lnTo>
                  <a:pt x="8220390" y="4038370"/>
                </a:lnTo>
                <a:lnTo>
                  <a:pt x="8234167" y="4018690"/>
                </a:lnTo>
                <a:lnTo>
                  <a:pt x="8253847" y="4010818"/>
                </a:lnTo>
                <a:lnTo>
                  <a:pt x="8257783" y="4010818"/>
                </a:lnTo>
                <a:lnTo>
                  <a:pt x="8281399" y="3987202"/>
                </a:lnTo>
                <a:lnTo>
                  <a:pt x="8295175" y="3985234"/>
                </a:lnTo>
                <a:lnTo>
                  <a:pt x="8303047" y="3991138"/>
                </a:lnTo>
                <a:lnTo>
                  <a:pt x="8314855" y="3991138"/>
                </a:lnTo>
                <a:lnTo>
                  <a:pt x="8332567" y="3977362"/>
                </a:lnTo>
                <a:lnTo>
                  <a:pt x="8348312" y="3973426"/>
                </a:lnTo>
                <a:lnTo>
                  <a:pt x="8356184" y="3965554"/>
                </a:lnTo>
                <a:lnTo>
                  <a:pt x="8387672" y="3961618"/>
                </a:lnTo>
                <a:lnTo>
                  <a:pt x="8393576" y="3957682"/>
                </a:lnTo>
                <a:lnTo>
                  <a:pt x="8421128" y="3938001"/>
                </a:lnTo>
                <a:lnTo>
                  <a:pt x="8429000" y="3932097"/>
                </a:lnTo>
                <a:lnTo>
                  <a:pt x="8446712" y="3910449"/>
                </a:lnTo>
                <a:lnTo>
                  <a:pt x="8436872" y="3906513"/>
                </a:lnTo>
                <a:lnTo>
                  <a:pt x="8440808" y="3888801"/>
                </a:lnTo>
                <a:lnTo>
                  <a:pt x="8446712" y="3873057"/>
                </a:lnTo>
                <a:lnTo>
                  <a:pt x="8458520" y="3861249"/>
                </a:lnTo>
                <a:lnTo>
                  <a:pt x="8474265" y="3876993"/>
                </a:lnTo>
                <a:lnTo>
                  <a:pt x="8490009" y="3876993"/>
                </a:lnTo>
                <a:lnTo>
                  <a:pt x="8482137" y="3867153"/>
                </a:lnTo>
                <a:lnTo>
                  <a:pt x="8486073" y="3861249"/>
                </a:lnTo>
                <a:lnTo>
                  <a:pt x="8491977" y="3861249"/>
                </a:lnTo>
                <a:lnTo>
                  <a:pt x="8503785" y="3861249"/>
                </a:lnTo>
                <a:lnTo>
                  <a:pt x="8507721" y="3827792"/>
                </a:lnTo>
                <a:lnTo>
                  <a:pt x="8527401" y="3827792"/>
                </a:lnTo>
                <a:lnTo>
                  <a:pt x="8527401" y="3812048"/>
                </a:lnTo>
                <a:lnTo>
                  <a:pt x="8543145" y="3800240"/>
                </a:lnTo>
                <a:lnTo>
                  <a:pt x="8552985" y="3804176"/>
                </a:lnTo>
                <a:lnTo>
                  <a:pt x="8564793" y="3788432"/>
                </a:lnTo>
                <a:lnTo>
                  <a:pt x="8572665" y="3788432"/>
                </a:lnTo>
                <a:lnTo>
                  <a:pt x="8584474" y="3784496"/>
                </a:lnTo>
                <a:lnTo>
                  <a:pt x="8594314" y="3780560"/>
                </a:lnTo>
                <a:lnTo>
                  <a:pt x="8613994" y="3823856"/>
                </a:lnTo>
                <a:lnTo>
                  <a:pt x="8625802" y="3815984"/>
                </a:lnTo>
                <a:lnTo>
                  <a:pt x="8633674" y="3815984"/>
                </a:lnTo>
                <a:lnTo>
                  <a:pt x="8633674" y="3823856"/>
                </a:lnTo>
                <a:lnTo>
                  <a:pt x="8641546" y="3823856"/>
                </a:lnTo>
                <a:lnTo>
                  <a:pt x="8651386" y="3823856"/>
                </a:lnTo>
                <a:lnTo>
                  <a:pt x="8659258" y="3835665"/>
                </a:lnTo>
                <a:lnTo>
                  <a:pt x="8663194" y="3827792"/>
                </a:lnTo>
                <a:lnTo>
                  <a:pt x="8663194" y="3815984"/>
                </a:lnTo>
                <a:lnTo>
                  <a:pt x="8649418" y="3800240"/>
                </a:lnTo>
                <a:lnTo>
                  <a:pt x="8659258" y="3774656"/>
                </a:lnTo>
                <a:lnTo>
                  <a:pt x="8667130" y="3766784"/>
                </a:lnTo>
                <a:lnTo>
                  <a:pt x="8667130" y="3758912"/>
                </a:lnTo>
                <a:lnTo>
                  <a:pt x="8682874" y="3739232"/>
                </a:lnTo>
                <a:lnTo>
                  <a:pt x="8698619" y="3739232"/>
                </a:lnTo>
                <a:lnTo>
                  <a:pt x="8736011" y="3739232"/>
                </a:lnTo>
                <a:lnTo>
                  <a:pt x="8739947" y="3729392"/>
                </a:lnTo>
                <a:lnTo>
                  <a:pt x="8716331" y="3717583"/>
                </a:lnTo>
                <a:lnTo>
                  <a:pt x="8716331" y="3709711"/>
                </a:lnTo>
                <a:lnTo>
                  <a:pt x="8743883" y="3713647"/>
                </a:lnTo>
                <a:lnTo>
                  <a:pt x="8757659" y="3721520"/>
                </a:lnTo>
                <a:lnTo>
                  <a:pt x="8789147" y="3725456"/>
                </a:lnTo>
                <a:lnTo>
                  <a:pt x="8804891" y="3731360"/>
                </a:lnTo>
                <a:lnTo>
                  <a:pt x="8830476" y="3731360"/>
                </a:lnTo>
                <a:lnTo>
                  <a:pt x="8838348" y="3735296"/>
                </a:lnTo>
                <a:lnTo>
                  <a:pt x="8850156" y="3731360"/>
                </a:lnTo>
                <a:lnTo>
                  <a:pt x="8856060" y="3735296"/>
                </a:lnTo>
                <a:lnTo>
                  <a:pt x="8856060" y="3747104"/>
                </a:lnTo>
                <a:lnTo>
                  <a:pt x="8854092" y="3762848"/>
                </a:lnTo>
                <a:lnTo>
                  <a:pt x="8850156" y="3766784"/>
                </a:lnTo>
                <a:lnTo>
                  <a:pt x="8830476" y="3774656"/>
                </a:lnTo>
                <a:lnTo>
                  <a:pt x="8830476" y="3800240"/>
                </a:lnTo>
                <a:lnTo>
                  <a:pt x="8822604" y="3804176"/>
                </a:lnTo>
                <a:lnTo>
                  <a:pt x="8818668" y="3819920"/>
                </a:lnTo>
                <a:lnTo>
                  <a:pt x="8830476" y="3823856"/>
                </a:lnTo>
                <a:lnTo>
                  <a:pt x="8842284" y="3831729"/>
                </a:lnTo>
                <a:lnTo>
                  <a:pt x="8850156" y="3837633"/>
                </a:lnTo>
                <a:lnTo>
                  <a:pt x="8865900" y="3837633"/>
                </a:lnTo>
                <a:lnTo>
                  <a:pt x="8867868" y="3845505"/>
                </a:lnTo>
                <a:lnTo>
                  <a:pt x="8891484" y="3865185"/>
                </a:lnTo>
                <a:lnTo>
                  <a:pt x="8913132" y="3873057"/>
                </a:lnTo>
                <a:lnTo>
                  <a:pt x="8921004" y="3878961"/>
                </a:lnTo>
                <a:lnTo>
                  <a:pt x="8936749" y="3888801"/>
                </a:lnTo>
                <a:lnTo>
                  <a:pt x="8964301" y="3894705"/>
                </a:lnTo>
                <a:lnTo>
                  <a:pt x="8978077" y="3878961"/>
                </a:lnTo>
                <a:lnTo>
                  <a:pt x="8985949" y="3835665"/>
                </a:lnTo>
                <a:lnTo>
                  <a:pt x="8993821" y="3804176"/>
                </a:lnTo>
                <a:lnTo>
                  <a:pt x="8997757" y="3792368"/>
                </a:lnTo>
                <a:lnTo>
                  <a:pt x="8989885" y="3780560"/>
                </a:lnTo>
                <a:lnTo>
                  <a:pt x="8989885" y="3766784"/>
                </a:lnTo>
                <a:lnTo>
                  <a:pt x="8997757" y="3758912"/>
                </a:lnTo>
                <a:lnTo>
                  <a:pt x="9001693" y="3754976"/>
                </a:lnTo>
                <a:lnTo>
                  <a:pt x="8989885" y="3743168"/>
                </a:lnTo>
                <a:lnTo>
                  <a:pt x="8997757" y="3731360"/>
                </a:lnTo>
                <a:lnTo>
                  <a:pt x="9005629" y="3725456"/>
                </a:lnTo>
                <a:lnTo>
                  <a:pt x="9009565" y="3713647"/>
                </a:lnTo>
                <a:lnTo>
                  <a:pt x="9013501" y="3693967"/>
                </a:lnTo>
                <a:close/>
                <a:moveTo>
                  <a:pt x="9312640" y="3686095"/>
                </a:moveTo>
                <a:lnTo>
                  <a:pt x="9314608" y="3695935"/>
                </a:lnTo>
                <a:lnTo>
                  <a:pt x="9308704" y="3699871"/>
                </a:lnTo>
                <a:lnTo>
                  <a:pt x="9300832" y="3695935"/>
                </a:lnTo>
                <a:lnTo>
                  <a:pt x="9300832" y="3691999"/>
                </a:lnTo>
                <a:close/>
                <a:moveTo>
                  <a:pt x="3087812" y="3686094"/>
                </a:moveTo>
                <a:lnTo>
                  <a:pt x="3058291" y="3693966"/>
                </a:lnTo>
                <a:lnTo>
                  <a:pt x="3042547" y="3721518"/>
                </a:lnTo>
                <a:lnTo>
                  <a:pt x="2989411" y="3727422"/>
                </a:lnTo>
                <a:lnTo>
                  <a:pt x="2969749" y="3723209"/>
                </a:lnTo>
                <a:lnTo>
                  <a:pt x="2990665" y="3729185"/>
                </a:lnTo>
                <a:lnTo>
                  <a:pt x="2989432" y="3727424"/>
                </a:lnTo>
                <a:lnTo>
                  <a:pt x="3042569" y="3721520"/>
                </a:lnTo>
                <a:lnTo>
                  <a:pt x="3058314" y="3693967"/>
                </a:lnTo>
                <a:lnTo>
                  <a:pt x="3087820" y="3686099"/>
                </a:lnTo>
                <a:close/>
                <a:moveTo>
                  <a:pt x="9550770" y="3678222"/>
                </a:moveTo>
                <a:lnTo>
                  <a:pt x="9562578" y="3678222"/>
                </a:lnTo>
                <a:lnTo>
                  <a:pt x="9574386" y="3682158"/>
                </a:lnTo>
                <a:lnTo>
                  <a:pt x="9574386" y="3695934"/>
                </a:lnTo>
                <a:lnTo>
                  <a:pt x="9566514" y="3699870"/>
                </a:lnTo>
                <a:lnTo>
                  <a:pt x="9550770" y="3688062"/>
                </a:lnTo>
                <a:close/>
                <a:moveTo>
                  <a:pt x="2893517" y="3677723"/>
                </a:moveTo>
                <a:lnTo>
                  <a:pt x="2902821" y="3688062"/>
                </a:lnTo>
                <a:lnTo>
                  <a:pt x="2955959" y="3684126"/>
                </a:lnTo>
                <a:lnTo>
                  <a:pt x="2959895" y="3688062"/>
                </a:lnTo>
                <a:lnTo>
                  <a:pt x="2960093" y="3689750"/>
                </a:lnTo>
                <a:lnTo>
                  <a:pt x="2959890" y="3686094"/>
                </a:lnTo>
                <a:lnTo>
                  <a:pt x="2955954" y="3682158"/>
                </a:lnTo>
                <a:lnTo>
                  <a:pt x="2902818" y="3686094"/>
                </a:lnTo>
                <a:close/>
                <a:moveTo>
                  <a:pt x="5935514" y="3672316"/>
                </a:moveTo>
                <a:lnTo>
                  <a:pt x="5935522" y="3672319"/>
                </a:lnTo>
                <a:lnTo>
                  <a:pt x="5945362" y="3699872"/>
                </a:lnTo>
                <a:lnTo>
                  <a:pt x="5949298" y="3733328"/>
                </a:lnTo>
                <a:lnTo>
                  <a:pt x="5945362" y="3770720"/>
                </a:lnTo>
                <a:lnTo>
                  <a:pt x="5945373" y="3770734"/>
                </a:lnTo>
                <a:lnTo>
                  <a:pt x="5945363" y="3770720"/>
                </a:lnTo>
                <a:lnTo>
                  <a:pt x="5949299" y="3733328"/>
                </a:lnTo>
                <a:lnTo>
                  <a:pt x="5986691" y="3737264"/>
                </a:lnTo>
                <a:lnTo>
                  <a:pt x="6006371" y="3741200"/>
                </a:lnTo>
                <a:lnTo>
                  <a:pt x="6007305" y="3740992"/>
                </a:lnTo>
                <a:lnTo>
                  <a:pt x="5988659" y="3737263"/>
                </a:lnTo>
                <a:lnTo>
                  <a:pt x="5951267" y="3733327"/>
                </a:lnTo>
                <a:lnTo>
                  <a:pt x="5947331" y="3699871"/>
                </a:lnTo>
                <a:lnTo>
                  <a:pt x="5935523" y="3672319"/>
                </a:lnTo>
                <a:close/>
                <a:moveTo>
                  <a:pt x="9253599" y="3664446"/>
                </a:moveTo>
                <a:lnTo>
                  <a:pt x="9263439" y="3676254"/>
                </a:lnTo>
                <a:lnTo>
                  <a:pt x="9263439" y="3682158"/>
                </a:lnTo>
                <a:lnTo>
                  <a:pt x="9253599" y="3682158"/>
                </a:lnTo>
                <a:lnTo>
                  <a:pt x="9253599" y="3676254"/>
                </a:lnTo>
                <a:lnTo>
                  <a:pt x="9251631" y="3668382"/>
                </a:lnTo>
                <a:close/>
                <a:moveTo>
                  <a:pt x="5786480" y="3657098"/>
                </a:moveTo>
                <a:lnTo>
                  <a:pt x="5778081" y="3664447"/>
                </a:lnTo>
                <a:lnTo>
                  <a:pt x="5766273" y="3729392"/>
                </a:lnTo>
                <a:lnTo>
                  <a:pt x="5782017" y="3749072"/>
                </a:lnTo>
                <a:lnTo>
                  <a:pt x="5793825" y="3749072"/>
                </a:lnTo>
                <a:lnTo>
                  <a:pt x="5801697" y="3737264"/>
                </a:lnTo>
                <a:lnTo>
                  <a:pt x="5813505" y="3745136"/>
                </a:lnTo>
                <a:lnTo>
                  <a:pt x="5813505" y="3743168"/>
                </a:lnTo>
                <a:lnTo>
                  <a:pt x="5801697" y="3735296"/>
                </a:lnTo>
                <a:lnTo>
                  <a:pt x="5793825" y="3747104"/>
                </a:lnTo>
                <a:lnTo>
                  <a:pt x="5783985" y="3747104"/>
                </a:lnTo>
                <a:lnTo>
                  <a:pt x="5768241" y="3727424"/>
                </a:lnTo>
                <a:lnTo>
                  <a:pt x="5780049" y="3664447"/>
                </a:lnTo>
                <a:close/>
                <a:moveTo>
                  <a:pt x="8352247" y="3652638"/>
                </a:moveTo>
                <a:lnTo>
                  <a:pt x="8379799" y="3660510"/>
                </a:lnTo>
                <a:lnTo>
                  <a:pt x="8401447" y="3678222"/>
                </a:lnTo>
                <a:lnTo>
                  <a:pt x="8393575" y="3682158"/>
                </a:lnTo>
                <a:lnTo>
                  <a:pt x="8367991" y="3674286"/>
                </a:lnTo>
                <a:lnTo>
                  <a:pt x="8348311" y="3660510"/>
                </a:lnTo>
                <a:close/>
                <a:moveTo>
                  <a:pt x="9501570" y="3650670"/>
                </a:moveTo>
                <a:lnTo>
                  <a:pt x="9517314" y="3650670"/>
                </a:lnTo>
                <a:lnTo>
                  <a:pt x="9529122" y="3658542"/>
                </a:lnTo>
                <a:lnTo>
                  <a:pt x="9517314" y="3664446"/>
                </a:lnTo>
                <a:lnTo>
                  <a:pt x="9501570" y="3654606"/>
                </a:lnTo>
                <a:close/>
                <a:moveTo>
                  <a:pt x="9529122" y="3625086"/>
                </a:moveTo>
                <a:lnTo>
                  <a:pt x="9540930" y="3629022"/>
                </a:lnTo>
                <a:lnTo>
                  <a:pt x="9560610" y="3656574"/>
                </a:lnTo>
                <a:lnTo>
                  <a:pt x="9556674" y="3664446"/>
                </a:lnTo>
                <a:lnTo>
                  <a:pt x="9548802" y="3660510"/>
                </a:lnTo>
                <a:lnTo>
                  <a:pt x="9529122" y="3640830"/>
                </a:lnTo>
                <a:lnTo>
                  <a:pt x="9525186" y="3632958"/>
                </a:lnTo>
                <a:close/>
                <a:moveTo>
                  <a:pt x="8574634" y="3625086"/>
                </a:moveTo>
                <a:lnTo>
                  <a:pt x="8578570" y="3632958"/>
                </a:lnTo>
                <a:lnTo>
                  <a:pt x="8570698" y="3640830"/>
                </a:lnTo>
                <a:lnTo>
                  <a:pt x="8545114" y="3652638"/>
                </a:lnTo>
                <a:lnTo>
                  <a:pt x="8531338" y="3656574"/>
                </a:lnTo>
                <a:lnTo>
                  <a:pt x="8519529" y="3670350"/>
                </a:lnTo>
                <a:lnTo>
                  <a:pt x="8493945" y="3678222"/>
                </a:lnTo>
                <a:lnTo>
                  <a:pt x="8482137" y="3678222"/>
                </a:lnTo>
                <a:lnTo>
                  <a:pt x="8478201" y="3670350"/>
                </a:lnTo>
                <a:lnTo>
                  <a:pt x="8493945" y="3656574"/>
                </a:lnTo>
                <a:lnTo>
                  <a:pt x="8503785" y="3652638"/>
                </a:lnTo>
                <a:lnTo>
                  <a:pt x="8527401" y="3632958"/>
                </a:lnTo>
                <a:close/>
                <a:moveTo>
                  <a:pt x="8393576" y="3625086"/>
                </a:moveTo>
                <a:lnTo>
                  <a:pt x="8434905" y="3629022"/>
                </a:lnTo>
                <a:lnTo>
                  <a:pt x="8438841" y="3636894"/>
                </a:lnTo>
                <a:lnTo>
                  <a:pt x="8430969" y="3640830"/>
                </a:lnTo>
                <a:lnTo>
                  <a:pt x="8373896" y="3640830"/>
                </a:lnTo>
                <a:lnTo>
                  <a:pt x="8366024" y="3636894"/>
                </a:lnTo>
                <a:close/>
                <a:moveTo>
                  <a:pt x="8271559" y="3623118"/>
                </a:moveTo>
                <a:lnTo>
                  <a:pt x="8283367" y="3634926"/>
                </a:lnTo>
                <a:lnTo>
                  <a:pt x="8303047" y="3630990"/>
                </a:lnTo>
                <a:lnTo>
                  <a:pt x="8314856" y="3630990"/>
                </a:lnTo>
                <a:lnTo>
                  <a:pt x="8318792" y="3627054"/>
                </a:lnTo>
                <a:lnTo>
                  <a:pt x="8352248" y="3623118"/>
                </a:lnTo>
                <a:lnTo>
                  <a:pt x="8356184" y="3634926"/>
                </a:lnTo>
                <a:lnTo>
                  <a:pt x="8348312" y="3642798"/>
                </a:lnTo>
                <a:lnTo>
                  <a:pt x="8295175" y="3650670"/>
                </a:lnTo>
                <a:lnTo>
                  <a:pt x="8267623" y="3642798"/>
                </a:lnTo>
                <a:lnTo>
                  <a:pt x="8259751" y="3634926"/>
                </a:lnTo>
                <a:close/>
                <a:moveTo>
                  <a:pt x="8523465" y="3619182"/>
                </a:moveTo>
                <a:lnTo>
                  <a:pt x="8523465" y="3627054"/>
                </a:lnTo>
                <a:lnTo>
                  <a:pt x="8507721" y="3632958"/>
                </a:lnTo>
                <a:lnTo>
                  <a:pt x="8491977" y="3632958"/>
                </a:lnTo>
                <a:lnTo>
                  <a:pt x="8491977" y="3629022"/>
                </a:lnTo>
                <a:lnTo>
                  <a:pt x="8507721" y="3623118"/>
                </a:lnTo>
                <a:close/>
                <a:moveTo>
                  <a:pt x="8484104" y="3619182"/>
                </a:moveTo>
                <a:lnTo>
                  <a:pt x="8484104" y="3627054"/>
                </a:lnTo>
                <a:lnTo>
                  <a:pt x="8470328" y="3632958"/>
                </a:lnTo>
                <a:lnTo>
                  <a:pt x="8466392" y="3629022"/>
                </a:lnTo>
                <a:lnTo>
                  <a:pt x="8474264" y="3623118"/>
                </a:lnTo>
                <a:close/>
                <a:moveTo>
                  <a:pt x="8458520" y="3619182"/>
                </a:moveTo>
                <a:lnTo>
                  <a:pt x="8466392" y="3623118"/>
                </a:lnTo>
                <a:lnTo>
                  <a:pt x="8450648" y="3632958"/>
                </a:lnTo>
                <a:lnTo>
                  <a:pt x="8442776" y="3632958"/>
                </a:lnTo>
                <a:close/>
                <a:moveTo>
                  <a:pt x="8222358" y="3619182"/>
                </a:moveTo>
                <a:lnTo>
                  <a:pt x="8245974" y="3619182"/>
                </a:lnTo>
                <a:lnTo>
                  <a:pt x="8249910" y="3634926"/>
                </a:lnTo>
                <a:lnTo>
                  <a:pt x="8238102" y="3636894"/>
                </a:lnTo>
                <a:lnTo>
                  <a:pt x="8222358" y="3634926"/>
                </a:lnTo>
                <a:close/>
                <a:moveTo>
                  <a:pt x="8653354" y="3611310"/>
                </a:moveTo>
                <a:lnTo>
                  <a:pt x="8663194" y="3611310"/>
                </a:lnTo>
                <a:lnTo>
                  <a:pt x="8663194" y="3619182"/>
                </a:lnTo>
                <a:lnTo>
                  <a:pt x="8657290" y="3623118"/>
                </a:lnTo>
                <a:lnTo>
                  <a:pt x="8653354" y="3615246"/>
                </a:lnTo>
                <a:close/>
                <a:moveTo>
                  <a:pt x="8564793" y="3603438"/>
                </a:moveTo>
                <a:lnTo>
                  <a:pt x="8568729" y="3607374"/>
                </a:lnTo>
                <a:lnTo>
                  <a:pt x="8564793" y="3615246"/>
                </a:lnTo>
                <a:lnTo>
                  <a:pt x="8545113" y="3619182"/>
                </a:lnTo>
                <a:lnTo>
                  <a:pt x="8545113" y="3611310"/>
                </a:lnTo>
                <a:close/>
                <a:moveTo>
                  <a:pt x="5528142" y="3603135"/>
                </a:moveTo>
                <a:lnTo>
                  <a:pt x="5524206" y="3603438"/>
                </a:lnTo>
                <a:lnTo>
                  <a:pt x="5524206" y="3625251"/>
                </a:lnTo>
                <a:lnTo>
                  <a:pt x="5526174" y="3625087"/>
                </a:lnTo>
                <a:lnTo>
                  <a:pt x="5526174" y="3603438"/>
                </a:lnTo>
                <a:close/>
                <a:moveTo>
                  <a:pt x="9472049" y="3595566"/>
                </a:moveTo>
                <a:lnTo>
                  <a:pt x="9495665" y="3611310"/>
                </a:lnTo>
                <a:lnTo>
                  <a:pt x="9511409" y="3625086"/>
                </a:lnTo>
                <a:lnTo>
                  <a:pt x="9501569" y="3625086"/>
                </a:lnTo>
                <a:lnTo>
                  <a:pt x="9464177" y="3611310"/>
                </a:lnTo>
                <a:lnTo>
                  <a:pt x="9462209" y="3599502"/>
                </a:lnTo>
                <a:close/>
                <a:moveTo>
                  <a:pt x="8893452" y="3595566"/>
                </a:moveTo>
                <a:lnTo>
                  <a:pt x="8905260" y="3595566"/>
                </a:lnTo>
                <a:lnTo>
                  <a:pt x="8913132" y="3607374"/>
                </a:lnTo>
                <a:lnTo>
                  <a:pt x="8913132" y="3621150"/>
                </a:lnTo>
                <a:lnTo>
                  <a:pt x="8883612" y="3625086"/>
                </a:lnTo>
                <a:lnTo>
                  <a:pt x="8879676" y="3619182"/>
                </a:lnTo>
                <a:close/>
                <a:moveTo>
                  <a:pt x="8708458" y="3595566"/>
                </a:moveTo>
                <a:lnTo>
                  <a:pt x="8708458" y="3603438"/>
                </a:lnTo>
                <a:lnTo>
                  <a:pt x="8704522" y="3615246"/>
                </a:lnTo>
                <a:lnTo>
                  <a:pt x="8694682" y="3619182"/>
                </a:lnTo>
                <a:lnTo>
                  <a:pt x="8694682" y="3611310"/>
                </a:lnTo>
                <a:close/>
                <a:moveTo>
                  <a:pt x="8214486" y="3587694"/>
                </a:moveTo>
                <a:lnTo>
                  <a:pt x="8210550" y="3595566"/>
                </a:lnTo>
                <a:lnTo>
                  <a:pt x="8173158" y="3595566"/>
                </a:lnTo>
                <a:lnTo>
                  <a:pt x="8173158" y="3591630"/>
                </a:lnTo>
                <a:close/>
                <a:moveTo>
                  <a:pt x="9411041" y="3573918"/>
                </a:moveTo>
                <a:lnTo>
                  <a:pt x="9426785" y="3577854"/>
                </a:lnTo>
                <a:lnTo>
                  <a:pt x="9434657" y="3589662"/>
                </a:lnTo>
                <a:lnTo>
                  <a:pt x="9426785" y="3595566"/>
                </a:lnTo>
                <a:lnTo>
                  <a:pt x="9409073" y="3581790"/>
                </a:lnTo>
                <a:close/>
                <a:moveTo>
                  <a:pt x="8785211" y="3566045"/>
                </a:moveTo>
                <a:lnTo>
                  <a:pt x="8793083" y="3573917"/>
                </a:lnTo>
                <a:lnTo>
                  <a:pt x="8781275" y="3579821"/>
                </a:lnTo>
                <a:lnTo>
                  <a:pt x="8777339" y="3569981"/>
                </a:lnTo>
                <a:close/>
                <a:moveTo>
                  <a:pt x="7990132" y="3558173"/>
                </a:moveTo>
                <a:lnTo>
                  <a:pt x="8013748" y="3569981"/>
                </a:lnTo>
                <a:lnTo>
                  <a:pt x="8019652" y="3566045"/>
                </a:lnTo>
                <a:lnTo>
                  <a:pt x="8047205" y="3566045"/>
                </a:lnTo>
                <a:lnTo>
                  <a:pt x="8053109" y="3581790"/>
                </a:lnTo>
                <a:lnTo>
                  <a:pt x="8106245" y="3589662"/>
                </a:lnTo>
                <a:lnTo>
                  <a:pt x="8110181" y="3581790"/>
                </a:lnTo>
                <a:lnTo>
                  <a:pt x="8114117" y="3573917"/>
                </a:lnTo>
                <a:lnTo>
                  <a:pt x="8159382" y="3589662"/>
                </a:lnTo>
                <a:lnTo>
                  <a:pt x="8161350" y="3603438"/>
                </a:lnTo>
                <a:lnTo>
                  <a:pt x="8192838" y="3611310"/>
                </a:lnTo>
                <a:lnTo>
                  <a:pt x="8206614" y="3611310"/>
                </a:lnTo>
                <a:lnTo>
                  <a:pt x="8210550" y="3619182"/>
                </a:lnTo>
                <a:lnTo>
                  <a:pt x="8214486" y="3632958"/>
                </a:lnTo>
                <a:lnTo>
                  <a:pt x="8192838" y="3632958"/>
                </a:lnTo>
                <a:lnTo>
                  <a:pt x="8161350" y="3623118"/>
                </a:lnTo>
                <a:lnTo>
                  <a:pt x="8110181" y="3623118"/>
                </a:lnTo>
                <a:lnTo>
                  <a:pt x="8084597" y="3611310"/>
                </a:lnTo>
                <a:lnTo>
                  <a:pt x="8047205" y="3611310"/>
                </a:lnTo>
                <a:lnTo>
                  <a:pt x="8035396" y="3607374"/>
                </a:lnTo>
                <a:lnTo>
                  <a:pt x="7990132" y="3599502"/>
                </a:lnTo>
                <a:lnTo>
                  <a:pt x="7976356" y="3581790"/>
                </a:lnTo>
                <a:close/>
                <a:moveTo>
                  <a:pt x="8789147" y="3546365"/>
                </a:moveTo>
                <a:lnTo>
                  <a:pt x="8797019" y="3546365"/>
                </a:lnTo>
                <a:lnTo>
                  <a:pt x="8800955" y="3564077"/>
                </a:lnTo>
                <a:lnTo>
                  <a:pt x="8789147" y="3554237"/>
                </a:lnTo>
                <a:close/>
                <a:moveTo>
                  <a:pt x="8737979" y="3546365"/>
                </a:moveTo>
                <a:lnTo>
                  <a:pt x="8747819" y="3546365"/>
                </a:lnTo>
                <a:lnTo>
                  <a:pt x="8751755" y="3554237"/>
                </a:lnTo>
                <a:lnTo>
                  <a:pt x="8737979" y="3558173"/>
                </a:lnTo>
                <a:lnTo>
                  <a:pt x="8730107" y="3552269"/>
                </a:lnTo>
                <a:close/>
                <a:moveTo>
                  <a:pt x="9363808" y="3542429"/>
                </a:moveTo>
                <a:lnTo>
                  <a:pt x="9387424" y="3566045"/>
                </a:lnTo>
                <a:lnTo>
                  <a:pt x="9391360" y="3569981"/>
                </a:lnTo>
                <a:lnTo>
                  <a:pt x="9391360" y="3585725"/>
                </a:lnTo>
                <a:lnTo>
                  <a:pt x="9375616" y="3573917"/>
                </a:lnTo>
                <a:lnTo>
                  <a:pt x="9367744" y="3562109"/>
                </a:lnTo>
                <a:lnTo>
                  <a:pt x="9359872" y="3550301"/>
                </a:lnTo>
                <a:close/>
                <a:moveTo>
                  <a:pt x="6527895" y="3526686"/>
                </a:moveTo>
                <a:lnTo>
                  <a:pt x="6533799" y="3530622"/>
                </a:lnTo>
                <a:lnTo>
                  <a:pt x="6531831" y="3538494"/>
                </a:lnTo>
                <a:lnTo>
                  <a:pt x="6523959" y="3530622"/>
                </a:lnTo>
                <a:close/>
                <a:moveTo>
                  <a:pt x="8448680" y="3526685"/>
                </a:moveTo>
                <a:lnTo>
                  <a:pt x="8452616" y="3532589"/>
                </a:lnTo>
                <a:lnTo>
                  <a:pt x="8446712" y="3536525"/>
                </a:lnTo>
                <a:lnTo>
                  <a:pt x="8446712" y="3540461"/>
                </a:lnTo>
                <a:lnTo>
                  <a:pt x="8438840" y="3540461"/>
                </a:lnTo>
                <a:lnTo>
                  <a:pt x="8442776" y="3528653"/>
                </a:lnTo>
                <a:close/>
                <a:moveTo>
                  <a:pt x="8462456" y="3514877"/>
                </a:moveTo>
                <a:lnTo>
                  <a:pt x="8466392" y="3520781"/>
                </a:lnTo>
                <a:lnTo>
                  <a:pt x="8462456" y="3540461"/>
                </a:lnTo>
                <a:lnTo>
                  <a:pt x="8454584" y="3552269"/>
                </a:lnTo>
                <a:lnTo>
                  <a:pt x="8446712" y="3552269"/>
                </a:lnTo>
                <a:lnTo>
                  <a:pt x="8454584" y="3544397"/>
                </a:lnTo>
                <a:lnTo>
                  <a:pt x="8462456" y="3528653"/>
                </a:lnTo>
                <a:lnTo>
                  <a:pt x="8454584" y="3520781"/>
                </a:lnTo>
                <a:close/>
                <a:moveTo>
                  <a:pt x="2959895" y="3514874"/>
                </a:moveTo>
                <a:lnTo>
                  <a:pt x="2959895" y="3514876"/>
                </a:lnTo>
                <a:lnTo>
                  <a:pt x="2959913" y="3514874"/>
                </a:lnTo>
                <a:close/>
                <a:moveTo>
                  <a:pt x="5421784" y="3508886"/>
                </a:moveTo>
                <a:lnTo>
                  <a:pt x="5417933" y="3522749"/>
                </a:lnTo>
                <a:lnTo>
                  <a:pt x="5392344" y="3535544"/>
                </a:lnTo>
                <a:lnTo>
                  <a:pt x="5417933" y="3524718"/>
                </a:lnTo>
                <a:close/>
                <a:moveTo>
                  <a:pt x="9287056" y="3503069"/>
                </a:moveTo>
                <a:lnTo>
                  <a:pt x="9292960" y="3512909"/>
                </a:lnTo>
                <a:lnTo>
                  <a:pt x="9290992" y="3520782"/>
                </a:lnTo>
                <a:lnTo>
                  <a:pt x="9292960" y="3548334"/>
                </a:lnTo>
                <a:lnTo>
                  <a:pt x="9287056" y="3544398"/>
                </a:lnTo>
                <a:lnTo>
                  <a:pt x="9233919" y="3564078"/>
                </a:lnTo>
                <a:lnTo>
                  <a:pt x="9206367" y="3566046"/>
                </a:lnTo>
                <a:lnTo>
                  <a:pt x="9182751" y="3552270"/>
                </a:lnTo>
                <a:lnTo>
                  <a:pt x="9178815" y="3540462"/>
                </a:lnTo>
                <a:lnTo>
                  <a:pt x="9184719" y="3540462"/>
                </a:lnTo>
                <a:lnTo>
                  <a:pt x="9196527" y="3540462"/>
                </a:lnTo>
                <a:lnTo>
                  <a:pt x="9220143" y="3548334"/>
                </a:lnTo>
                <a:lnTo>
                  <a:pt x="9245728" y="3548334"/>
                </a:lnTo>
                <a:lnTo>
                  <a:pt x="9275248" y="3524718"/>
                </a:lnTo>
                <a:lnTo>
                  <a:pt x="9279184" y="3508973"/>
                </a:lnTo>
                <a:close/>
                <a:moveTo>
                  <a:pt x="5809569" y="3503069"/>
                </a:moveTo>
                <a:lnTo>
                  <a:pt x="5809569" y="3520782"/>
                </a:lnTo>
                <a:lnTo>
                  <a:pt x="5805633" y="3540462"/>
                </a:lnTo>
                <a:lnTo>
                  <a:pt x="5805633" y="3544398"/>
                </a:lnTo>
                <a:lnTo>
                  <a:pt x="5809569" y="3577854"/>
                </a:lnTo>
                <a:lnTo>
                  <a:pt x="5831217" y="3611311"/>
                </a:lnTo>
                <a:lnTo>
                  <a:pt x="5838487" y="3633120"/>
                </a:lnTo>
                <a:lnTo>
                  <a:pt x="5838590" y="3633092"/>
                </a:lnTo>
                <a:lnTo>
                  <a:pt x="5833186" y="3613278"/>
                </a:lnTo>
                <a:lnTo>
                  <a:pt x="5809569" y="3577854"/>
                </a:lnTo>
                <a:lnTo>
                  <a:pt x="5805633" y="3544397"/>
                </a:lnTo>
                <a:lnTo>
                  <a:pt x="5805633" y="3540461"/>
                </a:lnTo>
                <a:lnTo>
                  <a:pt x="5809569" y="3520781"/>
                </a:lnTo>
                <a:lnTo>
                  <a:pt x="5809569" y="3503069"/>
                </a:lnTo>
                <a:close/>
                <a:moveTo>
                  <a:pt x="5301819" y="3493226"/>
                </a:moveTo>
                <a:lnTo>
                  <a:pt x="5301820" y="3493230"/>
                </a:lnTo>
                <a:lnTo>
                  <a:pt x="5324362" y="3515772"/>
                </a:lnTo>
                <a:lnTo>
                  <a:pt x="5325437" y="3514877"/>
                </a:lnTo>
                <a:lnTo>
                  <a:pt x="5301820" y="3493229"/>
                </a:lnTo>
                <a:close/>
                <a:moveTo>
                  <a:pt x="5797755" y="3491228"/>
                </a:moveTo>
                <a:lnTo>
                  <a:pt x="5797761" y="3491261"/>
                </a:lnTo>
                <a:lnTo>
                  <a:pt x="5797764" y="3491264"/>
                </a:lnTo>
                <a:lnTo>
                  <a:pt x="5797761" y="3491261"/>
                </a:lnTo>
                <a:close/>
                <a:moveTo>
                  <a:pt x="5370704" y="3489273"/>
                </a:moveTo>
                <a:lnTo>
                  <a:pt x="5370701" y="3489292"/>
                </a:lnTo>
                <a:lnTo>
                  <a:pt x="5370701" y="3489293"/>
                </a:lnTo>
                <a:close/>
                <a:moveTo>
                  <a:pt x="8271559" y="3479453"/>
                </a:moveTo>
                <a:lnTo>
                  <a:pt x="8271559" y="3497165"/>
                </a:lnTo>
                <a:lnTo>
                  <a:pt x="8263687" y="3497165"/>
                </a:lnTo>
                <a:lnTo>
                  <a:pt x="8263687" y="3487325"/>
                </a:lnTo>
                <a:close/>
                <a:moveTo>
                  <a:pt x="6026053" y="3475523"/>
                </a:moveTo>
                <a:lnTo>
                  <a:pt x="6029706" y="3486482"/>
                </a:lnTo>
                <a:lnTo>
                  <a:pt x="6029987" y="3485358"/>
                </a:lnTo>
                <a:close/>
                <a:moveTo>
                  <a:pt x="8560857" y="3473549"/>
                </a:moveTo>
                <a:lnTo>
                  <a:pt x="8578569" y="3473549"/>
                </a:lnTo>
                <a:lnTo>
                  <a:pt x="8582505" y="3483389"/>
                </a:lnTo>
                <a:lnTo>
                  <a:pt x="8578569" y="3491261"/>
                </a:lnTo>
                <a:lnTo>
                  <a:pt x="8564793" y="3491261"/>
                </a:lnTo>
                <a:lnTo>
                  <a:pt x="8556921" y="3483389"/>
                </a:lnTo>
                <a:close/>
                <a:moveTo>
                  <a:pt x="2940210" y="3471578"/>
                </a:moveTo>
                <a:lnTo>
                  <a:pt x="2883140" y="3475514"/>
                </a:lnTo>
                <a:lnTo>
                  <a:pt x="2883141" y="3475516"/>
                </a:lnTo>
                <a:lnTo>
                  <a:pt x="2940213" y="3471580"/>
                </a:lnTo>
                <a:close/>
                <a:moveTo>
                  <a:pt x="8659259" y="3469613"/>
                </a:moveTo>
                <a:lnTo>
                  <a:pt x="8671067" y="3475517"/>
                </a:lnTo>
                <a:lnTo>
                  <a:pt x="8686811" y="3479453"/>
                </a:lnTo>
                <a:lnTo>
                  <a:pt x="8694683" y="3487325"/>
                </a:lnTo>
                <a:lnTo>
                  <a:pt x="8694683" y="3499133"/>
                </a:lnTo>
                <a:lnTo>
                  <a:pt x="8686811" y="3503069"/>
                </a:lnTo>
                <a:lnTo>
                  <a:pt x="8663195" y="3487325"/>
                </a:lnTo>
                <a:lnTo>
                  <a:pt x="8641546" y="3483389"/>
                </a:lnTo>
                <a:lnTo>
                  <a:pt x="8621866" y="3483389"/>
                </a:lnTo>
                <a:lnTo>
                  <a:pt x="8610058" y="3491261"/>
                </a:lnTo>
                <a:lnTo>
                  <a:pt x="8606122" y="3479453"/>
                </a:lnTo>
                <a:lnTo>
                  <a:pt x="8629738" y="3473549"/>
                </a:lnTo>
                <a:close/>
                <a:moveTo>
                  <a:pt x="5817440" y="3469613"/>
                </a:moveTo>
                <a:lnTo>
                  <a:pt x="5817439" y="3469614"/>
                </a:lnTo>
                <a:lnTo>
                  <a:pt x="5817441" y="3469613"/>
                </a:lnTo>
                <a:close/>
                <a:moveTo>
                  <a:pt x="8976109" y="3463709"/>
                </a:moveTo>
                <a:lnTo>
                  <a:pt x="9001693" y="3475517"/>
                </a:lnTo>
                <a:lnTo>
                  <a:pt x="9046958" y="3489293"/>
                </a:lnTo>
                <a:lnTo>
                  <a:pt x="9062702" y="3493230"/>
                </a:lnTo>
                <a:lnTo>
                  <a:pt x="9088286" y="3512910"/>
                </a:lnTo>
                <a:lnTo>
                  <a:pt x="9107966" y="3522750"/>
                </a:lnTo>
                <a:lnTo>
                  <a:pt x="9111903" y="3546366"/>
                </a:lnTo>
                <a:lnTo>
                  <a:pt x="9157167" y="3566046"/>
                </a:lnTo>
                <a:lnTo>
                  <a:pt x="9163071" y="3569982"/>
                </a:lnTo>
                <a:lnTo>
                  <a:pt x="9163071" y="3579822"/>
                </a:lnTo>
                <a:lnTo>
                  <a:pt x="9145359" y="3583758"/>
                </a:lnTo>
                <a:lnTo>
                  <a:pt x="9145359" y="3591630"/>
                </a:lnTo>
                <a:lnTo>
                  <a:pt x="9161103" y="3611311"/>
                </a:lnTo>
                <a:lnTo>
                  <a:pt x="9174879" y="3615247"/>
                </a:lnTo>
                <a:lnTo>
                  <a:pt x="9174879" y="3629023"/>
                </a:lnTo>
                <a:lnTo>
                  <a:pt x="9190623" y="3648703"/>
                </a:lnTo>
                <a:lnTo>
                  <a:pt x="9208336" y="3656575"/>
                </a:lnTo>
                <a:lnTo>
                  <a:pt x="9245728" y="3676255"/>
                </a:lnTo>
                <a:lnTo>
                  <a:pt x="9251632" y="3690031"/>
                </a:lnTo>
                <a:lnTo>
                  <a:pt x="9243760" y="3690031"/>
                </a:lnTo>
                <a:lnTo>
                  <a:pt x="9216208" y="3684127"/>
                </a:lnTo>
                <a:lnTo>
                  <a:pt x="9194559" y="3676255"/>
                </a:lnTo>
                <a:lnTo>
                  <a:pt x="9167007" y="3676255"/>
                </a:lnTo>
                <a:lnTo>
                  <a:pt x="9153231" y="3668383"/>
                </a:lnTo>
                <a:lnTo>
                  <a:pt x="9145359" y="3648703"/>
                </a:lnTo>
                <a:lnTo>
                  <a:pt x="9129615" y="3640831"/>
                </a:lnTo>
                <a:lnTo>
                  <a:pt x="9121743" y="3623119"/>
                </a:lnTo>
                <a:lnTo>
                  <a:pt x="9107966" y="3619183"/>
                </a:lnTo>
                <a:lnTo>
                  <a:pt x="9076478" y="3607375"/>
                </a:lnTo>
                <a:lnTo>
                  <a:pt x="9058766" y="3607375"/>
                </a:lnTo>
                <a:lnTo>
                  <a:pt x="9062702" y="3623119"/>
                </a:lnTo>
                <a:lnTo>
                  <a:pt x="9035150" y="3623119"/>
                </a:lnTo>
                <a:lnTo>
                  <a:pt x="9031214" y="3629023"/>
                </a:lnTo>
                <a:lnTo>
                  <a:pt x="9046958" y="3640831"/>
                </a:lnTo>
                <a:lnTo>
                  <a:pt x="9035150" y="3652639"/>
                </a:lnTo>
                <a:lnTo>
                  <a:pt x="8982013" y="3652639"/>
                </a:lnTo>
                <a:lnTo>
                  <a:pt x="8980045" y="3591630"/>
                </a:lnTo>
                <a:lnTo>
                  <a:pt x="8972173" y="3579822"/>
                </a:lnTo>
                <a:lnTo>
                  <a:pt x="8968237" y="3569982"/>
                </a:lnTo>
                <a:lnTo>
                  <a:pt x="8980045" y="3558174"/>
                </a:lnTo>
                <a:close/>
                <a:moveTo>
                  <a:pt x="8029492" y="3459773"/>
                </a:moveTo>
                <a:lnTo>
                  <a:pt x="8041300" y="3463709"/>
                </a:lnTo>
                <a:lnTo>
                  <a:pt x="8047204" y="3471581"/>
                </a:lnTo>
                <a:lnTo>
                  <a:pt x="8047204" y="3479453"/>
                </a:lnTo>
                <a:lnTo>
                  <a:pt x="8029492" y="3487325"/>
                </a:lnTo>
                <a:lnTo>
                  <a:pt x="8025556" y="3475517"/>
                </a:lnTo>
                <a:close/>
                <a:moveTo>
                  <a:pt x="5317564" y="3455837"/>
                </a:moveTo>
                <a:lnTo>
                  <a:pt x="5313628" y="3467646"/>
                </a:lnTo>
                <a:lnTo>
                  <a:pt x="5313627" y="3467647"/>
                </a:lnTo>
                <a:lnTo>
                  <a:pt x="5313628" y="3467645"/>
                </a:lnTo>
                <a:close/>
                <a:moveTo>
                  <a:pt x="9228015" y="3455836"/>
                </a:moveTo>
                <a:lnTo>
                  <a:pt x="9239823" y="3455836"/>
                </a:lnTo>
                <a:lnTo>
                  <a:pt x="9249663" y="3459772"/>
                </a:lnTo>
                <a:lnTo>
                  <a:pt x="9265407" y="3463708"/>
                </a:lnTo>
                <a:lnTo>
                  <a:pt x="9285088" y="3475517"/>
                </a:lnTo>
                <a:lnTo>
                  <a:pt x="9300832" y="3491261"/>
                </a:lnTo>
                <a:lnTo>
                  <a:pt x="9310672" y="3497165"/>
                </a:lnTo>
                <a:lnTo>
                  <a:pt x="9314608" y="3518813"/>
                </a:lnTo>
                <a:lnTo>
                  <a:pt x="9308704" y="3520781"/>
                </a:lnTo>
                <a:lnTo>
                  <a:pt x="9290992" y="3495197"/>
                </a:lnTo>
                <a:lnTo>
                  <a:pt x="9285088" y="3491261"/>
                </a:lnTo>
                <a:lnTo>
                  <a:pt x="9273280" y="3475517"/>
                </a:lnTo>
                <a:lnTo>
                  <a:pt x="9249663" y="3471580"/>
                </a:lnTo>
                <a:lnTo>
                  <a:pt x="9228015" y="3463708"/>
                </a:lnTo>
                <a:close/>
                <a:moveTo>
                  <a:pt x="8511657" y="3434188"/>
                </a:moveTo>
                <a:lnTo>
                  <a:pt x="8519529" y="3438124"/>
                </a:lnTo>
                <a:lnTo>
                  <a:pt x="8525433" y="3442060"/>
                </a:lnTo>
                <a:lnTo>
                  <a:pt x="8545113" y="3442060"/>
                </a:lnTo>
                <a:lnTo>
                  <a:pt x="8545113" y="3445996"/>
                </a:lnTo>
                <a:lnTo>
                  <a:pt x="8507721" y="3449932"/>
                </a:lnTo>
                <a:lnTo>
                  <a:pt x="8499849" y="3442060"/>
                </a:lnTo>
                <a:lnTo>
                  <a:pt x="8499849" y="3438124"/>
                </a:lnTo>
                <a:close/>
                <a:moveTo>
                  <a:pt x="7978324" y="3434188"/>
                </a:moveTo>
                <a:lnTo>
                  <a:pt x="8003908" y="3473548"/>
                </a:lnTo>
                <a:lnTo>
                  <a:pt x="7990132" y="3475516"/>
                </a:lnTo>
                <a:lnTo>
                  <a:pt x="7966516" y="3449932"/>
                </a:lnTo>
                <a:lnTo>
                  <a:pt x="7956676" y="3445996"/>
                </a:lnTo>
                <a:lnTo>
                  <a:pt x="7956676" y="3438124"/>
                </a:lnTo>
                <a:close/>
                <a:moveTo>
                  <a:pt x="5368015" y="3430608"/>
                </a:moveTo>
                <a:lnTo>
                  <a:pt x="5370700" y="3434189"/>
                </a:lnTo>
                <a:lnTo>
                  <a:pt x="5376502" y="3437090"/>
                </a:lnTo>
                <a:lnTo>
                  <a:pt x="5376605" y="3436156"/>
                </a:lnTo>
                <a:lnTo>
                  <a:pt x="5370701" y="3432220"/>
                </a:lnTo>
                <a:close/>
                <a:moveTo>
                  <a:pt x="2983516" y="3430261"/>
                </a:moveTo>
                <a:lnTo>
                  <a:pt x="2993009" y="3441653"/>
                </a:lnTo>
                <a:lnTo>
                  <a:pt x="2993347" y="3440092"/>
                </a:lnTo>
                <a:close/>
                <a:moveTo>
                  <a:pt x="8663194" y="3430252"/>
                </a:moveTo>
                <a:lnTo>
                  <a:pt x="8678938" y="3430252"/>
                </a:lnTo>
                <a:lnTo>
                  <a:pt x="8678938" y="3438124"/>
                </a:lnTo>
                <a:lnTo>
                  <a:pt x="8671066" y="3445996"/>
                </a:lnTo>
                <a:lnTo>
                  <a:pt x="8659258" y="3445996"/>
                </a:lnTo>
                <a:lnTo>
                  <a:pt x="8659258" y="3438124"/>
                </a:lnTo>
                <a:close/>
                <a:moveTo>
                  <a:pt x="8594314" y="3430252"/>
                </a:moveTo>
                <a:lnTo>
                  <a:pt x="8606122" y="3430252"/>
                </a:lnTo>
                <a:lnTo>
                  <a:pt x="8606122" y="3438124"/>
                </a:lnTo>
                <a:lnTo>
                  <a:pt x="8594314" y="3434188"/>
                </a:lnTo>
                <a:lnTo>
                  <a:pt x="8586442" y="3434188"/>
                </a:lnTo>
                <a:close/>
                <a:moveTo>
                  <a:pt x="5923735" y="3426330"/>
                </a:moveTo>
                <a:lnTo>
                  <a:pt x="5965043" y="3453869"/>
                </a:lnTo>
                <a:lnTo>
                  <a:pt x="6026020" y="3475506"/>
                </a:lnTo>
                <a:lnTo>
                  <a:pt x="5965043" y="3451902"/>
                </a:lnTo>
                <a:close/>
                <a:moveTo>
                  <a:pt x="2422623" y="3418443"/>
                </a:moveTo>
                <a:lnTo>
                  <a:pt x="2428528" y="3426315"/>
                </a:lnTo>
                <a:lnTo>
                  <a:pt x="2418687" y="3430251"/>
                </a:lnTo>
                <a:lnTo>
                  <a:pt x="2414751" y="3426315"/>
                </a:lnTo>
                <a:close/>
                <a:moveTo>
                  <a:pt x="2755254" y="3414493"/>
                </a:moveTo>
                <a:lnTo>
                  <a:pt x="2755216" y="3414505"/>
                </a:lnTo>
                <a:lnTo>
                  <a:pt x="2755218" y="3414507"/>
                </a:lnTo>
                <a:close/>
                <a:moveTo>
                  <a:pt x="2812288" y="3410570"/>
                </a:moveTo>
                <a:lnTo>
                  <a:pt x="2800480" y="3418442"/>
                </a:lnTo>
                <a:lnTo>
                  <a:pt x="2800483" y="3418443"/>
                </a:lnTo>
                <a:lnTo>
                  <a:pt x="2826067" y="3432220"/>
                </a:lnTo>
                <a:lnTo>
                  <a:pt x="2822131" y="3447964"/>
                </a:lnTo>
                <a:lnTo>
                  <a:pt x="2796547" y="3475516"/>
                </a:lnTo>
                <a:lnTo>
                  <a:pt x="2767027" y="3489292"/>
                </a:lnTo>
                <a:lnTo>
                  <a:pt x="2729634" y="3528652"/>
                </a:lnTo>
                <a:lnTo>
                  <a:pt x="2731602" y="3546364"/>
                </a:lnTo>
                <a:lnTo>
                  <a:pt x="2717826" y="3546364"/>
                </a:lnTo>
                <a:lnTo>
                  <a:pt x="2717827" y="3546365"/>
                </a:lnTo>
                <a:lnTo>
                  <a:pt x="2731603" y="3546365"/>
                </a:lnTo>
                <a:lnTo>
                  <a:pt x="2729635" y="3528652"/>
                </a:lnTo>
                <a:lnTo>
                  <a:pt x="2767028" y="3489292"/>
                </a:lnTo>
                <a:lnTo>
                  <a:pt x="2796548" y="3475516"/>
                </a:lnTo>
                <a:lnTo>
                  <a:pt x="2824101" y="3447964"/>
                </a:lnTo>
                <a:lnTo>
                  <a:pt x="2828037" y="3432219"/>
                </a:lnTo>
                <a:lnTo>
                  <a:pt x="2800484" y="3418443"/>
                </a:lnTo>
                <a:lnTo>
                  <a:pt x="2812293" y="3412539"/>
                </a:lnTo>
                <a:lnTo>
                  <a:pt x="2837877" y="3416475"/>
                </a:lnTo>
                <a:lnTo>
                  <a:pt x="2883051" y="3475398"/>
                </a:lnTo>
                <a:lnTo>
                  <a:pt x="2837873" y="3414506"/>
                </a:lnTo>
                <a:close/>
                <a:moveTo>
                  <a:pt x="2767024" y="3410570"/>
                </a:moveTo>
                <a:lnTo>
                  <a:pt x="2767019" y="3410571"/>
                </a:lnTo>
                <a:lnTo>
                  <a:pt x="2788674" y="3410571"/>
                </a:lnTo>
                <a:lnTo>
                  <a:pt x="2788672" y="3410570"/>
                </a:lnTo>
                <a:close/>
                <a:moveTo>
                  <a:pt x="8728137" y="3406637"/>
                </a:moveTo>
                <a:lnTo>
                  <a:pt x="8736009" y="3406637"/>
                </a:lnTo>
                <a:lnTo>
                  <a:pt x="8755689" y="3414509"/>
                </a:lnTo>
                <a:lnTo>
                  <a:pt x="8777338" y="3414509"/>
                </a:lnTo>
                <a:lnTo>
                  <a:pt x="8781274" y="3428285"/>
                </a:lnTo>
                <a:lnTo>
                  <a:pt x="8781274" y="3451902"/>
                </a:lnTo>
                <a:lnTo>
                  <a:pt x="8797018" y="3463710"/>
                </a:lnTo>
                <a:lnTo>
                  <a:pt x="8800954" y="3475518"/>
                </a:lnTo>
                <a:lnTo>
                  <a:pt x="8814730" y="3485358"/>
                </a:lnTo>
                <a:lnTo>
                  <a:pt x="8858026" y="3447966"/>
                </a:lnTo>
                <a:lnTo>
                  <a:pt x="8858026" y="3440094"/>
                </a:lnTo>
                <a:lnTo>
                  <a:pt x="8871802" y="3432221"/>
                </a:lnTo>
                <a:lnTo>
                  <a:pt x="8921003" y="3440094"/>
                </a:lnTo>
                <a:lnTo>
                  <a:pt x="8946587" y="3459774"/>
                </a:lnTo>
                <a:lnTo>
                  <a:pt x="8970203" y="3463710"/>
                </a:lnTo>
                <a:lnTo>
                  <a:pt x="8974139" y="3463710"/>
                </a:lnTo>
                <a:lnTo>
                  <a:pt x="8978075" y="3558174"/>
                </a:lnTo>
                <a:lnTo>
                  <a:pt x="8966267" y="3569983"/>
                </a:lnTo>
                <a:lnTo>
                  <a:pt x="8970203" y="3581791"/>
                </a:lnTo>
                <a:lnTo>
                  <a:pt x="8978075" y="3591631"/>
                </a:lnTo>
                <a:lnTo>
                  <a:pt x="8982011" y="3652639"/>
                </a:lnTo>
                <a:lnTo>
                  <a:pt x="8962331" y="3638863"/>
                </a:lnTo>
                <a:lnTo>
                  <a:pt x="8946587" y="3623119"/>
                </a:lnTo>
                <a:lnTo>
                  <a:pt x="8921003" y="3623119"/>
                </a:lnTo>
                <a:lnTo>
                  <a:pt x="8917067" y="3603439"/>
                </a:lnTo>
                <a:lnTo>
                  <a:pt x="8913131" y="3587695"/>
                </a:lnTo>
                <a:lnTo>
                  <a:pt x="8901322" y="3581791"/>
                </a:lnTo>
                <a:lnTo>
                  <a:pt x="8899354" y="3554238"/>
                </a:lnTo>
                <a:lnTo>
                  <a:pt x="8871802" y="3530622"/>
                </a:lnTo>
                <a:lnTo>
                  <a:pt x="8850154" y="3528654"/>
                </a:lnTo>
                <a:lnTo>
                  <a:pt x="8826538" y="3524718"/>
                </a:lnTo>
                <a:lnTo>
                  <a:pt x="8800954" y="3512910"/>
                </a:lnTo>
                <a:lnTo>
                  <a:pt x="8773402" y="3497166"/>
                </a:lnTo>
                <a:lnTo>
                  <a:pt x="8763561" y="3501102"/>
                </a:lnTo>
                <a:lnTo>
                  <a:pt x="8759625" y="3512910"/>
                </a:lnTo>
                <a:lnTo>
                  <a:pt x="8739945" y="3505038"/>
                </a:lnTo>
                <a:lnTo>
                  <a:pt x="8736009" y="3481422"/>
                </a:lnTo>
                <a:lnTo>
                  <a:pt x="8722233" y="3471582"/>
                </a:lnTo>
                <a:lnTo>
                  <a:pt x="8722233" y="3467646"/>
                </a:lnTo>
                <a:lnTo>
                  <a:pt x="8763561" y="3471582"/>
                </a:lnTo>
                <a:lnTo>
                  <a:pt x="8769465" y="3459774"/>
                </a:lnTo>
                <a:lnTo>
                  <a:pt x="8763561" y="3455838"/>
                </a:lnTo>
                <a:lnTo>
                  <a:pt x="8736009" y="3455838"/>
                </a:lnTo>
                <a:lnTo>
                  <a:pt x="8728137" y="3451902"/>
                </a:lnTo>
                <a:lnTo>
                  <a:pt x="8714361" y="3432221"/>
                </a:lnTo>
                <a:lnTo>
                  <a:pt x="8698617" y="3428285"/>
                </a:lnTo>
                <a:lnTo>
                  <a:pt x="8706489" y="3414509"/>
                </a:lnTo>
                <a:lnTo>
                  <a:pt x="8714361" y="3414509"/>
                </a:lnTo>
                <a:close/>
                <a:moveTo>
                  <a:pt x="8810796" y="3406636"/>
                </a:moveTo>
                <a:lnTo>
                  <a:pt x="8830476" y="3406636"/>
                </a:lnTo>
                <a:lnTo>
                  <a:pt x="8850156" y="3422380"/>
                </a:lnTo>
                <a:lnTo>
                  <a:pt x="8834412" y="3428284"/>
                </a:lnTo>
                <a:close/>
                <a:moveTo>
                  <a:pt x="2389166" y="3406635"/>
                </a:moveTo>
                <a:lnTo>
                  <a:pt x="2404910" y="3414507"/>
                </a:lnTo>
                <a:lnTo>
                  <a:pt x="2404910" y="3430251"/>
                </a:lnTo>
                <a:lnTo>
                  <a:pt x="2385230" y="3442059"/>
                </a:lnTo>
                <a:lnTo>
                  <a:pt x="2389166" y="3422379"/>
                </a:lnTo>
                <a:lnTo>
                  <a:pt x="2385230" y="3410571"/>
                </a:lnTo>
                <a:close/>
                <a:moveTo>
                  <a:pt x="5475000" y="3402715"/>
                </a:moveTo>
                <a:lnTo>
                  <a:pt x="5459262" y="3440092"/>
                </a:lnTo>
                <a:lnTo>
                  <a:pt x="5443974" y="3448431"/>
                </a:lnTo>
                <a:lnTo>
                  <a:pt x="5459262" y="3442061"/>
                </a:lnTo>
                <a:close/>
                <a:moveTo>
                  <a:pt x="8590378" y="3400732"/>
                </a:moveTo>
                <a:lnTo>
                  <a:pt x="8594314" y="3402700"/>
                </a:lnTo>
                <a:lnTo>
                  <a:pt x="8604154" y="3406636"/>
                </a:lnTo>
                <a:lnTo>
                  <a:pt x="8594314" y="3414508"/>
                </a:lnTo>
                <a:lnTo>
                  <a:pt x="8586442" y="3406636"/>
                </a:lnTo>
                <a:lnTo>
                  <a:pt x="8586442" y="3402700"/>
                </a:lnTo>
                <a:close/>
                <a:moveTo>
                  <a:pt x="5177835" y="3381053"/>
                </a:moveTo>
                <a:lnTo>
                  <a:pt x="5181771" y="3381053"/>
                </a:lnTo>
                <a:lnTo>
                  <a:pt x="5185707" y="3384989"/>
                </a:lnTo>
                <a:lnTo>
                  <a:pt x="5185707" y="3388925"/>
                </a:lnTo>
                <a:lnTo>
                  <a:pt x="5177835" y="3384989"/>
                </a:lnTo>
                <a:close/>
                <a:moveTo>
                  <a:pt x="2983619" y="3378985"/>
                </a:moveTo>
                <a:lnTo>
                  <a:pt x="2996562" y="3388397"/>
                </a:lnTo>
                <a:lnTo>
                  <a:pt x="2997282" y="3386955"/>
                </a:lnTo>
                <a:close/>
                <a:moveTo>
                  <a:pt x="5380538" y="3377113"/>
                </a:moveTo>
                <a:lnTo>
                  <a:pt x="5380540" y="3377117"/>
                </a:lnTo>
                <a:lnTo>
                  <a:pt x="5384476" y="3396797"/>
                </a:lnTo>
                <a:lnTo>
                  <a:pt x="5370700" y="3406637"/>
                </a:lnTo>
                <a:lnTo>
                  <a:pt x="5370699" y="3406640"/>
                </a:lnTo>
                <a:lnTo>
                  <a:pt x="5370701" y="3406636"/>
                </a:lnTo>
                <a:lnTo>
                  <a:pt x="5384477" y="3396796"/>
                </a:lnTo>
                <a:lnTo>
                  <a:pt x="5380541" y="3377116"/>
                </a:lnTo>
                <a:close/>
                <a:moveTo>
                  <a:pt x="5376605" y="3373180"/>
                </a:moveTo>
                <a:lnTo>
                  <a:pt x="5354393" y="3380584"/>
                </a:lnTo>
                <a:lnTo>
                  <a:pt x="5354956" y="3381053"/>
                </a:lnTo>
                <a:lnTo>
                  <a:pt x="5377098" y="3373672"/>
                </a:lnTo>
                <a:close/>
                <a:moveTo>
                  <a:pt x="3164565" y="3361370"/>
                </a:moveTo>
                <a:lnTo>
                  <a:pt x="3164541" y="3361380"/>
                </a:lnTo>
                <a:lnTo>
                  <a:pt x="3164565" y="3361371"/>
                </a:lnTo>
                <a:close/>
                <a:moveTo>
                  <a:pt x="3024835" y="3357434"/>
                </a:moveTo>
                <a:lnTo>
                  <a:pt x="3023059" y="3357588"/>
                </a:lnTo>
                <a:lnTo>
                  <a:pt x="3042547" y="3373179"/>
                </a:lnTo>
                <a:lnTo>
                  <a:pt x="3042563" y="3373184"/>
                </a:lnTo>
                <a:lnTo>
                  <a:pt x="3042547" y="3373178"/>
                </a:lnTo>
                <a:close/>
                <a:moveTo>
                  <a:pt x="5189643" y="3353500"/>
                </a:moveTo>
                <a:lnTo>
                  <a:pt x="5197515" y="3353500"/>
                </a:lnTo>
                <a:lnTo>
                  <a:pt x="5201451" y="3361372"/>
                </a:lnTo>
                <a:lnTo>
                  <a:pt x="5191611" y="3361372"/>
                </a:lnTo>
                <a:lnTo>
                  <a:pt x="5189643" y="3357436"/>
                </a:lnTo>
                <a:close/>
                <a:moveTo>
                  <a:pt x="8615962" y="3351532"/>
                </a:moveTo>
                <a:lnTo>
                  <a:pt x="8631706" y="3351532"/>
                </a:lnTo>
                <a:lnTo>
                  <a:pt x="8627770" y="3361372"/>
                </a:lnTo>
                <a:lnTo>
                  <a:pt x="8615962" y="3365308"/>
                </a:lnTo>
                <a:lnTo>
                  <a:pt x="8613994" y="3369244"/>
                </a:lnTo>
                <a:lnTo>
                  <a:pt x="8623834" y="3369244"/>
                </a:lnTo>
                <a:lnTo>
                  <a:pt x="8627770" y="3379084"/>
                </a:lnTo>
                <a:lnTo>
                  <a:pt x="8606122" y="3379084"/>
                </a:lnTo>
                <a:lnTo>
                  <a:pt x="8606122" y="3390892"/>
                </a:lnTo>
                <a:lnTo>
                  <a:pt x="8613994" y="3402700"/>
                </a:lnTo>
                <a:lnTo>
                  <a:pt x="8606122" y="3402700"/>
                </a:lnTo>
                <a:lnTo>
                  <a:pt x="8598250" y="3390892"/>
                </a:lnTo>
                <a:lnTo>
                  <a:pt x="8594314" y="3373180"/>
                </a:lnTo>
                <a:lnTo>
                  <a:pt x="8606122" y="3361372"/>
                </a:lnTo>
                <a:close/>
                <a:moveTo>
                  <a:pt x="8507721" y="3347596"/>
                </a:moveTo>
                <a:lnTo>
                  <a:pt x="8519529" y="3347596"/>
                </a:lnTo>
                <a:lnTo>
                  <a:pt x="8507721" y="3377117"/>
                </a:lnTo>
                <a:lnTo>
                  <a:pt x="8482137" y="3388925"/>
                </a:lnTo>
                <a:lnTo>
                  <a:pt x="8466392" y="3381053"/>
                </a:lnTo>
                <a:lnTo>
                  <a:pt x="8389640" y="3381053"/>
                </a:lnTo>
                <a:lnTo>
                  <a:pt x="8379799" y="3392861"/>
                </a:lnTo>
                <a:lnTo>
                  <a:pt x="8379799" y="3410573"/>
                </a:lnTo>
                <a:lnTo>
                  <a:pt x="8401448" y="3434189"/>
                </a:lnTo>
                <a:lnTo>
                  <a:pt x="8413256" y="3418445"/>
                </a:lnTo>
                <a:lnTo>
                  <a:pt x="8440808" y="3410573"/>
                </a:lnTo>
                <a:lnTo>
                  <a:pt x="8466392" y="3408605"/>
                </a:lnTo>
                <a:lnTo>
                  <a:pt x="8482137" y="3414509"/>
                </a:lnTo>
                <a:lnTo>
                  <a:pt x="8470328" y="3422381"/>
                </a:lnTo>
                <a:lnTo>
                  <a:pt x="8454584" y="3422381"/>
                </a:lnTo>
                <a:lnTo>
                  <a:pt x="8436872" y="3445997"/>
                </a:lnTo>
                <a:lnTo>
                  <a:pt x="8417192" y="3442061"/>
                </a:lnTo>
                <a:lnTo>
                  <a:pt x="8413256" y="3445997"/>
                </a:lnTo>
                <a:lnTo>
                  <a:pt x="8417192" y="3453869"/>
                </a:lnTo>
                <a:lnTo>
                  <a:pt x="8440808" y="3463709"/>
                </a:lnTo>
                <a:lnTo>
                  <a:pt x="8440808" y="3487326"/>
                </a:lnTo>
                <a:lnTo>
                  <a:pt x="8446712" y="3507006"/>
                </a:lnTo>
                <a:lnTo>
                  <a:pt x="8446712" y="3512910"/>
                </a:lnTo>
                <a:lnTo>
                  <a:pt x="8440808" y="3512910"/>
                </a:lnTo>
                <a:lnTo>
                  <a:pt x="8432936" y="3532590"/>
                </a:lnTo>
                <a:lnTo>
                  <a:pt x="8421128" y="3532590"/>
                </a:lnTo>
                <a:lnTo>
                  <a:pt x="8421128" y="3512910"/>
                </a:lnTo>
                <a:lnTo>
                  <a:pt x="8405384" y="3495198"/>
                </a:lnTo>
                <a:lnTo>
                  <a:pt x="8409320" y="3467645"/>
                </a:lnTo>
                <a:lnTo>
                  <a:pt x="8397512" y="3463709"/>
                </a:lnTo>
                <a:lnTo>
                  <a:pt x="8393576" y="3471581"/>
                </a:lnTo>
                <a:lnTo>
                  <a:pt x="8383735" y="3471581"/>
                </a:lnTo>
                <a:lnTo>
                  <a:pt x="8379799" y="3475517"/>
                </a:lnTo>
                <a:lnTo>
                  <a:pt x="8387671" y="3483390"/>
                </a:lnTo>
                <a:lnTo>
                  <a:pt x="8383735" y="3528654"/>
                </a:lnTo>
                <a:lnTo>
                  <a:pt x="8375863" y="3552270"/>
                </a:lnTo>
                <a:lnTo>
                  <a:pt x="8360119" y="3552270"/>
                </a:lnTo>
                <a:lnTo>
                  <a:pt x="8360119" y="3544398"/>
                </a:lnTo>
                <a:lnTo>
                  <a:pt x="8371927" y="3524718"/>
                </a:lnTo>
                <a:lnTo>
                  <a:pt x="8367991" y="3497166"/>
                </a:lnTo>
                <a:lnTo>
                  <a:pt x="8360119" y="3491262"/>
                </a:lnTo>
                <a:lnTo>
                  <a:pt x="8344375" y="3491262"/>
                </a:lnTo>
                <a:lnTo>
                  <a:pt x="8348311" y="3463709"/>
                </a:lnTo>
                <a:lnTo>
                  <a:pt x="8356183" y="3463709"/>
                </a:lnTo>
                <a:lnTo>
                  <a:pt x="8360119" y="3449933"/>
                </a:lnTo>
                <a:lnTo>
                  <a:pt x="8360119" y="3426317"/>
                </a:lnTo>
                <a:lnTo>
                  <a:pt x="8364055" y="3410573"/>
                </a:lnTo>
                <a:lnTo>
                  <a:pt x="8371927" y="3396797"/>
                </a:lnTo>
                <a:lnTo>
                  <a:pt x="8379799" y="3373180"/>
                </a:lnTo>
                <a:lnTo>
                  <a:pt x="8387671" y="3369244"/>
                </a:lnTo>
                <a:lnTo>
                  <a:pt x="8393576" y="3369244"/>
                </a:lnTo>
                <a:lnTo>
                  <a:pt x="8405384" y="3355468"/>
                </a:lnTo>
                <a:lnTo>
                  <a:pt x="8413256" y="3355468"/>
                </a:lnTo>
                <a:lnTo>
                  <a:pt x="8444744" y="3369244"/>
                </a:lnTo>
                <a:lnTo>
                  <a:pt x="8478201" y="3367276"/>
                </a:lnTo>
                <a:lnTo>
                  <a:pt x="8501817" y="3363340"/>
                </a:lnTo>
                <a:close/>
                <a:moveTo>
                  <a:pt x="5252620" y="3343660"/>
                </a:moveTo>
                <a:lnTo>
                  <a:pt x="5293948" y="3343660"/>
                </a:lnTo>
                <a:lnTo>
                  <a:pt x="5295916" y="3369244"/>
                </a:lnTo>
                <a:lnTo>
                  <a:pt x="5244748" y="3369244"/>
                </a:lnTo>
                <a:close/>
                <a:moveTo>
                  <a:pt x="3140949" y="3341691"/>
                </a:moveTo>
                <a:lnTo>
                  <a:pt x="3140949" y="3343658"/>
                </a:lnTo>
                <a:lnTo>
                  <a:pt x="3160629" y="3343658"/>
                </a:lnTo>
                <a:lnTo>
                  <a:pt x="3164565" y="3347593"/>
                </a:lnTo>
                <a:lnTo>
                  <a:pt x="3164565" y="3345627"/>
                </a:lnTo>
                <a:lnTo>
                  <a:pt x="3160628" y="3341691"/>
                </a:lnTo>
                <a:close/>
                <a:moveTo>
                  <a:pt x="8600218" y="3339723"/>
                </a:moveTo>
                <a:lnTo>
                  <a:pt x="8604154" y="3353499"/>
                </a:lnTo>
                <a:lnTo>
                  <a:pt x="8594314" y="3361371"/>
                </a:lnTo>
                <a:lnTo>
                  <a:pt x="8590378" y="3343659"/>
                </a:lnTo>
                <a:close/>
                <a:moveTo>
                  <a:pt x="3050419" y="3339722"/>
                </a:moveTo>
                <a:lnTo>
                  <a:pt x="3062227" y="3355466"/>
                </a:lnTo>
                <a:lnTo>
                  <a:pt x="3062227" y="3379083"/>
                </a:lnTo>
                <a:lnTo>
                  <a:pt x="3062228" y="3379084"/>
                </a:lnTo>
                <a:lnTo>
                  <a:pt x="3062228" y="3355466"/>
                </a:lnTo>
                <a:close/>
                <a:moveTo>
                  <a:pt x="3430233" y="3324016"/>
                </a:moveTo>
                <a:lnTo>
                  <a:pt x="3419318" y="3345846"/>
                </a:lnTo>
                <a:lnTo>
                  <a:pt x="3434183" y="3349563"/>
                </a:lnTo>
                <a:lnTo>
                  <a:pt x="3467640" y="3353499"/>
                </a:lnTo>
                <a:lnTo>
                  <a:pt x="3467641" y="3353498"/>
                </a:lnTo>
                <a:lnTo>
                  <a:pt x="3434187" y="3349562"/>
                </a:lnTo>
                <a:lnTo>
                  <a:pt x="3420411" y="3345626"/>
                </a:lnTo>
                <a:close/>
                <a:moveTo>
                  <a:pt x="8621866" y="3320043"/>
                </a:moveTo>
                <a:lnTo>
                  <a:pt x="8625802" y="3329883"/>
                </a:lnTo>
                <a:lnTo>
                  <a:pt x="8621866" y="3335787"/>
                </a:lnTo>
                <a:lnTo>
                  <a:pt x="8613994" y="3329883"/>
                </a:lnTo>
                <a:close/>
                <a:moveTo>
                  <a:pt x="3046483" y="3312168"/>
                </a:moveTo>
                <a:lnTo>
                  <a:pt x="3046483" y="3312169"/>
                </a:lnTo>
                <a:lnTo>
                  <a:pt x="3046481" y="3312176"/>
                </a:lnTo>
                <a:lnTo>
                  <a:pt x="3046484" y="3312170"/>
                </a:lnTo>
                <a:close/>
                <a:moveTo>
                  <a:pt x="3131265" y="3305007"/>
                </a:moveTo>
                <a:lnTo>
                  <a:pt x="3131108" y="3306266"/>
                </a:lnTo>
                <a:lnTo>
                  <a:pt x="3140940" y="3308232"/>
                </a:lnTo>
                <a:close/>
                <a:moveTo>
                  <a:pt x="5219163" y="3302331"/>
                </a:moveTo>
                <a:lnTo>
                  <a:pt x="5227035" y="3302331"/>
                </a:lnTo>
                <a:lnTo>
                  <a:pt x="5227035" y="3306267"/>
                </a:lnTo>
                <a:lnTo>
                  <a:pt x="5219163" y="3312171"/>
                </a:lnTo>
                <a:lnTo>
                  <a:pt x="5219163" y="3306267"/>
                </a:lnTo>
                <a:close/>
                <a:moveTo>
                  <a:pt x="5449422" y="3300363"/>
                </a:moveTo>
                <a:lnTo>
                  <a:pt x="5429742" y="3308235"/>
                </a:lnTo>
                <a:lnTo>
                  <a:pt x="5423260" y="3317495"/>
                </a:lnTo>
                <a:lnTo>
                  <a:pt x="5429742" y="3310203"/>
                </a:lnTo>
                <a:lnTo>
                  <a:pt x="5447454" y="3302331"/>
                </a:lnTo>
                <a:lnTo>
                  <a:pt x="5475006" y="3302331"/>
                </a:lnTo>
                <a:lnTo>
                  <a:pt x="5492718" y="3302331"/>
                </a:lnTo>
                <a:lnTo>
                  <a:pt x="5492718" y="3300364"/>
                </a:lnTo>
                <a:lnTo>
                  <a:pt x="5492718" y="3300363"/>
                </a:lnTo>
                <a:lnTo>
                  <a:pt x="5476974" y="3300363"/>
                </a:lnTo>
                <a:close/>
                <a:moveTo>
                  <a:pt x="5844994" y="3294455"/>
                </a:moveTo>
                <a:lnTo>
                  <a:pt x="5844453" y="3294816"/>
                </a:lnTo>
                <a:lnTo>
                  <a:pt x="5849360" y="3296043"/>
                </a:lnTo>
                <a:close/>
                <a:moveTo>
                  <a:pt x="3499509" y="3290920"/>
                </a:moveTo>
                <a:lnTo>
                  <a:pt x="3493213" y="3308234"/>
                </a:lnTo>
                <a:lnTo>
                  <a:pt x="3479436" y="3337754"/>
                </a:lnTo>
                <a:lnTo>
                  <a:pt x="3477984" y="3339691"/>
                </a:lnTo>
                <a:lnTo>
                  <a:pt x="3479436" y="3337755"/>
                </a:lnTo>
                <a:lnTo>
                  <a:pt x="3495180" y="3308235"/>
                </a:lnTo>
                <a:close/>
                <a:moveTo>
                  <a:pt x="6102803" y="3282652"/>
                </a:moveTo>
                <a:lnTo>
                  <a:pt x="6102799" y="3282655"/>
                </a:lnTo>
                <a:lnTo>
                  <a:pt x="6102804" y="3282652"/>
                </a:lnTo>
                <a:close/>
                <a:moveTo>
                  <a:pt x="3270837" y="3282650"/>
                </a:moveTo>
                <a:lnTo>
                  <a:pt x="3270837" y="3304299"/>
                </a:lnTo>
                <a:lnTo>
                  <a:pt x="3262966" y="3325947"/>
                </a:lnTo>
                <a:lnTo>
                  <a:pt x="3262966" y="3329882"/>
                </a:lnTo>
                <a:lnTo>
                  <a:pt x="3270838" y="3306266"/>
                </a:lnTo>
                <a:lnTo>
                  <a:pt x="3270838" y="3282650"/>
                </a:lnTo>
                <a:close/>
                <a:moveTo>
                  <a:pt x="5923715" y="3274783"/>
                </a:moveTo>
                <a:lnTo>
                  <a:pt x="5929618" y="3296427"/>
                </a:lnTo>
                <a:lnTo>
                  <a:pt x="5957168" y="3335785"/>
                </a:lnTo>
                <a:lnTo>
                  <a:pt x="5931586" y="3296428"/>
                </a:lnTo>
                <a:close/>
                <a:moveTo>
                  <a:pt x="5760335" y="3274734"/>
                </a:moveTo>
                <a:lnTo>
                  <a:pt x="5760368" y="3274779"/>
                </a:lnTo>
                <a:lnTo>
                  <a:pt x="5770209" y="3274779"/>
                </a:lnTo>
                <a:lnTo>
                  <a:pt x="5770217" y="3274775"/>
                </a:lnTo>
                <a:lnTo>
                  <a:pt x="5760370" y="3274775"/>
                </a:lnTo>
                <a:close/>
                <a:moveTo>
                  <a:pt x="5976846" y="3270840"/>
                </a:moveTo>
                <a:lnTo>
                  <a:pt x="5923715" y="3274775"/>
                </a:lnTo>
                <a:lnTo>
                  <a:pt x="5923703" y="3274792"/>
                </a:lnTo>
                <a:lnTo>
                  <a:pt x="5923714" y="3274779"/>
                </a:lnTo>
                <a:lnTo>
                  <a:pt x="5923715" y="3274780"/>
                </a:lnTo>
                <a:lnTo>
                  <a:pt x="5976851" y="3270844"/>
                </a:lnTo>
                <a:lnTo>
                  <a:pt x="5976862" y="3270846"/>
                </a:lnTo>
                <a:lnTo>
                  <a:pt x="5976850" y="3270844"/>
                </a:lnTo>
                <a:close/>
                <a:moveTo>
                  <a:pt x="5780050" y="3270839"/>
                </a:moveTo>
                <a:lnTo>
                  <a:pt x="5779482" y="3271123"/>
                </a:lnTo>
                <a:lnTo>
                  <a:pt x="5797761" y="3274779"/>
                </a:lnTo>
                <a:lnTo>
                  <a:pt x="5809569" y="3274779"/>
                </a:lnTo>
                <a:lnTo>
                  <a:pt x="5831217" y="3300364"/>
                </a:lnTo>
                <a:lnTo>
                  <a:pt x="5839089" y="3327916"/>
                </a:lnTo>
                <a:lnTo>
                  <a:pt x="5835153" y="3353500"/>
                </a:lnTo>
                <a:lnTo>
                  <a:pt x="5801697" y="3402701"/>
                </a:lnTo>
                <a:lnTo>
                  <a:pt x="5793825" y="3438125"/>
                </a:lnTo>
                <a:lnTo>
                  <a:pt x="5793825" y="3438125"/>
                </a:lnTo>
                <a:lnTo>
                  <a:pt x="5813504" y="3434189"/>
                </a:lnTo>
                <a:lnTo>
                  <a:pt x="5821376" y="3428285"/>
                </a:lnTo>
                <a:lnTo>
                  <a:pt x="5831216" y="3432221"/>
                </a:lnTo>
                <a:lnTo>
                  <a:pt x="5843024" y="3442061"/>
                </a:lnTo>
                <a:lnTo>
                  <a:pt x="5839088" y="3453869"/>
                </a:lnTo>
                <a:lnTo>
                  <a:pt x="5827280" y="3457805"/>
                </a:lnTo>
                <a:lnTo>
                  <a:pt x="5827280" y="3469613"/>
                </a:lnTo>
                <a:lnTo>
                  <a:pt x="5829249" y="3469613"/>
                </a:lnTo>
                <a:lnTo>
                  <a:pt x="5837121" y="3479453"/>
                </a:lnTo>
                <a:lnTo>
                  <a:pt x="5837121" y="3499133"/>
                </a:lnTo>
                <a:lnTo>
                  <a:pt x="5837122" y="3499133"/>
                </a:lnTo>
                <a:lnTo>
                  <a:pt x="5837122" y="3479453"/>
                </a:lnTo>
                <a:lnTo>
                  <a:pt x="5829249" y="3469613"/>
                </a:lnTo>
                <a:lnTo>
                  <a:pt x="5829249" y="3457805"/>
                </a:lnTo>
                <a:lnTo>
                  <a:pt x="5839090" y="3453869"/>
                </a:lnTo>
                <a:lnTo>
                  <a:pt x="5844994" y="3442060"/>
                </a:lnTo>
                <a:lnTo>
                  <a:pt x="5833186" y="3430252"/>
                </a:lnTo>
                <a:lnTo>
                  <a:pt x="5844994" y="3424348"/>
                </a:lnTo>
                <a:lnTo>
                  <a:pt x="5923714" y="3426316"/>
                </a:lnTo>
                <a:lnTo>
                  <a:pt x="5927650" y="3381053"/>
                </a:lnTo>
                <a:lnTo>
                  <a:pt x="5957171" y="3357437"/>
                </a:lnTo>
                <a:lnTo>
                  <a:pt x="5957171" y="3335789"/>
                </a:lnTo>
                <a:lnTo>
                  <a:pt x="5957170" y="3335788"/>
                </a:lnTo>
                <a:lnTo>
                  <a:pt x="5957170" y="3357436"/>
                </a:lnTo>
                <a:lnTo>
                  <a:pt x="5927650" y="3381052"/>
                </a:lnTo>
                <a:lnTo>
                  <a:pt x="5923714" y="3426316"/>
                </a:lnTo>
                <a:lnTo>
                  <a:pt x="5843026" y="3422380"/>
                </a:lnTo>
                <a:lnTo>
                  <a:pt x="5831217" y="3430252"/>
                </a:lnTo>
                <a:lnTo>
                  <a:pt x="5821377" y="3426316"/>
                </a:lnTo>
                <a:lnTo>
                  <a:pt x="5813505" y="3434188"/>
                </a:lnTo>
                <a:lnTo>
                  <a:pt x="5793825" y="3438124"/>
                </a:lnTo>
                <a:lnTo>
                  <a:pt x="5801697" y="3402700"/>
                </a:lnTo>
                <a:lnTo>
                  <a:pt x="5835154" y="3353500"/>
                </a:lnTo>
                <a:lnTo>
                  <a:pt x="5839090" y="3327916"/>
                </a:lnTo>
                <a:lnTo>
                  <a:pt x="5831217" y="3300363"/>
                </a:lnTo>
                <a:lnTo>
                  <a:pt x="5831417" y="3300263"/>
                </a:lnTo>
                <a:lnTo>
                  <a:pt x="5809570" y="3274775"/>
                </a:lnTo>
                <a:lnTo>
                  <a:pt x="5799730" y="3274775"/>
                </a:lnTo>
                <a:close/>
                <a:moveTo>
                  <a:pt x="5539951" y="3264939"/>
                </a:moveTo>
                <a:lnTo>
                  <a:pt x="5538273" y="3265158"/>
                </a:lnTo>
                <a:lnTo>
                  <a:pt x="5561599" y="3282652"/>
                </a:lnTo>
                <a:lnTo>
                  <a:pt x="5569492" y="3283779"/>
                </a:lnTo>
                <a:lnTo>
                  <a:pt x="5563567" y="3282651"/>
                </a:lnTo>
                <a:close/>
                <a:moveTo>
                  <a:pt x="3430250" y="3262971"/>
                </a:moveTo>
                <a:lnTo>
                  <a:pt x="3426316" y="3264938"/>
                </a:lnTo>
                <a:lnTo>
                  <a:pt x="3420416" y="3290507"/>
                </a:lnTo>
                <a:lnTo>
                  <a:pt x="3428283" y="3264938"/>
                </a:lnTo>
                <a:close/>
                <a:moveTo>
                  <a:pt x="8572665" y="3261003"/>
                </a:moveTo>
                <a:lnTo>
                  <a:pt x="8578569" y="3264939"/>
                </a:lnTo>
                <a:lnTo>
                  <a:pt x="8572665" y="3274779"/>
                </a:lnTo>
                <a:lnTo>
                  <a:pt x="8568729" y="3274779"/>
                </a:lnTo>
                <a:lnTo>
                  <a:pt x="8564793" y="3272811"/>
                </a:lnTo>
                <a:close/>
                <a:moveTo>
                  <a:pt x="5699360" y="3255099"/>
                </a:moveTo>
                <a:lnTo>
                  <a:pt x="5699320" y="3255115"/>
                </a:lnTo>
                <a:lnTo>
                  <a:pt x="5699360" y="3255099"/>
                </a:lnTo>
                <a:lnTo>
                  <a:pt x="5747690" y="3258966"/>
                </a:lnTo>
                <a:lnTo>
                  <a:pt x="5747690" y="3258965"/>
                </a:lnTo>
                <a:close/>
                <a:moveTo>
                  <a:pt x="7675249" y="3241323"/>
                </a:moveTo>
                <a:lnTo>
                  <a:pt x="7694929" y="3251163"/>
                </a:lnTo>
                <a:lnTo>
                  <a:pt x="7732322" y="3251163"/>
                </a:lnTo>
                <a:lnTo>
                  <a:pt x="7742162" y="3253131"/>
                </a:lnTo>
                <a:lnTo>
                  <a:pt x="7753970" y="3266907"/>
                </a:lnTo>
                <a:lnTo>
                  <a:pt x="7757906" y="3278716"/>
                </a:lnTo>
                <a:lnTo>
                  <a:pt x="7765778" y="3284620"/>
                </a:lnTo>
                <a:lnTo>
                  <a:pt x="7785458" y="3302332"/>
                </a:lnTo>
                <a:lnTo>
                  <a:pt x="7805138" y="3308236"/>
                </a:lnTo>
                <a:lnTo>
                  <a:pt x="7826787" y="3335788"/>
                </a:lnTo>
                <a:lnTo>
                  <a:pt x="7834659" y="3335788"/>
                </a:lnTo>
                <a:lnTo>
                  <a:pt x="7862211" y="3357436"/>
                </a:lnTo>
                <a:lnTo>
                  <a:pt x="7868115" y="3373181"/>
                </a:lnTo>
                <a:lnTo>
                  <a:pt x="7887795" y="3388925"/>
                </a:lnTo>
                <a:lnTo>
                  <a:pt x="7911411" y="3388925"/>
                </a:lnTo>
                <a:lnTo>
                  <a:pt x="7913379" y="3398765"/>
                </a:lnTo>
                <a:lnTo>
                  <a:pt x="7913379" y="3414509"/>
                </a:lnTo>
                <a:lnTo>
                  <a:pt x="7929124" y="3430253"/>
                </a:lnTo>
                <a:lnTo>
                  <a:pt x="7940932" y="3455837"/>
                </a:lnTo>
                <a:lnTo>
                  <a:pt x="7952740" y="3459773"/>
                </a:lnTo>
                <a:lnTo>
                  <a:pt x="7976356" y="3485358"/>
                </a:lnTo>
                <a:lnTo>
                  <a:pt x="7976356" y="3550302"/>
                </a:lnTo>
                <a:lnTo>
                  <a:pt x="7964548" y="3552270"/>
                </a:lnTo>
                <a:lnTo>
                  <a:pt x="7936996" y="3534558"/>
                </a:lnTo>
                <a:lnTo>
                  <a:pt x="7911411" y="3530622"/>
                </a:lnTo>
                <a:lnTo>
                  <a:pt x="7862211" y="3489294"/>
                </a:lnTo>
                <a:lnTo>
                  <a:pt x="7830723" y="3447965"/>
                </a:lnTo>
                <a:lnTo>
                  <a:pt x="7826787" y="3430253"/>
                </a:lnTo>
                <a:lnTo>
                  <a:pt x="7793330" y="3390893"/>
                </a:lnTo>
                <a:lnTo>
                  <a:pt x="7781522" y="3390893"/>
                </a:lnTo>
                <a:lnTo>
                  <a:pt x="7769714" y="3349564"/>
                </a:lnTo>
                <a:lnTo>
                  <a:pt x="7757906" y="3331852"/>
                </a:lnTo>
                <a:lnTo>
                  <a:pt x="7740194" y="3323980"/>
                </a:lnTo>
                <a:lnTo>
                  <a:pt x="7736258" y="3308236"/>
                </a:lnTo>
                <a:lnTo>
                  <a:pt x="7716577" y="3296428"/>
                </a:lnTo>
                <a:lnTo>
                  <a:pt x="7700833" y="3290524"/>
                </a:lnTo>
                <a:lnTo>
                  <a:pt x="7675249" y="3259035"/>
                </a:lnTo>
                <a:close/>
                <a:moveTo>
                  <a:pt x="2989405" y="3231478"/>
                </a:moveTo>
                <a:lnTo>
                  <a:pt x="2989410" y="3231481"/>
                </a:lnTo>
                <a:lnTo>
                  <a:pt x="2989428" y="3231484"/>
                </a:lnTo>
                <a:lnTo>
                  <a:pt x="2989411" y="3231481"/>
                </a:lnTo>
                <a:close/>
                <a:moveTo>
                  <a:pt x="5711148" y="3225491"/>
                </a:moveTo>
                <a:lnTo>
                  <a:pt x="5711168" y="3225578"/>
                </a:lnTo>
                <a:lnTo>
                  <a:pt x="5740688" y="3247227"/>
                </a:lnTo>
                <a:lnTo>
                  <a:pt x="5746207" y="3255505"/>
                </a:lnTo>
                <a:lnTo>
                  <a:pt x="5742657" y="3247223"/>
                </a:lnTo>
                <a:lnTo>
                  <a:pt x="5711169" y="3225575"/>
                </a:lnTo>
                <a:close/>
                <a:moveTo>
                  <a:pt x="7826787" y="3219675"/>
                </a:moveTo>
                <a:lnTo>
                  <a:pt x="7825130" y="3220089"/>
                </a:lnTo>
                <a:lnTo>
                  <a:pt x="7836627" y="3235418"/>
                </a:lnTo>
                <a:lnTo>
                  <a:pt x="7856276" y="3241313"/>
                </a:lnTo>
                <a:lnTo>
                  <a:pt x="7838595" y="3235419"/>
                </a:lnTo>
                <a:close/>
                <a:moveTo>
                  <a:pt x="4736992" y="3201960"/>
                </a:moveTo>
                <a:lnTo>
                  <a:pt x="4736998" y="3201962"/>
                </a:lnTo>
                <a:lnTo>
                  <a:pt x="4736998" y="3229515"/>
                </a:lnTo>
                <a:lnTo>
                  <a:pt x="4737005" y="3229518"/>
                </a:lnTo>
                <a:lnTo>
                  <a:pt x="4736999" y="3229515"/>
                </a:lnTo>
                <a:lnTo>
                  <a:pt x="4736999" y="3201962"/>
                </a:lnTo>
                <a:close/>
                <a:moveTo>
                  <a:pt x="2902818" y="3194084"/>
                </a:moveTo>
                <a:lnTo>
                  <a:pt x="2902818" y="3194089"/>
                </a:lnTo>
                <a:lnTo>
                  <a:pt x="2902818" y="3194090"/>
                </a:lnTo>
                <a:lnTo>
                  <a:pt x="2902818" y="3194089"/>
                </a:lnTo>
                <a:close/>
                <a:moveTo>
                  <a:pt x="8299111" y="3188186"/>
                </a:moveTo>
                <a:lnTo>
                  <a:pt x="8310919" y="3217707"/>
                </a:lnTo>
                <a:lnTo>
                  <a:pt x="8338471" y="3219675"/>
                </a:lnTo>
                <a:lnTo>
                  <a:pt x="8352247" y="3241323"/>
                </a:lnTo>
                <a:lnTo>
                  <a:pt x="8326663" y="3249195"/>
                </a:lnTo>
                <a:lnTo>
                  <a:pt x="8334535" y="3264939"/>
                </a:lnTo>
                <a:lnTo>
                  <a:pt x="8318791" y="3266907"/>
                </a:lnTo>
                <a:lnTo>
                  <a:pt x="8306983" y="3282651"/>
                </a:lnTo>
                <a:lnTo>
                  <a:pt x="8295175" y="3274779"/>
                </a:lnTo>
                <a:lnTo>
                  <a:pt x="8261718" y="3274779"/>
                </a:lnTo>
                <a:lnTo>
                  <a:pt x="8253846" y="3286587"/>
                </a:lnTo>
                <a:lnTo>
                  <a:pt x="8238102" y="3323980"/>
                </a:lnTo>
                <a:lnTo>
                  <a:pt x="8212518" y="3353500"/>
                </a:lnTo>
                <a:lnTo>
                  <a:pt x="8188902" y="3361372"/>
                </a:lnTo>
                <a:lnTo>
                  <a:pt x="8173158" y="3353500"/>
                </a:lnTo>
                <a:lnTo>
                  <a:pt x="8157414" y="3357436"/>
                </a:lnTo>
                <a:lnTo>
                  <a:pt x="8141669" y="3369244"/>
                </a:lnTo>
                <a:lnTo>
                  <a:pt x="8098373" y="3369244"/>
                </a:lnTo>
                <a:lnTo>
                  <a:pt x="8098373" y="3369245"/>
                </a:lnTo>
                <a:lnTo>
                  <a:pt x="8141670" y="3369245"/>
                </a:lnTo>
                <a:lnTo>
                  <a:pt x="8159382" y="3357437"/>
                </a:lnTo>
                <a:lnTo>
                  <a:pt x="8173158" y="3353501"/>
                </a:lnTo>
                <a:lnTo>
                  <a:pt x="8188902" y="3361373"/>
                </a:lnTo>
                <a:lnTo>
                  <a:pt x="8212519" y="3353501"/>
                </a:lnTo>
                <a:lnTo>
                  <a:pt x="8238103" y="3323981"/>
                </a:lnTo>
                <a:lnTo>
                  <a:pt x="8253847" y="3286588"/>
                </a:lnTo>
                <a:lnTo>
                  <a:pt x="8261719" y="3274780"/>
                </a:lnTo>
                <a:lnTo>
                  <a:pt x="8295175" y="3274780"/>
                </a:lnTo>
                <a:lnTo>
                  <a:pt x="8306984" y="3284620"/>
                </a:lnTo>
                <a:lnTo>
                  <a:pt x="8306984" y="3302332"/>
                </a:lnTo>
                <a:lnTo>
                  <a:pt x="8322728" y="3318077"/>
                </a:lnTo>
                <a:lnTo>
                  <a:pt x="8318792" y="3343661"/>
                </a:lnTo>
                <a:lnTo>
                  <a:pt x="8340440" y="3349565"/>
                </a:lnTo>
                <a:lnTo>
                  <a:pt x="8348312" y="3365309"/>
                </a:lnTo>
                <a:lnTo>
                  <a:pt x="8326664" y="3369245"/>
                </a:lnTo>
                <a:lnTo>
                  <a:pt x="8322728" y="3361373"/>
                </a:lnTo>
                <a:lnTo>
                  <a:pt x="8303048" y="3377117"/>
                </a:lnTo>
                <a:lnTo>
                  <a:pt x="8310920" y="3402701"/>
                </a:lnTo>
                <a:lnTo>
                  <a:pt x="8287303" y="3434190"/>
                </a:lnTo>
                <a:lnTo>
                  <a:pt x="8273527" y="3438126"/>
                </a:lnTo>
                <a:lnTo>
                  <a:pt x="8275495" y="3467646"/>
                </a:lnTo>
                <a:lnTo>
                  <a:pt x="8249911" y="3495198"/>
                </a:lnTo>
                <a:lnTo>
                  <a:pt x="8228263" y="3503070"/>
                </a:lnTo>
                <a:lnTo>
                  <a:pt x="8228263" y="3495198"/>
                </a:lnTo>
                <a:lnTo>
                  <a:pt x="8212519" y="3483390"/>
                </a:lnTo>
                <a:lnTo>
                  <a:pt x="8196774" y="3487326"/>
                </a:lnTo>
                <a:lnTo>
                  <a:pt x="8188902" y="3479454"/>
                </a:lnTo>
                <a:lnTo>
                  <a:pt x="8173158" y="3475518"/>
                </a:lnTo>
                <a:lnTo>
                  <a:pt x="8155446" y="3487326"/>
                </a:lnTo>
                <a:lnTo>
                  <a:pt x="8141670" y="3475518"/>
                </a:lnTo>
                <a:lnTo>
                  <a:pt x="8106245" y="3467646"/>
                </a:lnTo>
                <a:lnTo>
                  <a:pt x="8090501" y="3422382"/>
                </a:lnTo>
                <a:lnTo>
                  <a:pt x="8072789" y="3406637"/>
                </a:lnTo>
                <a:lnTo>
                  <a:pt x="8062949" y="3349565"/>
                </a:lnTo>
                <a:lnTo>
                  <a:pt x="8078693" y="3343661"/>
                </a:lnTo>
                <a:lnTo>
                  <a:pt x="8084597" y="3345137"/>
                </a:lnTo>
                <a:lnTo>
                  <a:pt x="8084597" y="3341692"/>
                </a:lnTo>
                <a:lnTo>
                  <a:pt x="8085850" y="3345450"/>
                </a:lnTo>
                <a:lnTo>
                  <a:pt x="8086000" y="3345487"/>
                </a:lnTo>
                <a:lnTo>
                  <a:pt x="8086565" y="3345431"/>
                </a:lnTo>
                <a:lnTo>
                  <a:pt x="8086565" y="3343661"/>
                </a:lnTo>
                <a:lnTo>
                  <a:pt x="8087246" y="3345363"/>
                </a:lnTo>
                <a:lnTo>
                  <a:pt x="8123957" y="3341692"/>
                </a:lnTo>
                <a:lnTo>
                  <a:pt x="8129861" y="3318076"/>
                </a:lnTo>
                <a:lnTo>
                  <a:pt x="8149541" y="3312172"/>
                </a:lnTo>
                <a:lnTo>
                  <a:pt x="8161350" y="3306268"/>
                </a:lnTo>
                <a:lnTo>
                  <a:pt x="8192838" y="3294459"/>
                </a:lnTo>
                <a:lnTo>
                  <a:pt x="8206614" y="3266907"/>
                </a:lnTo>
                <a:lnTo>
                  <a:pt x="8222358" y="3261003"/>
                </a:lnTo>
                <a:lnTo>
                  <a:pt x="8230230" y="3255099"/>
                </a:lnTo>
                <a:lnTo>
                  <a:pt x="8249910" y="3261003"/>
                </a:lnTo>
                <a:lnTo>
                  <a:pt x="8253846" y="3231483"/>
                </a:lnTo>
                <a:close/>
                <a:moveTo>
                  <a:pt x="4908205" y="3180334"/>
                </a:moveTo>
                <a:lnTo>
                  <a:pt x="4884601" y="3219675"/>
                </a:lnTo>
                <a:lnTo>
                  <a:pt x="4888537" y="3241323"/>
                </a:lnTo>
                <a:lnTo>
                  <a:pt x="4894975" y="3252052"/>
                </a:lnTo>
                <a:lnTo>
                  <a:pt x="4890504" y="3241323"/>
                </a:lnTo>
                <a:lnTo>
                  <a:pt x="4886568" y="3219675"/>
                </a:lnTo>
                <a:close/>
                <a:moveTo>
                  <a:pt x="6329125" y="3166539"/>
                </a:moveTo>
                <a:lnTo>
                  <a:pt x="6307502" y="3170471"/>
                </a:lnTo>
                <a:lnTo>
                  <a:pt x="6329009" y="3166886"/>
                </a:lnTo>
                <a:close/>
                <a:moveTo>
                  <a:pt x="4679926" y="3166538"/>
                </a:moveTo>
                <a:lnTo>
                  <a:pt x="4664183" y="3170474"/>
                </a:lnTo>
                <a:lnTo>
                  <a:pt x="4664183" y="3170475"/>
                </a:lnTo>
                <a:lnTo>
                  <a:pt x="4679927" y="3166539"/>
                </a:lnTo>
                <a:close/>
                <a:moveTo>
                  <a:pt x="5927649" y="3140953"/>
                </a:moveTo>
                <a:lnTo>
                  <a:pt x="5927638" y="3140969"/>
                </a:lnTo>
                <a:lnTo>
                  <a:pt x="5927649" y="3140955"/>
                </a:lnTo>
                <a:close/>
                <a:moveTo>
                  <a:pt x="5341181" y="3135050"/>
                </a:moveTo>
                <a:lnTo>
                  <a:pt x="5325437" y="3152762"/>
                </a:lnTo>
                <a:lnTo>
                  <a:pt x="5311661" y="3205899"/>
                </a:lnTo>
                <a:lnTo>
                  <a:pt x="5295916" y="3219675"/>
                </a:lnTo>
                <a:lnTo>
                  <a:pt x="5278204" y="3201963"/>
                </a:lnTo>
                <a:lnTo>
                  <a:pt x="5262460" y="3201963"/>
                </a:lnTo>
                <a:lnTo>
                  <a:pt x="5223101" y="3243290"/>
                </a:lnTo>
                <a:lnTo>
                  <a:pt x="5262460" y="3203931"/>
                </a:lnTo>
                <a:lnTo>
                  <a:pt x="5278204" y="3203931"/>
                </a:lnTo>
                <a:lnTo>
                  <a:pt x="5295916" y="3219675"/>
                </a:lnTo>
                <a:lnTo>
                  <a:pt x="5311660" y="3207867"/>
                </a:lnTo>
                <a:lnTo>
                  <a:pt x="5325436" y="3154730"/>
                </a:lnTo>
                <a:close/>
                <a:moveTo>
                  <a:pt x="7242285" y="3131114"/>
                </a:moveTo>
                <a:lnTo>
                  <a:pt x="7254094" y="3131114"/>
                </a:lnTo>
                <a:lnTo>
                  <a:pt x="7261966" y="3138986"/>
                </a:lnTo>
                <a:lnTo>
                  <a:pt x="7261966" y="3154730"/>
                </a:lnTo>
                <a:lnTo>
                  <a:pt x="7283614" y="3168507"/>
                </a:lnTo>
                <a:lnTo>
                  <a:pt x="7287550" y="3188187"/>
                </a:lnTo>
                <a:lnTo>
                  <a:pt x="7291486" y="3196059"/>
                </a:lnTo>
                <a:lnTo>
                  <a:pt x="7291486" y="3207867"/>
                </a:lnTo>
                <a:lnTo>
                  <a:pt x="7263934" y="3231483"/>
                </a:lnTo>
                <a:lnTo>
                  <a:pt x="7250158" y="3231483"/>
                </a:lnTo>
                <a:lnTo>
                  <a:pt x="7238349" y="3219675"/>
                </a:lnTo>
                <a:lnTo>
                  <a:pt x="7230477" y="3168507"/>
                </a:lnTo>
                <a:lnTo>
                  <a:pt x="7234413" y="3154730"/>
                </a:lnTo>
                <a:lnTo>
                  <a:pt x="7234413" y="3142922"/>
                </a:lnTo>
                <a:close/>
                <a:moveTo>
                  <a:pt x="8531337" y="3125210"/>
                </a:moveTo>
                <a:lnTo>
                  <a:pt x="8549049" y="3137018"/>
                </a:lnTo>
                <a:lnTo>
                  <a:pt x="8556921" y="3154731"/>
                </a:lnTo>
                <a:lnTo>
                  <a:pt x="8552985" y="3166539"/>
                </a:lnTo>
                <a:lnTo>
                  <a:pt x="8564793" y="3178347"/>
                </a:lnTo>
                <a:lnTo>
                  <a:pt x="8560857" y="3196059"/>
                </a:lnTo>
                <a:lnTo>
                  <a:pt x="8552985" y="3203931"/>
                </a:lnTo>
                <a:lnTo>
                  <a:pt x="8539209" y="3196059"/>
                </a:lnTo>
                <a:lnTo>
                  <a:pt x="8531337" y="3199995"/>
                </a:lnTo>
                <a:lnTo>
                  <a:pt x="8531337" y="3207867"/>
                </a:lnTo>
                <a:lnTo>
                  <a:pt x="8539209" y="3215739"/>
                </a:lnTo>
                <a:lnTo>
                  <a:pt x="8539209" y="3231483"/>
                </a:lnTo>
                <a:lnTo>
                  <a:pt x="8535273" y="3237387"/>
                </a:lnTo>
                <a:lnTo>
                  <a:pt x="8527401" y="3231483"/>
                </a:lnTo>
                <a:lnTo>
                  <a:pt x="8527401" y="3219675"/>
                </a:lnTo>
                <a:lnTo>
                  <a:pt x="8523465" y="3225579"/>
                </a:lnTo>
                <a:lnTo>
                  <a:pt x="8515593" y="3229515"/>
                </a:lnTo>
                <a:lnTo>
                  <a:pt x="8491976" y="3211803"/>
                </a:lnTo>
                <a:lnTo>
                  <a:pt x="8491976" y="3203931"/>
                </a:lnTo>
                <a:lnTo>
                  <a:pt x="8499849" y="3188187"/>
                </a:lnTo>
                <a:lnTo>
                  <a:pt x="8488040" y="3182283"/>
                </a:lnTo>
                <a:lnTo>
                  <a:pt x="8480168" y="3182283"/>
                </a:lnTo>
                <a:lnTo>
                  <a:pt x="8474264" y="3182283"/>
                </a:lnTo>
                <a:lnTo>
                  <a:pt x="8466392" y="3184251"/>
                </a:lnTo>
                <a:lnTo>
                  <a:pt x="8458520" y="3178347"/>
                </a:lnTo>
                <a:lnTo>
                  <a:pt x="8446712" y="3182283"/>
                </a:lnTo>
                <a:lnTo>
                  <a:pt x="8446712" y="3188187"/>
                </a:lnTo>
                <a:lnTo>
                  <a:pt x="8442776" y="3192123"/>
                </a:lnTo>
                <a:lnTo>
                  <a:pt x="8434904" y="3196059"/>
                </a:lnTo>
                <a:lnTo>
                  <a:pt x="8434904" y="3184251"/>
                </a:lnTo>
                <a:lnTo>
                  <a:pt x="8442776" y="3174411"/>
                </a:lnTo>
                <a:lnTo>
                  <a:pt x="8450648" y="3170475"/>
                </a:lnTo>
                <a:lnTo>
                  <a:pt x="8474264" y="3148826"/>
                </a:lnTo>
                <a:lnTo>
                  <a:pt x="8488040" y="3158667"/>
                </a:lnTo>
                <a:lnTo>
                  <a:pt x="8491976" y="3170475"/>
                </a:lnTo>
                <a:lnTo>
                  <a:pt x="8503785" y="3166539"/>
                </a:lnTo>
                <a:lnTo>
                  <a:pt x="8503785" y="3154731"/>
                </a:lnTo>
                <a:lnTo>
                  <a:pt x="8515593" y="3150794"/>
                </a:lnTo>
                <a:lnTo>
                  <a:pt x="8519529" y="3140954"/>
                </a:lnTo>
                <a:lnTo>
                  <a:pt x="8527401" y="3140954"/>
                </a:lnTo>
                <a:lnTo>
                  <a:pt x="8531337" y="3144890"/>
                </a:lnTo>
                <a:lnTo>
                  <a:pt x="8539209" y="3137018"/>
                </a:lnTo>
                <a:close/>
                <a:moveTo>
                  <a:pt x="4860985" y="3123242"/>
                </a:moveTo>
                <a:lnTo>
                  <a:pt x="4846319" y="3134241"/>
                </a:lnTo>
                <a:lnTo>
                  <a:pt x="4847209" y="3135050"/>
                </a:lnTo>
                <a:lnTo>
                  <a:pt x="4862951" y="3123242"/>
                </a:lnTo>
                <a:close/>
                <a:moveTo>
                  <a:pt x="4748807" y="3121275"/>
                </a:moveTo>
                <a:lnTo>
                  <a:pt x="4752602" y="3159228"/>
                </a:lnTo>
                <a:lnTo>
                  <a:pt x="4752743" y="3158666"/>
                </a:lnTo>
                <a:lnTo>
                  <a:pt x="4748807" y="3121275"/>
                </a:lnTo>
                <a:close/>
                <a:moveTo>
                  <a:pt x="8503785" y="3109465"/>
                </a:moveTo>
                <a:lnTo>
                  <a:pt x="8507721" y="3109465"/>
                </a:lnTo>
                <a:lnTo>
                  <a:pt x="8515593" y="3109465"/>
                </a:lnTo>
                <a:lnTo>
                  <a:pt x="8503785" y="3125209"/>
                </a:lnTo>
                <a:lnTo>
                  <a:pt x="8491977" y="3121273"/>
                </a:lnTo>
                <a:close/>
                <a:moveTo>
                  <a:pt x="3231500" y="3101594"/>
                </a:moveTo>
                <a:lnTo>
                  <a:pt x="3227564" y="3109466"/>
                </a:lnTo>
                <a:lnTo>
                  <a:pt x="3231500" y="3109466"/>
                </a:lnTo>
                <a:lnTo>
                  <a:pt x="3231500" y="3125210"/>
                </a:lnTo>
                <a:lnTo>
                  <a:pt x="3213787" y="3125210"/>
                </a:lnTo>
                <a:lnTo>
                  <a:pt x="3213787" y="3109466"/>
                </a:lnTo>
                <a:close/>
                <a:moveTo>
                  <a:pt x="2574158" y="3101593"/>
                </a:moveTo>
                <a:lnTo>
                  <a:pt x="2574202" y="3101603"/>
                </a:lnTo>
                <a:lnTo>
                  <a:pt x="2574160" y="3101593"/>
                </a:lnTo>
                <a:close/>
                <a:moveTo>
                  <a:pt x="5931668" y="3101557"/>
                </a:moveTo>
                <a:lnTo>
                  <a:pt x="5931587" y="3101590"/>
                </a:lnTo>
                <a:lnTo>
                  <a:pt x="5931587" y="3101594"/>
                </a:lnTo>
                <a:close/>
                <a:moveTo>
                  <a:pt x="8529369" y="3097657"/>
                </a:moveTo>
                <a:lnTo>
                  <a:pt x="8545113" y="3097657"/>
                </a:lnTo>
                <a:lnTo>
                  <a:pt x="8541177" y="3109465"/>
                </a:lnTo>
                <a:lnTo>
                  <a:pt x="8537241" y="3113401"/>
                </a:lnTo>
                <a:lnTo>
                  <a:pt x="8529369" y="3109465"/>
                </a:lnTo>
                <a:close/>
                <a:moveTo>
                  <a:pt x="2910188" y="3095174"/>
                </a:moveTo>
                <a:lnTo>
                  <a:pt x="2894945" y="3109464"/>
                </a:lnTo>
                <a:lnTo>
                  <a:pt x="2889693" y="3125220"/>
                </a:lnTo>
                <a:lnTo>
                  <a:pt x="2894946" y="3111433"/>
                </a:lnTo>
                <a:close/>
                <a:moveTo>
                  <a:pt x="4979065" y="3093722"/>
                </a:moveTo>
                <a:lnTo>
                  <a:pt x="4979065" y="3129146"/>
                </a:lnTo>
                <a:lnTo>
                  <a:pt x="4983001" y="3182282"/>
                </a:lnTo>
                <a:lnTo>
                  <a:pt x="4988250" y="3188843"/>
                </a:lnTo>
                <a:lnTo>
                  <a:pt x="4984969" y="3182282"/>
                </a:lnTo>
                <a:lnTo>
                  <a:pt x="4981033" y="3129145"/>
                </a:lnTo>
                <a:lnTo>
                  <a:pt x="4981033" y="3094706"/>
                </a:lnTo>
                <a:lnTo>
                  <a:pt x="4979066" y="3093722"/>
                </a:lnTo>
                <a:close/>
                <a:moveTo>
                  <a:pt x="7629985" y="3093721"/>
                </a:moveTo>
                <a:lnTo>
                  <a:pt x="7631953" y="3097657"/>
                </a:lnTo>
                <a:lnTo>
                  <a:pt x="7631953" y="3101593"/>
                </a:lnTo>
                <a:lnTo>
                  <a:pt x="7629985" y="3101593"/>
                </a:lnTo>
                <a:close/>
                <a:moveTo>
                  <a:pt x="3249212" y="3089786"/>
                </a:moveTo>
                <a:lnTo>
                  <a:pt x="3249212" y="3097658"/>
                </a:lnTo>
                <a:lnTo>
                  <a:pt x="3241341" y="3101594"/>
                </a:lnTo>
                <a:lnTo>
                  <a:pt x="3237405" y="3093722"/>
                </a:lnTo>
                <a:close/>
                <a:moveTo>
                  <a:pt x="8466392" y="3085849"/>
                </a:moveTo>
                <a:lnTo>
                  <a:pt x="8480168" y="3089785"/>
                </a:lnTo>
                <a:lnTo>
                  <a:pt x="8476232" y="3113401"/>
                </a:lnTo>
                <a:lnTo>
                  <a:pt x="8468360" y="3127177"/>
                </a:lnTo>
                <a:lnTo>
                  <a:pt x="8458520" y="3131113"/>
                </a:lnTo>
                <a:lnTo>
                  <a:pt x="8442776" y="3123241"/>
                </a:lnTo>
                <a:lnTo>
                  <a:pt x="8446712" y="3113401"/>
                </a:lnTo>
                <a:lnTo>
                  <a:pt x="8466392" y="3109465"/>
                </a:lnTo>
                <a:lnTo>
                  <a:pt x="8462456" y="3101593"/>
                </a:lnTo>
                <a:close/>
                <a:moveTo>
                  <a:pt x="4910179" y="3085457"/>
                </a:moveTo>
                <a:lnTo>
                  <a:pt x="4906249" y="3085850"/>
                </a:lnTo>
                <a:lnTo>
                  <a:pt x="4892478" y="3123228"/>
                </a:lnTo>
                <a:lnTo>
                  <a:pt x="4908216" y="3085849"/>
                </a:lnTo>
                <a:close/>
                <a:moveTo>
                  <a:pt x="4827527" y="3083883"/>
                </a:moveTo>
                <a:lnTo>
                  <a:pt x="4827527" y="3083889"/>
                </a:lnTo>
                <a:lnTo>
                  <a:pt x="4827528" y="3083883"/>
                </a:lnTo>
                <a:close/>
                <a:moveTo>
                  <a:pt x="8488041" y="3081913"/>
                </a:moveTo>
                <a:lnTo>
                  <a:pt x="8491977" y="3109465"/>
                </a:lnTo>
                <a:lnTo>
                  <a:pt x="8488041" y="3121273"/>
                </a:lnTo>
                <a:lnTo>
                  <a:pt x="8480169" y="3121273"/>
                </a:lnTo>
                <a:close/>
                <a:moveTo>
                  <a:pt x="8495913" y="3079945"/>
                </a:moveTo>
                <a:lnTo>
                  <a:pt x="8511657" y="3079945"/>
                </a:lnTo>
                <a:lnTo>
                  <a:pt x="8523465" y="3091753"/>
                </a:lnTo>
                <a:lnTo>
                  <a:pt x="8527401" y="3101593"/>
                </a:lnTo>
                <a:lnTo>
                  <a:pt x="8511657" y="3105529"/>
                </a:lnTo>
                <a:lnTo>
                  <a:pt x="8511657" y="3091753"/>
                </a:lnTo>
                <a:close/>
                <a:moveTo>
                  <a:pt x="7781522" y="3076010"/>
                </a:moveTo>
                <a:lnTo>
                  <a:pt x="7773649" y="3095690"/>
                </a:lnTo>
                <a:lnTo>
                  <a:pt x="7773647" y="3095697"/>
                </a:lnTo>
                <a:lnTo>
                  <a:pt x="7773650" y="3095690"/>
                </a:lnTo>
                <a:close/>
                <a:moveTo>
                  <a:pt x="5612765" y="3068139"/>
                </a:moveTo>
                <a:lnTo>
                  <a:pt x="5597024" y="3077977"/>
                </a:lnTo>
                <a:lnTo>
                  <a:pt x="5589167" y="3109405"/>
                </a:lnTo>
                <a:lnTo>
                  <a:pt x="5597023" y="3079945"/>
                </a:lnTo>
                <a:close/>
                <a:moveTo>
                  <a:pt x="8438840" y="3068137"/>
                </a:moveTo>
                <a:lnTo>
                  <a:pt x="8450648" y="3068137"/>
                </a:lnTo>
                <a:lnTo>
                  <a:pt x="8460488" y="3072073"/>
                </a:lnTo>
                <a:lnTo>
                  <a:pt x="8456552" y="3087817"/>
                </a:lnTo>
                <a:lnTo>
                  <a:pt x="8438840" y="3097657"/>
                </a:lnTo>
                <a:close/>
                <a:moveTo>
                  <a:pt x="5063691" y="3064202"/>
                </a:moveTo>
                <a:lnTo>
                  <a:pt x="5079274" y="3091472"/>
                </a:lnTo>
                <a:lnTo>
                  <a:pt x="5079434" y="3089786"/>
                </a:lnTo>
                <a:lnTo>
                  <a:pt x="5066643" y="3064202"/>
                </a:lnTo>
                <a:close/>
                <a:moveTo>
                  <a:pt x="4835400" y="3064202"/>
                </a:moveTo>
                <a:lnTo>
                  <a:pt x="4835399" y="3064203"/>
                </a:lnTo>
                <a:lnTo>
                  <a:pt x="4835401" y="3064208"/>
                </a:lnTo>
                <a:close/>
                <a:moveTo>
                  <a:pt x="3009112" y="3064202"/>
                </a:moveTo>
                <a:lnTo>
                  <a:pt x="3013049" y="3072074"/>
                </a:lnTo>
                <a:lnTo>
                  <a:pt x="3009112" y="3072074"/>
                </a:lnTo>
                <a:lnTo>
                  <a:pt x="3001241" y="3068138"/>
                </a:lnTo>
                <a:close/>
                <a:moveTo>
                  <a:pt x="3213789" y="3060266"/>
                </a:moveTo>
                <a:lnTo>
                  <a:pt x="3221661" y="3064202"/>
                </a:lnTo>
                <a:lnTo>
                  <a:pt x="3217725" y="3072074"/>
                </a:lnTo>
                <a:lnTo>
                  <a:pt x="3209853" y="3068138"/>
                </a:lnTo>
                <a:close/>
                <a:moveTo>
                  <a:pt x="5036290" y="3056785"/>
                </a:moveTo>
                <a:lnTo>
                  <a:pt x="5040074" y="3068137"/>
                </a:lnTo>
                <a:lnTo>
                  <a:pt x="5041918" y="3067830"/>
                </a:lnTo>
                <a:lnTo>
                  <a:pt x="5038106" y="3058298"/>
                </a:lnTo>
                <a:close/>
                <a:moveTo>
                  <a:pt x="6161844" y="3056329"/>
                </a:moveTo>
                <a:lnTo>
                  <a:pt x="6147786" y="3059844"/>
                </a:lnTo>
                <a:lnTo>
                  <a:pt x="6147787" y="3059844"/>
                </a:lnTo>
                <a:lnTo>
                  <a:pt x="6161843" y="3056330"/>
                </a:lnTo>
                <a:close/>
                <a:moveTo>
                  <a:pt x="4613013" y="3052394"/>
                </a:moveTo>
                <a:lnTo>
                  <a:pt x="4611704" y="3052581"/>
                </a:lnTo>
                <a:lnTo>
                  <a:pt x="4652374" y="3064201"/>
                </a:lnTo>
                <a:lnTo>
                  <a:pt x="4683817" y="3079922"/>
                </a:lnTo>
                <a:lnTo>
                  <a:pt x="4654342" y="3064203"/>
                </a:lnTo>
                <a:lnTo>
                  <a:pt x="4654342" y="3064202"/>
                </a:lnTo>
                <a:close/>
                <a:moveTo>
                  <a:pt x="5988658" y="3052390"/>
                </a:moveTo>
                <a:lnTo>
                  <a:pt x="5988439" y="3052449"/>
                </a:lnTo>
                <a:lnTo>
                  <a:pt x="5988658" y="3052394"/>
                </a:lnTo>
                <a:close/>
                <a:moveTo>
                  <a:pt x="6500343" y="3048457"/>
                </a:moveTo>
                <a:lnTo>
                  <a:pt x="6508215" y="3048457"/>
                </a:lnTo>
                <a:lnTo>
                  <a:pt x="6508215" y="3060265"/>
                </a:lnTo>
                <a:lnTo>
                  <a:pt x="6492471" y="3064201"/>
                </a:lnTo>
                <a:lnTo>
                  <a:pt x="6474759" y="3056329"/>
                </a:lnTo>
                <a:lnTo>
                  <a:pt x="6478695" y="3052393"/>
                </a:lnTo>
                <a:lnTo>
                  <a:pt x="6488535" y="3052393"/>
                </a:lnTo>
                <a:close/>
                <a:moveTo>
                  <a:pt x="8503784" y="3040586"/>
                </a:moveTo>
                <a:lnTo>
                  <a:pt x="8511656" y="3040586"/>
                </a:lnTo>
                <a:lnTo>
                  <a:pt x="8525432" y="3044522"/>
                </a:lnTo>
                <a:lnTo>
                  <a:pt x="8533304" y="3056330"/>
                </a:lnTo>
                <a:lnTo>
                  <a:pt x="8529368" y="3079946"/>
                </a:lnTo>
                <a:lnTo>
                  <a:pt x="8519528" y="3072074"/>
                </a:lnTo>
                <a:lnTo>
                  <a:pt x="8515592" y="3056330"/>
                </a:lnTo>
                <a:lnTo>
                  <a:pt x="8503784" y="3048458"/>
                </a:lnTo>
                <a:close/>
                <a:moveTo>
                  <a:pt x="8470328" y="3040586"/>
                </a:moveTo>
                <a:lnTo>
                  <a:pt x="8478200" y="3044522"/>
                </a:lnTo>
                <a:lnTo>
                  <a:pt x="8488040" y="3052394"/>
                </a:lnTo>
                <a:lnTo>
                  <a:pt x="8488040" y="3054362"/>
                </a:lnTo>
                <a:lnTo>
                  <a:pt x="8478200" y="3052394"/>
                </a:lnTo>
                <a:lnTo>
                  <a:pt x="8466392" y="3054362"/>
                </a:lnTo>
                <a:close/>
                <a:moveTo>
                  <a:pt x="3225595" y="3036649"/>
                </a:moveTo>
                <a:lnTo>
                  <a:pt x="3229532" y="3036649"/>
                </a:lnTo>
                <a:lnTo>
                  <a:pt x="3231500" y="3040585"/>
                </a:lnTo>
                <a:lnTo>
                  <a:pt x="3225595" y="3044521"/>
                </a:lnTo>
                <a:close/>
                <a:moveTo>
                  <a:pt x="2517087" y="3036648"/>
                </a:moveTo>
                <a:lnTo>
                  <a:pt x="2505671" y="3044258"/>
                </a:lnTo>
                <a:lnTo>
                  <a:pt x="2507246" y="3044521"/>
                </a:lnTo>
                <a:lnTo>
                  <a:pt x="2517087" y="3036649"/>
                </a:lnTo>
                <a:close/>
                <a:moveTo>
                  <a:pt x="5600961" y="3036647"/>
                </a:moveTo>
                <a:lnTo>
                  <a:pt x="5600960" y="3036649"/>
                </a:lnTo>
                <a:lnTo>
                  <a:pt x="5612768" y="3052393"/>
                </a:lnTo>
                <a:lnTo>
                  <a:pt x="5612768" y="3068137"/>
                </a:lnTo>
                <a:lnTo>
                  <a:pt x="5634415" y="3083881"/>
                </a:lnTo>
                <a:lnTo>
                  <a:pt x="5634415" y="3095689"/>
                </a:lnTo>
                <a:lnTo>
                  <a:pt x="5632447" y="3101594"/>
                </a:lnTo>
                <a:lnTo>
                  <a:pt x="5646223" y="3125210"/>
                </a:lnTo>
                <a:lnTo>
                  <a:pt x="5646223" y="3158666"/>
                </a:lnTo>
                <a:lnTo>
                  <a:pt x="5661968" y="3162602"/>
                </a:lnTo>
                <a:lnTo>
                  <a:pt x="5673776" y="3182282"/>
                </a:lnTo>
                <a:lnTo>
                  <a:pt x="5685584" y="3186218"/>
                </a:lnTo>
                <a:lnTo>
                  <a:pt x="5685634" y="3186269"/>
                </a:lnTo>
                <a:lnTo>
                  <a:pt x="5685585" y="3186215"/>
                </a:lnTo>
                <a:lnTo>
                  <a:pt x="5673777" y="3182279"/>
                </a:lnTo>
                <a:lnTo>
                  <a:pt x="5661969" y="3162598"/>
                </a:lnTo>
                <a:lnTo>
                  <a:pt x="5646225" y="3158662"/>
                </a:lnTo>
                <a:lnTo>
                  <a:pt x="5646225" y="3125206"/>
                </a:lnTo>
                <a:lnTo>
                  <a:pt x="5632449" y="3101590"/>
                </a:lnTo>
                <a:lnTo>
                  <a:pt x="5636385" y="3093718"/>
                </a:lnTo>
                <a:lnTo>
                  <a:pt x="5636385" y="3083878"/>
                </a:lnTo>
                <a:lnTo>
                  <a:pt x="5612768" y="3068134"/>
                </a:lnTo>
                <a:lnTo>
                  <a:pt x="5612768" y="3052390"/>
                </a:lnTo>
                <a:close/>
                <a:moveTo>
                  <a:pt x="4589397" y="3034682"/>
                </a:moveTo>
                <a:lnTo>
                  <a:pt x="4577590" y="3038617"/>
                </a:lnTo>
                <a:lnTo>
                  <a:pt x="4577492" y="3038603"/>
                </a:lnTo>
                <a:lnTo>
                  <a:pt x="4577589" y="3038618"/>
                </a:lnTo>
                <a:lnTo>
                  <a:pt x="4589397" y="3034682"/>
                </a:lnTo>
                <a:close/>
                <a:moveTo>
                  <a:pt x="7635889" y="3028777"/>
                </a:moveTo>
                <a:lnTo>
                  <a:pt x="7635889" y="3048457"/>
                </a:lnTo>
                <a:lnTo>
                  <a:pt x="7631953" y="3079945"/>
                </a:lnTo>
                <a:lnTo>
                  <a:pt x="7629985" y="3079945"/>
                </a:lnTo>
                <a:lnTo>
                  <a:pt x="7629985" y="3064201"/>
                </a:lnTo>
                <a:lnTo>
                  <a:pt x="7631953" y="3042553"/>
                </a:lnTo>
                <a:close/>
                <a:moveTo>
                  <a:pt x="5370699" y="3028774"/>
                </a:moveTo>
                <a:lnTo>
                  <a:pt x="5370701" y="3028777"/>
                </a:lnTo>
                <a:lnTo>
                  <a:pt x="5380541" y="3028777"/>
                </a:lnTo>
                <a:lnTo>
                  <a:pt x="5406125" y="3064202"/>
                </a:lnTo>
                <a:lnTo>
                  <a:pt x="5404157" y="3117338"/>
                </a:lnTo>
                <a:lnTo>
                  <a:pt x="5404158" y="3117338"/>
                </a:lnTo>
                <a:lnTo>
                  <a:pt x="5408094" y="3064201"/>
                </a:lnTo>
                <a:lnTo>
                  <a:pt x="5380541" y="3028777"/>
                </a:lnTo>
                <a:lnTo>
                  <a:pt x="5370701" y="3028777"/>
                </a:lnTo>
                <a:close/>
                <a:moveTo>
                  <a:pt x="4866888" y="3026810"/>
                </a:moveTo>
                <a:lnTo>
                  <a:pt x="4866785" y="3027120"/>
                </a:lnTo>
                <a:lnTo>
                  <a:pt x="4888498" y="3030739"/>
                </a:lnTo>
                <a:close/>
                <a:moveTo>
                  <a:pt x="5264428" y="3022874"/>
                </a:moveTo>
                <a:lnTo>
                  <a:pt x="5261672" y="3026810"/>
                </a:lnTo>
                <a:lnTo>
                  <a:pt x="5264762" y="3022948"/>
                </a:lnTo>
                <a:close/>
                <a:moveTo>
                  <a:pt x="5004650" y="3018938"/>
                </a:moveTo>
                <a:lnTo>
                  <a:pt x="5012522" y="3038618"/>
                </a:lnTo>
                <a:lnTo>
                  <a:pt x="5032192" y="3053370"/>
                </a:lnTo>
                <a:lnTo>
                  <a:pt x="5014490" y="3038618"/>
                </a:lnTo>
                <a:lnTo>
                  <a:pt x="5006617" y="3018938"/>
                </a:lnTo>
                <a:close/>
                <a:moveTo>
                  <a:pt x="6120497" y="3018925"/>
                </a:moveTo>
                <a:lnTo>
                  <a:pt x="6120515" y="3018938"/>
                </a:lnTo>
                <a:lnTo>
                  <a:pt x="6120526" y="3018954"/>
                </a:lnTo>
                <a:lnTo>
                  <a:pt x="6120516" y="3018937"/>
                </a:lnTo>
                <a:close/>
                <a:moveTo>
                  <a:pt x="4555941" y="3011066"/>
                </a:moveTo>
                <a:lnTo>
                  <a:pt x="4554405" y="3011189"/>
                </a:lnTo>
                <a:lnTo>
                  <a:pt x="4581498" y="3018929"/>
                </a:lnTo>
                <a:close/>
                <a:moveTo>
                  <a:pt x="8389639" y="3005161"/>
                </a:moveTo>
                <a:lnTo>
                  <a:pt x="8401447" y="3009097"/>
                </a:lnTo>
                <a:lnTo>
                  <a:pt x="8417191" y="3020905"/>
                </a:lnTo>
                <a:lnTo>
                  <a:pt x="8421127" y="3036649"/>
                </a:lnTo>
                <a:lnTo>
                  <a:pt x="8417191" y="3044521"/>
                </a:lnTo>
                <a:lnTo>
                  <a:pt x="8401447" y="3040585"/>
                </a:lnTo>
                <a:lnTo>
                  <a:pt x="8397511" y="3020905"/>
                </a:lnTo>
                <a:lnTo>
                  <a:pt x="8385703" y="3013033"/>
                </a:lnTo>
                <a:close/>
                <a:moveTo>
                  <a:pt x="4912153" y="2995322"/>
                </a:moveTo>
                <a:lnTo>
                  <a:pt x="4910841" y="2997289"/>
                </a:lnTo>
                <a:lnTo>
                  <a:pt x="4925929" y="2997289"/>
                </a:lnTo>
                <a:lnTo>
                  <a:pt x="4927110" y="2995322"/>
                </a:lnTo>
                <a:close/>
                <a:moveTo>
                  <a:pt x="3229531" y="2991386"/>
                </a:moveTo>
                <a:lnTo>
                  <a:pt x="3237402" y="2991386"/>
                </a:lnTo>
                <a:lnTo>
                  <a:pt x="3241340" y="3003193"/>
                </a:lnTo>
                <a:lnTo>
                  <a:pt x="3237402" y="3005161"/>
                </a:lnTo>
                <a:lnTo>
                  <a:pt x="3225595" y="2995322"/>
                </a:lnTo>
                <a:close/>
                <a:moveTo>
                  <a:pt x="8491976" y="2991385"/>
                </a:moveTo>
                <a:lnTo>
                  <a:pt x="8503784" y="2995321"/>
                </a:lnTo>
                <a:lnTo>
                  <a:pt x="8503784" y="3003193"/>
                </a:lnTo>
                <a:lnTo>
                  <a:pt x="8491976" y="3005161"/>
                </a:lnTo>
                <a:lnTo>
                  <a:pt x="8488040" y="2999257"/>
                </a:lnTo>
                <a:close/>
                <a:moveTo>
                  <a:pt x="8442776" y="2987449"/>
                </a:moveTo>
                <a:lnTo>
                  <a:pt x="8454584" y="2987449"/>
                </a:lnTo>
                <a:lnTo>
                  <a:pt x="8462456" y="2999257"/>
                </a:lnTo>
                <a:lnTo>
                  <a:pt x="8474265" y="2991385"/>
                </a:lnTo>
                <a:lnTo>
                  <a:pt x="8484105" y="3007129"/>
                </a:lnTo>
                <a:lnTo>
                  <a:pt x="8488041" y="3020905"/>
                </a:lnTo>
                <a:lnTo>
                  <a:pt x="8495913" y="3024841"/>
                </a:lnTo>
                <a:lnTo>
                  <a:pt x="8491977" y="3032713"/>
                </a:lnTo>
                <a:lnTo>
                  <a:pt x="8466393" y="3020905"/>
                </a:lnTo>
                <a:lnTo>
                  <a:pt x="8450648" y="3007129"/>
                </a:lnTo>
                <a:lnTo>
                  <a:pt x="8446712" y="3015001"/>
                </a:lnTo>
                <a:lnTo>
                  <a:pt x="8430968" y="2999257"/>
                </a:lnTo>
                <a:close/>
                <a:moveTo>
                  <a:pt x="5612768" y="2987448"/>
                </a:moveTo>
                <a:lnTo>
                  <a:pt x="5612766" y="2987458"/>
                </a:lnTo>
                <a:lnTo>
                  <a:pt x="5604896" y="3028777"/>
                </a:lnTo>
                <a:lnTo>
                  <a:pt x="5600965" y="3036639"/>
                </a:lnTo>
                <a:lnTo>
                  <a:pt x="5604896" y="3030742"/>
                </a:lnTo>
                <a:lnTo>
                  <a:pt x="5612766" y="2987458"/>
                </a:lnTo>
                <a:lnTo>
                  <a:pt x="5612768" y="2987448"/>
                </a:lnTo>
                <a:close/>
                <a:moveTo>
                  <a:pt x="7909444" y="2981545"/>
                </a:moveTo>
                <a:lnTo>
                  <a:pt x="7889763" y="2985481"/>
                </a:lnTo>
                <a:lnTo>
                  <a:pt x="7885827" y="2999257"/>
                </a:lnTo>
                <a:lnTo>
                  <a:pt x="7875987" y="3011065"/>
                </a:lnTo>
                <a:lnTo>
                  <a:pt x="7875987" y="3013033"/>
                </a:lnTo>
                <a:lnTo>
                  <a:pt x="7887795" y="3001224"/>
                </a:lnTo>
                <a:lnTo>
                  <a:pt x="7891731" y="2985480"/>
                </a:lnTo>
                <a:lnTo>
                  <a:pt x="7910230" y="2981780"/>
                </a:lnTo>
                <a:close/>
                <a:moveTo>
                  <a:pt x="4282387" y="2979578"/>
                </a:moveTo>
                <a:lnTo>
                  <a:pt x="4286323" y="2979578"/>
                </a:lnTo>
                <a:lnTo>
                  <a:pt x="4290259" y="2983514"/>
                </a:lnTo>
                <a:lnTo>
                  <a:pt x="4286323" y="2987450"/>
                </a:lnTo>
                <a:close/>
                <a:moveTo>
                  <a:pt x="4971194" y="2977610"/>
                </a:moveTo>
                <a:lnTo>
                  <a:pt x="4979066" y="2985481"/>
                </a:lnTo>
                <a:lnTo>
                  <a:pt x="4983002" y="3005161"/>
                </a:lnTo>
                <a:lnTo>
                  <a:pt x="4994808" y="3018936"/>
                </a:lnTo>
                <a:lnTo>
                  <a:pt x="4984969" y="3003194"/>
                </a:lnTo>
                <a:lnTo>
                  <a:pt x="4981033" y="2985482"/>
                </a:lnTo>
                <a:lnTo>
                  <a:pt x="4973161" y="2977610"/>
                </a:lnTo>
                <a:close/>
                <a:moveTo>
                  <a:pt x="4937737" y="2977610"/>
                </a:moveTo>
                <a:lnTo>
                  <a:pt x="4937734" y="2977614"/>
                </a:lnTo>
                <a:lnTo>
                  <a:pt x="4937737" y="2977610"/>
                </a:lnTo>
                <a:close/>
                <a:moveTo>
                  <a:pt x="2475765" y="2977597"/>
                </a:moveTo>
                <a:lnTo>
                  <a:pt x="2475759" y="2977606"/>
                </a:lnTo>
                <a:lnTo>
                  <a:pt x="2475733" y="2977623"/>
                </a:lnTo>
                <a:lnTo>
                  <a:pt x="2475759" y="2977607"/>
                </a:lnTo>
                <a:close/>
                <a:moveTo>
                  <a:pt x="7996036" y="2973673"/>
                </a:moveTo>
                <a:lnTo>
                  <a:pt x="7984234" y="2981541"/>
                </a:lnTo>
                <a:lnTo>
                  <a:pt x="7996036" y="2975640"/>
                </a:lnTo>
                <a:lnTo>
                  <a:pt x="8007844" y="2993352"/>
                </a:lnTo>
                <a:lnTo>
                  <a:pt x="8019652" y="2993352"/>
                </a:lnTo>
                <a:lnTo>
                  <a:pt x="8027524" y="3026809"/>
                </a:lnTo>
                <a:lnTo>
                  <a:pt x="8015716" y="3056329"/>
                </a:lnTo>
                <a:lnTo>
                  <a:pt x="7982260" y="3056329"/>
                </a:lnTo>
                <a:lnTo>
                  <a:pt x="7970452" y="3064201"/>
                </a:lnTo>
                <a:lnTo>
                  <a:pt x="7970452" y="3064201"/>
                </a:lnTo>
                <a:lnTo>
                  <a:pt x="7982260" y="3056329"/>
                </a:lnTo>
                <a:lnTo>
                  <a:pt x="8015716" y="3056329"/>
                </a:lnTo>
                <a:lnTo>
                  <a:pt x="8027525" y="3026809"/>
                </a:lnTo>
                <a:lnTo>
                  <a:pt x="8019652" y="2991385"/>
                </a:lnTo>
                <a:lnTo>
                  <a:pt x="8019652" y="2991385"/>
                </a:lnTo>
                <a:lnTo>
                  <a:pt x="8007844" y="2991385"/>
                </a:lnTo>
                <a:close/>
                <a:moveTo>
                  <a:pt x="4307972" y="2973673"/>
                </a:moveTo>
                <a:lnTo>
                  <a:pt x="4315844" y="2973673"/>
                </a:lnTo>
                <a:lnTo>
                  <a:pt x="4319780" y="2977609"/>
                </a:lnTo>
                <a:lnTo>
                  <a:pt x="4311908" y="2979576"/>
                </a:lnTo>
                <a:close/>
                <a:moveTo>
                  <a:pt x="3225595" y="2969737"/>
                </a:moveTo>
                <a:lnTo>
                  <a:pt x="3231500" y="2977608"/>
                </a:lnTo>
                <a:lnTo>
                  <a:pt x="3225595" y="2979576"/>
                </a:lnTo>
                <a:lnTo>
                  <a:pt x="3221659" y="2973673"/>
                </a:lnTo>
                <a:close/>
                <a:moveTo>
                  <a:pt x="5067632" y="2969719"/>
                </a:moveTo>
                <a:lnTo>
                  <a:pt x="5067626" y="2969737"/>
                </a:lnTo>
                <a:lnTo>
                  <a:pt x="5067626" y="2969737"/>
                </a:lnTo>
                <a:close/>
                <a:moveTo>
                  <a:pt x="5616704" y="2957928"/>
                </a:moveTo>
                <a:lnTo>
                  <a:pt x="5620639" y="2977607"/>
                </a:lnTo>
                <a:lnTo>
                  <a:pt x="5620640" y="2977606"/>
                </a:lnTo>
                <a:lnTo>
                  <a:pt x="5616705" y="2957928"/>
                </a:lnTo>
                <a:close/>
                <a:moveTo>
                  <a:pt x="7960609" y="2954004"/>
                </a:moveTo>
                <a:lnTo>
                  <a:pt x="7949115" y="2992317"/>
                </a:lnTo>
                <a:lnTo>
                  <a:pt x="7952740" y="2993352"/>
                </a:lnTo>
                <a:lnTo>
                  <a:pt x="7982260" y="2997288"/>
                </a:lnTo>
                <a:lnTo>
                  <a:pt x="7984227" y="2981552"/>
                </a:lnTo>
                <a:lnTo>
                  <a:pt x="7982260" y="2995321"/>
                </a:lnTo>
                <a:lnTo>
                  <a:pt x="7952739" y="2991385"/>
                </a:lnTo>
                <a:close/>
                <a:moveTo>
                  <a:pt x="2418673" y="2950061"/>
                </a:moveTo>
                <a:lnTo>
                  <a:pt x="2406880" y="2953992"/>
                </a:lnTo>
                <a:lnTo>
                  <a:pt x="2365586" y="2957924"/>
                </a:lnTo>
                <a:lnTo>
                  <a:pt x="2406878" y="2955958"/>
                </a:lnTo>
                <a:close/>
                <a:moveTo>
                  <a:pt x="7773646" y="2944131"/>
                </a:moveTo>
                <a:lnTo>
                  <a:pt x="7773649" y="2944153"/>
                </a:lnTo>
                <a:lnTo>
                  <a:pt x="7773642" y="2944160"/>
                </a:lnTo>
                <a:lnTo>
                  <a:pt x="7773650" y="2944153"/>
                </a:lnTo>
                <a:close/>
                <a:moveTo>
                  <a:pt x="3227566" y="2942185"/>
                </a:moveTo>
                <a:lnTo>
                  <a:pt x="3227566" y="2953993"/>
                </a:lnTo>
                <a:lnTo>
                  <a:pt x="3219693" y="2953993"/>
                </a:lnTo>
                <a:lnTo>
                  <a:pt x="3217726" y="2959897"/>
                </a:lnTo>
                <a:lnTo>
                  <a:pt x="3213789" y="2953993"/>
                </a:lnTo>
                <a:lnTo>
                  <a:pt x="3209853" y="2946121"/>
                </a:lnTo>
                <a:lnTo>
                  <a:pt x="3217726" y="2946121"/>
                </a:lnTo>
                <a:close/>
                <a:moveTo>
                  <a:pt x="4571028" y="2931032"/>
                </a:moveTo>
                <a:lnTo>
                  <a:pt x="4577589" y="2936281"/>
                </a:lnTo>
                <a:lnTo>
                  <a:pt x="4589397" y="2944153"/>
                </a:lnTo>
                <a:lnTo>
                  <a:pt x="4601205" y="2959898"/>
                </a:lnTo>
                <a:lnTo>
                  <a:pt x="4630726" y="2985482"/>
                </a:lnTo>
                <a:lnTo>
                  <a:pt x="4630726" y="2985482"/>
                </a:lnTo>
                <a:lnTo>
                  <a:pt x="4638598" y="2965802"/>
                </a:lnTo>
                <a:lnTo>
                  <a:pt x="4650406" y="2961866"/>
                </a:lnTo>
                <a:lnTo>
                  <a:pt x="4660246" y="2977610"/>
                </a:lnTo>
                <a:lnTo>
                  <a:pt x="4661506" y="2976665"/>
                </a:lnTo>
                <a:lnTo>
                  <a:pt x="4650406" y="2961865"/>
                </a:lnTo>
                <a:lnTo>
                  <a:pt x="4638598" y="2965801"/>
                </a:lnTo>
                <a:lnTo>
                  <a:pt x="4630726" y="2983513"/>
                </a:lnTo>
                <a:lnTo>
                  <a:pt x="4601206" y="2957929"/>
                </a:lnTo>
                <a:lnTo>
                  <a:pt x="4589398" y="2942185"/>
                </a:lnTo>
                <a:lnTo>
                  <a:pt x="4577589" y="2934313"/>
                </a:lnTo>
                <a:close/>
                <a:moveTo>
                  <a:pt x="4286323" y="2928409"/>
                </a:moveTo>
                <a:lnTo>
                  <a:pt x="4292227" y="2928409"/>
                </a:lnTo>
                <a:lnTo>
                  <a:pt x="4296164" y="2934312"/>
                </a:lnTo>
                <a:lnTo>
                  <a:pt x="4282387" y="2932345"/>
                </a:lnTo>
                <a:close/>
                <a:moveTo>
                  <a:pt x="3209852" y="2918567"/>
                </a:moveTo>
                <a:lnTo>
                  <a:pt x="3217724" y="2924471"/>
                </a:lnTo>
                <a:lnTo>
                  <a:pt x="3209852" y="2928406"/>
                </a:lnTo>
                <a:lnTo>
                  <a:pt x="3205916" y="2928406"/>
                </a:lnTo>
                <a:lnTo>
                  <a:pt x="3205916" y="2924471"/>
                </a:lnTo>
                <a:close/>
                <a:moveTo>
                  <a:pt x="3127194" y="2898888"/>
                </a:moveTo>
                <a:lnTo>
                  <a:pt x="3133099" y="2904792"/>
                </a:lnTo>
                <a:lnTo>
                  <a:pt x="3127194" y="2906760"/>
                </a:lnTo>
                <a:lnTo>
                  <a:pt x="3123256" y="2900856"/>
                </a:lnTo>
                <a:close/>
                <a:moveTo>
                  <a:pt x="2406880" y="2892983"/>
                </a:moveTo>
                <a:lnTo>
                  <a:pt x="2407077" y="2894950"/>
                </a:lnTo>
                <a:lnTo>
                  <a:pt x="2438366" y="2894950"/>
                </a:lnTo>
                <a:lnTo>
                  <a:pt x="2448388" y="2898708"/>
                </a:lnTo>
                <a:lnTo>
                  <a:pt x="2438369" y="2892983"/>
                </a:lnTo>
                <a:close/>
                <a:moveTo>
                  <a:pt x="3066185" y="2883144"/>
                </a:moveTo>
                <a:lnTo>
                  <a:pt x="3095706" y="2887080"/>
                </a:lnTo>
                <a:lnTo>
                  <a:pt x="3095706" y="2891016"/>
                </a:lnTo>
                <a:lnTo>
                  <a:pt x="3091770" y="2898888"/>
                </a:lnTo>
                <a:lnTo>
                  <a:pt x="3058313" y="2898888"/>
                </a:lnTo>
                <a:lnTo>
                  <a:pt x="3058313" y="2887080"/>
                </a:lnTo>
                <a:close/>
                <a:moveTo>
                  <a:pt x="2767044" y="2883144"/>
                </a:moveTo>
                <a:lnTo>
                  <a:pt x="2800501" y="2896920"/>
                </a:lnTo>
                <a:lnTo>
                  <a:pt x="2800501" y="2906760"/>
                </a:lnTo>
                <a:lnTo>
                  <a:pt x="2767044" y="2904792"/>
                </a:lnTo>
                <a:lnTo>
                  <a:pt x="2755236" y="2896920"/>
                </a:lnTo>
                <a:lnTo>
                  <a:pt x="2753268" y="2889048"/>
                </a:lnTo>
                <a:close/>
                <a:moveTo>
                  <a:pt x="3621133" y="2877240"/>
                </a:moveTo>
                <a:lnTo>
                  <a:pt x="3623101" y="2877240"/>
                </a:lnTo>
                <a:lnTo>
                  <a:pt x="3623101" y="2879208"/>
                </a:lnTo>
                <a:lnTo>
                  <a:pt x="3623101" y="2881176"/>
                </a:lnTo>
                <a:lnTo>
                  <a:pt x="3621133" y="2881176"/>
                </a:lnTo>
                <a:lnTo>
                  <a:pt x="3621133" y="2879208"/>
                </a:lnTo>
                <a:close/>
                <a:moveTo>
                  <a:pt x="3617197" y="2877240"/>
                </a:moveTo>
                <a:lnTo>
                  <a:pt x="3619165" y="2877240"/>
                </a:lnTo>
                <a:lnTo>
                  <a:pt x="3621133" y="2879208"/>
                </a:lnTo>
                <a:lnTo>
                  <a:pt x="3619165" y="2879208"/>
                </a:lnTo>
                <a:lnTo>
                  <a:pt x="3617197" y="2879208"/>
                </a:lnTo>
                <a:close/>
                <a:moveTo>
                  <a:pt x="3630973" y="2875272"/>
                </a:moveTo>
                <a:lnTo>
                  <a:pt x="3632941" y="2875272"/>
                </a:lnTo>
                <a:lnTo>
                  <a:pt x="3632941" y="2877240"/>
                </a:lnTo>
                <a:lnTo>
                  <a:pt x="3630973" y="2877240"/>
                </a:lnTo>
                <a:close/>
                <a:moveTo>
                  <a:pt x="7856306" y="2871336"/>
                </a:moveTo>
                <a:lnTo>
                  <a:pt x="7838416" y="2892805"/>
                </a:lnTo>
                <a:lnTo>
                  <a:pt x="7838595" y="2892984"/>
                </a:lnTo>
                <a:lnTo>
                  <a:pt x="7856307" y="2871336"/>
                </a:lnTo>
                <a:close/>
                <a:moveTo>
                  <a:pt x="3613261" y="2871336"/>
                </a:moveTo>
                <a:lnTo>
                  <a:pt x="3615229" y="2873304"/>
                </a:lnTo>
                <a:lnTo>
                  <a:pt x="3613261" y="2873304"/>
                </a:lnTo>
                <a:close/>
                <a:moveTo>
                  <a:pt x="7909465" y="2867406"/>
                </a:moveTo>
                <a:lnTo>
                  <a:pt x="7923220" y="2871336"/>
                </a:lnTo>
                <a:lnTo>
                  <a:pt x="7931092" y="2904792"/>
                </a:lnTo>
                <a:lnTo>
                  <a:pt x="7958625" y="2940192"/>
                </a:lnTo>
                <a:lnTo>
                  <a:pt x="7933059" y="2904793"/>
                </a:lnTo>
                <a:lnTo>
                  <a:pt x="7925187" y="2871336"/>
                </a:lnTo>
                <a:close/>
                <a:moveTo>
                  <a:pt x="8434904" y="2863464"/>
                </a:moveTo>
                <a:lnTo>
                  <a:pt x="8442776" y="2867400"/>
                </a:lnTo>
                <a:lnTo>
                  <a:pt x="8438840" y="2892984"/>
                </a:lnTo>
                <a:lnTo>
                  <a:pt x="8450648" y="2904793"/>
                </a:lnTo>
                <a:lnTo>
                  <a:pt x="8446712" y="2922505"/>
                </a:lnTo>
                <a:lnTo>
                  <a:pt x="8421128" y="2946121"/>
                </a:lnTo>
                <a:lnTo>
                  <a:pt x="8417192" y="2957929"/>
                </a:lnTo>
                <a:lnTo>
                  <a:pt x="8423096" y="2979577"/>
                </a:lnTo>
                <a:lnTo>
                  <a:pt x="8429000" y="2987449"/>
                </a:lnTo>
                <a:lnTo>
                  <a:pt x="8423096" y="3003193"/>
                </a:lnTo>
                <a:lnTo>
                  <a:pt x="8421128" y="3009097"/>
                </a:lnTo>
                <a:lnTo>
                  <a:pt x="8401447" y="2999257"/>
                </a:lnTo>
                <a:lnTo>
                  <a:pt x="8401447" y="2975641"/>
                </a:lnTo>
                <a:lnTo>
                  <a:pt x="8381767" y="2967769"/>
                </a:lnTo>
                <a:lnTo>
                  <a:pt x="8369959" y="2938249"/>
                </a:lnTo>
                <a:lnTo>
                  <a:pt x="8373895" y="2926441"/>
                </a:lnTo>
                <a:lnTo>
                  <a:pt x="8381767" y="2926441"/>
                </a:lnTo>
                <a:lnTo>
                  <a:pt x="8389639" y="2885112"/>
                </a:lnTo>
                <a:lnTo>
                  <a:pt x="8397511" y="2877240"/>
                </a:lnTo>
                <a:lnTo>
                  <a:pt x="8397511" y="2867400"/>
                </a:lnTo>
                <a:lnTo>
                  <a:pt x="8405383" y="2867400"/>
                </a:lnTo>
                <a:lnTo>
                  <a:pt x="8421128" y="2869368"/>
                </a:lnTo>
                <a:close/>
                <a:moveTo>
                  <a:pt x="7945011" y="2855834"/>
                </a:moveTo>
                <a:lnTo>
                  <a:pt x="7944867" y="2857560"/>
                </a:lnTo>
                <a:lnTo>
                  <a:pt x="7960611" y="2891016"/>
                </a:lnTo>
                <a:lnTo>
                  <a:pt x="8001940" y="2924473"/>
                </a:lnTo>
                <a:lnTo>
                  <a:pt x="8003908" y="2936281"/>
                </a:lnTo>
                <a:lnTo>
                  <a:pt x="8025556" y="2944153"/>
                </a:lnTo>
                <a:lnTo>
                  <a:pt x="8020042" y="2988268"/>
                </a:lnTo>
                <a:lnTo>
                  <a:pt x="8025557" y="2944152"/>
                </a:lnTo>
                <a:lnTo>
                  <a:pt x="8003908" y="2936280"/>
                </a:lnTo>
                <a:lnTo>
                  <a:pt x="8001940" y="2924472"/>
                </a:lnTo>
                <a:lnTo>
                  <a:pt x="7964548" y="2889048"/>
                </a:lnTo>
                <a:close/>
                <a:moveTo>
                  <a:pt x="7744130" y="2845751"/>
                </a:moveTo>
                <a:lnTo>
                  <a:pt x="7744129" y="2845752"/>
                </a:lnTo>
                <a:lnTo>
                  <a:pt x="7744129" y="2883144"/>
                </a:lnTo>
                <a:lnTo>
                  <a:pt x="7756506" y="2892427"/>
                </a:lnTo>
                <a:lnTo>
                  <a:pt x="7744130" y="2881176"/>
                </a:lnTo>
                <a:close/>
                <a:moveTo>
                  <a:pt x="2938263" y="2841815"/>
                </a:moveTo>
                <a:lnTo>
                  <a:pt x="2963848" y="2845751"/>
                </a:lnTo>
                <a:lnTo>
                  <a:pt x="2987464" y="2859527"/>
                </a:lnTo>
                <a:lnTo>
                  <a:pt x="3003208" y="2859527"/>
                </a:lnTo>
                <a:lnTo>
                  <a:pt x="3020921" y="2875271"/>
                </a:lnTo>
                <a:lnTo>
                  <a:pt x="3020921" y="2887079"/>
                </a:lnTo>
                <a:lnTo>
                  <a:pt x="3013049" y="2894951"/>
                </a:lnTo>
                <a:lnTo>
                  <a:pt x="2999272" y="2887079"/>
                </a:lnTo>
                <a:lnTo>
                  <a:pt x="2979592" y="2887079"/>
                </a:lnTo>
                <a:lnTo>
                  <a:pt x="2957944" y="2887079"/>
                </a:lnTo>
                <a:lnTo>
                  <a:pt x="2954007" y="2894951"/>
                </a:lnTo>
                <a:lnTo>
                  <a:pt x="2938263" y="2906759"/>
                </a:lnTo>
                <a:lnTo>
                  <a:pt x="2926455" y="2902823"/>
                </a:lnTo>
                <a:lnTo>
                  <a:pt x="2926455" y="2894951"/>
                </a:lnTo>
                <a:lnTo>
                  <a:pt x="2930391" y="2875271"/>
                </a:lnTo>
                <a:lnTo>
                  <a:pt x="2930391" y="2847719"/>
                </a:lnTo>
                <a:close/>
                <a:moveTo>
                  <a:pt x="2898903" y="2841815"/>
                </a:moveTo>
                <a:lnTo>
                  <a:pt x="2910712" y="2845751"/>
                </a:lnTo>
                <a:lnTo>
                  <a:pt x="2928424" y="2847719"/>
                </a:lnTo>
                <a:lnTo>
                  <a:pt x="2928424" y="2875271"/>
                </a:lnTo>
                <a:lnTo>
                  <a:pt x="2924487" y="2894951"/>
                </a:lnTo>
                <a:lnTo>
                  <a:pt x="2894967" y="2898887"/>
                </a:lnTo>
                <a:lnTo>
                  <a:pt x="2875286" y="2894951"/>
                </a:lnTo>
                <a:lnTo>
                  <a:pt x="2855606" y="2887079"/>
                </a:lnTo>
                <a:lnTo>
                  <a:pt x="2855606" y="2879207"/>
                </a:lnTo>
                <a:lnTo>
                  <a:pt x="2879223" y="2879207"/>
                </a:lnTo>
                <a:lnTo>
                  <a:pt x="2904807" y="2883143"/>
                </a:lnTo>
                <a:lnTo>
                  <a:pt x="2910712" y="2871335"/>
                </a:lnTo>
                <a:lnTo>
                  <a:pt x="2898903" y="2867399"/>
                </a:lnTo>
                <a:lnTo>
                  <a:pt x="2898903" y="2855591"/>
                </a:lnTo>
                <a:lnTo>
                  <a:pt x="2883160" y="2855591"/>
                </a:lnTo>
                <a:lnTo>
                  <a:pt x="2883160" y="2847719"/>
                </a:lnTo>
                <a:close/>
                <a:moveTo>
                  <a:pt x="549068" y="2841814"/>
                </a:moveTo>
                <a:lnTo>
                  <a:pt x="556940" y="2841814"/>
                </a:lnTo>
                <a:lnTo>
                  <a:pt x="568748" y="2857558"/>
                </a:lnTo>
                <a:lnTo>
                  <a:pt x="572684" y="2857558"/>
                </a:lnTo>
                <a:lnTo>
                  <a:pt x="576620" y="2865430"/>
                </a:lnTo>
                <a:lnTo>
                  <a:pt x="553004" y="2881174"/>
                </a:lnTo>
                <a:lnTo>
                  <a:pt x="545132" y="2873302"/>
                </a:lnTo>
                <a:lnTo>
                  <a:pt x="545132" y="2853622"/>
                </a:lnTo>
                <a:close/>
                <a:moveTo>
                  <a:pt x="4327651" y="2828040"/>
                </a:moveTo>
                <a:lnTo>
                  <a:pt x="4329619" y="2828040"/>
                </a:lnTo>
                <a:lnTo>
                  <a:pt x="4329619" y="2830008"/>
                </a:lnTo>
                <a:close/>
                <a:moveTo>
                  <a:pt x="5055801" y="2828036"/>
                </a:moveTo>
                <a:lnTo>
                  <a:pt x="5055818" y="2828041"/>
                </a:lnTo>
                <a:lnTo>
                  <a:pt x="5055818" y="2847721"/>
                </a:lnTo>
                <a:lnTo>
                  <a:pt x="5059754" y="2859529"/>
                </a:lnTo>
                <a:lnTo>
                  <a:pt x="5104963" y="2855761"/>
                </a:lnTo>
                <a:lnTo>
                  <a:pt x="5105018" y="2855592"/>
                </a:lnTo>
                <a:lnTo>
                  <a:pt x="5059754" y="2859528"/>
                </a:lnTo>
                <a:lnTo>
                  <a:pt x="5055818" y="2847720"/>
                </a:lnTo>
                <a:lnTo>
                  <a:pt x="5055818" y="2828040"/>
                </a:lnTo>
                <a:close/>
                <a:moveTo>
                  <a:pt x="531356" y="2822134"/>
                </a:moveTo>
                <a:lnTo>
                  <a:pt x="537260" y="2822134"/>
                </a:lnTo>
                <a:lnTo>
                  <a:pt x="541197" y="2822134"/>
                </a:lnTo>
                <a:lnTo>
                  <a:pt x="541197" y="2830006"/>
                </a:lnTo>
                <a:lnTo>
                  <a:pt x="537260" y="2830006"/>
                </a:lnTo>
                <a:close/>
                <a:moveTo>
                  <a:pt x="8098374" y="2818199"/>
                </a:moveTo>
                <a:lnTo>
                  <a:pt x="8110182" y="2818199"/>
                </a:lnTo>
                <a:lnTo>
                  <a:pt x="8125926" y="2826071"/>
                </a:lnTo>
                <a:lnTo>
                  <a:pt x="8118054" y="2831975"/>
                </a:lnTo>
                <a:lnTo>
                  <a:pt x="8106246" y="2859528"/>
                </a:lnTo>
                <a:lnTo>
                  <a:pt x="8090501" y="2871336"/>
                </a:lnTo>
                <a:lnTo>
                  <a:pt x="8074757" y="2875272"/>
                </a:lnTo>
                <a:lnTo>
                  <a:pt x="8059013" y="2863464"/>
                </a:lnTo>
                <a:lnTo>
                  <a:pt x="8059013" y="2839848"/>
                </a:lnTo>
                <a:lnTo>
                  <a:pt x="8074757" y="2822135"/>
                </a:lnTo>
                <a:lnTo>
                  <a:pt x="8078693" y="2826071"/>
                </a:lnTo>
                <a:close/>
                <a:moveTo>
                  <a:pt x="7777586" y="2818199"/>
                </a:moveTo>
                <a:lnTo>
                  <a:pt x="7777585" y="2818200"/>
                </a:lnTo>
                <a:lnTo>
                  <a:pt x="7777584" y="2818203"/>
                </a:lnTo>
                <a:close/>
                <a:moveTo>
                  <a:pt x="515612" y="2810326"/>
                </a:moveTo>
                <a:lnTo>
                  <a:pt x="519548" y="2814262"/>
                </a:lnTo>
                <a:lnTo>
                  <a:pt x="519548" y="2818198"/>
                </a:lnTo>
                <a:lnTo>
                  <a:pt x="511676" y="2814262"/>
                </a:lnTo>
                <a:close/>
                <a:moveTo>
                  <a:pt x="7812355" y="2806610"/>
                </a:moveTo>
                <a:lnTo>
                  <a:pt x="7811256" y="2806976"/>
                </a:lnTo>
                <a:lnTo>
                  <a:pt x="7811525" y="2807716"/>
                </a:lnTo>
                <a:close/>
                <a:moveTo>
                  <a:pt x="2887094" y="2804423"/>
                </a:moveTo>
                <a:lnTo>
                  <a:pt x="2894966" y="2806391"/>
                </a:lnTo>
                <a:lnTo>
                  <a:pt x="2887094" y="2814262"/>
                </a:lnTo>
                <a:lnTo>
                  <a:pt x="2875286" y="2810327"/>
                </a:lnTo>
                <a:close/>
                <a:moveTo>
                  <a:pt x="486092" y="2804421"/>
                </a:moveTo>
                <a:lnTo>
                  <a:pt x="491996" y="2806389"/>
                </a:lnTo>
                <a:lnTo>
                  <a:pt x="486092" y="2810324"/>
                </a:lnTo>
                <a:lnTo>
                  <a:pt x="482155" y="2806389"/>
                </a:lnTo>
                <a:close/>
                <a:moveTo>
                  <a:pt x="7891731" y="2790647"/>
                </a:moveTo>
                <a:lnTo>
                  <a:pt x="7891731" y="2792616"/>
                </a:lnTo>
                <a:lnTo>
                  <a:pt x="7921251" y="2796552"/>
                </a:lnTo>
                <a:lnTo>
                  <a:pt x="7948803" y="2810328"/>
                </a:lnTo>
                <a:lnTo>
                  <a:pt x="7948783" y="2810566"/>
                </a:lnTo>
                <a:lnTo>
                  <a:pt x="7948804" y="2810327"/>
                </a:lnTo>
                <a:lnTo>
                  <a:pt x="7923219" y="2794583"/>
                </a:lnTo>
                <a:close/>
                <a:moveTo>
                  <a:pt x="2930391" y="2788678"/>
                </a:moveTo>
                <a:lnTo>
                  <a:pt x="2940232" y="2792614"/>
                </a:lnTo>
                <a:lnTo>
                  <a:pt x="2936295" y="2796550"/>
                </a:lnTo>
                <a:lnTo>
                  <a:pt x="2926455" y="2792614"/>
                </a:lnTo>
                <a:close/>
                <a:moveTo>
                  <a:pt x="7842517" y="2786689"/>
                </a:moveTo>
                <a:lnTo>
                  <a:pt x="7842530" y="2786711"/>
                </a:lnTo>
                <a:lnTo>
                  <a:pt x="7838594" y="2786711"/>
                </a:lnTo>
                <a:lnTo>
                  <a:pt x="7840562" y="2788679"/>
                </a:lnTo>
                <a:lnTo>
                  <a:pt x="7856306" y="2788679"/>
                </a:lnTo>
                <a:lnTo>
                  <a:pt x="7856044" y="2786711"/>
                </a:lnTo>
                <a:lnTo>
                  <a:pt x="7842531" y="2786711"/>
                </a:lnTo>
                <a:close/>
                <a:moveTo>
                  <a:pt x="446731" y="2782774"/>
                </a:moveTo>
                <a:lnTo>
                  <a:pt x="450667" y="2788677"/>
                </a:lnTo>
                <a:lnTo>
                  <a:pt x="438859" y="2788677"/>
                </a:lnTo>
                <a:close/>
                <a:moveTo>
                  <a:pt x="2894966" y="2768998"/>
                </a:moveTo>
                <a:lnTo>
                  <a:pt x="2898902" y="2772934"/>
                </a:lnTo>
                <a:lnTo>
                  <a:pt x="2898902" y="2776870"/>
                </a:lnTo>
                <a:lnTo>
                  <a:pt x="2894966" y="2776870"/>
                </a:lnTo>
                <a:close/>
                <a:moveTo>
                  <a:pt x="2629282" y="2768998"/>
                </a:moveTo>
                <a:lnTo>
                  <a:pt x="2633216" y="2768998"/>
                </a:lnTo>
                <a:lnTo>
                  <a:pt x="2637153" y="2772934"/>
                </a:lnTo>
                <a:lnTo>
                  <a:pt x="2629282" y="2772934"/>
                </a:lnTo>
                <a:close/>
                <a:moveTo>
                  <a:pt x="7818907" y="2767207"/>
                </a:moveTo>
                <a:lnTo>
                  <a:pt x="7833705" y="2772588"/>
                </a:lnTo>
                <a:lnTo>
                  <a:pt x="7832691" y="2770967"/>
                </a:lnTo>
                <a:close/>
                <a:moveTo>
                  <a:pt x="5923715" y="2761127"/>
                </a:moveTo>
                <a:lnTo>
                  <a:pt x="5923714" y="2761128"/>
                </a:lnTo>
                <a:lnTo>
                  <a:pt x="5923714" y="2778836"/>
                </a:lnTo>
                <a:lnTo>
                  <a:pt x="5923715" y="2778836"/>
                </a:lnTo>
                <a:close/>
                <a:moveTo>
                  <a:pt x="4605152" y="2757288"/>
                </a:moveTo>
                <a:lnTo>
                  <a:pt x="4608882" y="2794584"/>
                </a:lnTo>
                <a:lnTo>
                  <a:pt x="4609078" y="2794584"/>
                </a:lnTo>
                <a:close/>
                <a:moveTo>
                  <a:pt x="2859542" y="2757191"/>
                </a:moveTo>
                <a:lnTo>
                  <a:pt x="2869383" y="2765063"/>
                </a:lnTo>
                <a:lnTo>
                  <a:pt x="2873319" y="2772935"/>
                </a:lnTo>
                <a:lnTo>
                  <a:pt x="2859542" y="2788679"/>
                </a:lnTo>
                <a:lnTo>
                  <a:pt x="2855606" y="2780807"/>
                </a:lnTo>
                <a:lnTo>
                  <a:pt x="2865447" y="2772935"/>
                </a:lnTo>
                <a:lnTo>
                  <a:pt x="2865447" y="2768999"/>
                </a:lnTo>
                <a:lnTo>
                  <a:pt x="2855606" y="2761127"/>
                </a:lnTo>
                <a:close/>
                <a:moveTo>
                  <a:pt x="2639123" y="2743415"/>
                </a:moveTo>
                <a:lnTo>
                  <a:pt x="2652897" y="2747351"/>
                </a:lnTo>
                <a:lnTo>
                  <a:pt x="2696195" y="2747351"/>
                </a:lnTo>
                <a:lnTo>
                  <a:pt x="2711940" y="2759159"/>
                </a:lnTo>
                <a:lnTo>
                  <a:pt x="2717844" y="2768999"/>
                </a:lnTo>
                <a:lnTo>
                  <a:pt x="2741459" y="2768999"/>
                </a:lnTo>
                <a:lnTo>
                  <a:pt x="2784757" y="2792616"/>
                </a:lnTo>
                <a:lnTo>
                  <a:pt x="2794597" y="2804424"/>
                </a:lnTo>
                <a:lnTo>
                  <a:pt x="2806406" y="2804424"/>
                </a:lnTo>
                <a:lnTo>
                  <a:pt x="2822150" y="2818200"/>
                </a:lnTo>
                <a:lnTo>
                  <a:pt x="2847734" y="2822136"/>
                </a:lnTo>
                <a:lnTo>
                  <a:pt x="2855606" y="2833944"/>
                </a:lnTo>
                <a:lnTo>
                  <a:pt x="2818213" y="2837880"/>
                </a:lnTo>
                <a:lnTo>
                  <a:pt x="2806406" y="2837880"/>
                </a:lnTo>
                <a:lnTo>
                  <a:pt x="2772948" y="2845752"/>
                </a:lnTo>
                <a:lnTo>
                  <a:pt x="2761141" y="2841816"/>
                </a:lnTo>
                <a:lnTo>
                  <a:pt x="2761141" y="2830008"/>
                </a:lnTo>
                <a:lnTo>
                  <a:pt x="2772948" y="2818200"/>
                </a:lnTo>
                <a:lnTo>
                  <a:pt x="2769013" y="2810328"/>
                </a:lnTo>
                <a:lnTo>
                  <a:pt x="2749332" y="2810328"/>
                </a:lnTo>
                <a:lnTo>
                  <a:pt x="2729651" y="2792616"/>
                </a:lnTo>
                <a:lnTo>
                  <a:pt x="2706036" y="2788680"/>
                </a:lnTo>
                <a:lnTo>
                  <a:pt x="2696195" y="2776871"/>
                </a:lnTo>
                <a:lnTo>
                  <a:pt x="2672579" y="2776871"/>
                </a:lnTo>
                <a:lnTo>
                  <a:pt x="2648962" y="2761127"/>
                </a:lnTo>
                <a:lnTo>
                  <a:pt x="2648962" y="2759159"/>
                </a:lnTo>
                <a:lnTo>
                  <a:pt x="2631250" y="2759159"/>
                </a:lnTo>
                <a:lnTo>
                  <a:pt x="2607634" y="2772935"/>
                </a:lnTo>
                <a:lnTo>
                  <a:pt x="2593856" y="2768999"/>
                </a:lnTo>
                <a:lnTo>
                  <a:pt x="2593856" y="2761127"/>
                </a:lnTo>
                <a:lnTo>
                  <a:pt x="2619441" y="2747351"/>
                </a:lnTo>
                <a:close/>
                <a:moveTo>
                  <a:pt x="5965014" y="2742254"/>
                </a:moveTo>
                <a:lnTo>
                  <a:pt x="5949298" y="2753256"/>
                </a:lnTo>
                <a:lnTo>
                  <a:pt x="5944821" y="2754634"/>
                </a:lnTo>
                <a:lnTo>
                  <a:pt x="5951267" y="2753252"/>
                </a:lnTo>
                <a:close/>
                <a:moveTo>
                  <a:pt x="7860243" y="2741447"/>
                </a:moveTo>
                <a:lnTo>
                  <a:pt x="7852371" y="2757191"/>
                </a:lnTo>
                <a:lnTo>
                  <a:pt x="7852578" y="2758743"/>
                </a:lnTo>
                <a:lnTo>
                  <a:pt x="7860242" y="2743415"/>
                </a:lnTo>
                <a:lnTo>
                  <a:pt x="7875987" y="2747351"/>
                </a:lnTo>
                <a:lnTo>
                  <a:pt x="7879923" y="2761127"/>
                </a:lnTo>
                <a:lnTo>
                  <a:pt x="7891731" y="2768999"/>
                </a:lnTo>
                <a:lnTo>
                  <a:pt x="7891731" y="2768999"/>
                </a:lnTo>
                <a:lnTo>
                  <a:pt x="7879923" y="2761127"/>
                </a:lnTo>
                <a:lnTo>
                  <a:pt x="7875987" y="2745383"/>
                </a:lnTo>
                <a:close/>
                <a:moveTo>
                  <a:pt x="2830021" y="2733575"/>
                </a:moveTo>
                <a:lnTo>
                  <a:pt x="2837893" y="2733575"/>
                </a:lnTo>
                <a:lnTo>
                  <a:pt x="2837893" y="2745383"/>
                </a:lnTo>
                <a:lnTo>
                  <a:pt x="2841829" y="2761127"/>
                </a:lnTo>
                <a:lnTo>
                  <a:pt x="2837893" y="2761127"/>
                </a:lnTo>
                <a:close/>
                <a:moveTo>
                  <a:pt x="7887796" y="2733574"/>
                </a:moveTo>
                <a:lnTo>
                  <a:pt x="7875988" y="2745381"/>
                </a:lnTo>
                <a:lnTo>
                  <a:pt x="7887795" y="2735542"/>
                </a:lnTo>
                <a:lnTo>
                  <a:pt x="7903897" y="2737153"/>
                </a:lnTo>
                <a:close/>
                <a:moveTo>
                  <a:pt x="4614982" y="2731607"/>
                </a:moveTo>
                <a:lnTo>
                  <a:pt x="4614982" y="2731607"/>
                </a:lnTo>
                <a:lnTo>
                  <a:pt x="4638598" y="2731607"/>
                </a:lnTo>
                <a:lnTo>
                  <a:pt x="4638598" y="2731607"/>
                </a:lnTo>
                <a:close/>
                <a:moveTo>
                  <a:pt x="7590633" y="2727702"/>
                </a:moveTo>
                <a:lnTo>
                  <a:pt x="7594561" y="2743414"/>
                </a:lnTo>
                <a:lnTo>
                  <a:pt x="7596523" y="2752242"/>
                </a:lnTo>
                <a:lnTo>
                  <a:pt x="7594560" y="2741446"/>
                </a:lnTo>
                <a:close/>
                <a:moveTo>
                  <a:pt x="2765076" y="2719799"/>
                </a:moveTo>
                <a:lnTo>
                  <a:pt x="2765076" y="2727671"/>
                </a:lnTo>
                <a:lnTo>
                  <a:pt x="2761141" y="2723735"/>
                </a:lnTo>
                <a:close/>
                <a:moveTo>
                  <a:pt x="7948804" y="2715862"/>
                </a:moveTo>
                <a:lnTo>
                  <a:pt x="7940932" y="2741446"/>
                </a:lnTo>
                <a:lnTo>
                  <a:pt x="7951846" y="2717798"/>
                </a:lnTo>
                <a:close/>
                <a:moveTo>
                  <a:pt x="2818213" y="2706022"/>
                </a:moveTo>
                <a:lnTo>
                  <a:pt x="2826085" y="2706022"/>
                </a:lnTo>
                <a:lnTo>
                  <a:pt x="2833957" y="2723734"/>
                </a:lnTo>
                <a:lnTo>
                  <a:pt x="2826085" y="2723734"/>
                </a:lnTo>
                <a:close/>
                <a:moveTo>
                  <a:pt x="7765451" y="2704027"/>
                </a:moveTo>
                <a:lnTo>
                  <a:pt x="7785458" y="2727671"/>
                </a:lnTo>
                <a:lnTo>
                  <a:pt x="7785458" y="2753255"/>
                </a:lnTo>
                <a:lnTo>
                  <a:pt x="7811043" y="2753255"/>
                </a:lnTo>
                <a:lnTo>
                  <a:pt x="7811043" y="2753255"/>
                </a:lnTo>
                <a:lnTo>
                  <a:pt x="7785459" y="2753255"/>
                </a:lnTo>
                <a:lnTo>
                  <a:pt x="7785459" y="2725702"/>
                </a:lnTo>
                <a:close/>
                <a:moveTo>
                  <a:pt x="7748060" y="2697362"/>
                </a:moveTo>
                <a:lnTo>
                  <a:pt x="7763603" y="2702024"/>
                </a:lnTo>
                <a:lnTo>
                  <a:pt x="7761843" y="2700118"/>
                </a:lnTo>
                <a:close/>
                <a:moveTo>
                  <a:pt x="7643765" y="2694202"/>
                </a:moveTo>
                <a:lnTo>
                  <a:pt x="7643761" y="2694214"/>
                </a:lnTo>
                <a:lnTo>
                  <a:pt x="7628016" y="2694214"/>
                </a:lnTo>
                <a:lnTo>
                  <a:pt x="7626048" y="2707990"/>
                </a:lnTo>
                <a:lnTo>
                  <a:pt x="7614240" y="2711926"/>
                </a:lnTo>
                <a:lnTo>
                  <a:pt x="7617991" y="2749431"/>
                </a:lnTo>
                <a:lnTo>
                  <a:pt x="7618177" y="2749319"/>
                </a:lnTo>
                <a:lnTo>
                  <a:pt x="7614241" y="2711926"/>
                </a:lnTo>
                <a:lnTo>
                  <a:pt x="7626049" y="2707990"/>
                </a:lnTo>
                <a:lnTo>
                  <a:pt x="7629985" y="2694214"/>
                </a:lnTo>
                <a:lnTo>
                  <a:pt x="7643761" y="2694214"/>
                </a:lnTo>
                <a:close/>
                <a:moveTo>
                  <a:pt x="2755236" y="2692246"/>
                </a:moveTo>
                <a:lnTo>
                  <a:pt x="2763108" y="2700118"/>
                </a:lnTo>
                <a:lnTo>
                  <a:pt x="2765076" y="2711926"/>
                </a:lnTo>
                <a:lnTo>
                  <a:pt x="2753268" y="2711926"/>
                </a:lnTo>
                <a:lnTo>
                  <a:pt x="2753268" y="2700118"/>
                </a:lnTo>
                <a:close/>
                <a:moveTo>
                  <a:pt x="5299854" y="2692245"/>
                </a:moveTo>
                <a:lnTo>
                  <a:pt x="5272302" y="2696181"/>
                </a:lnTo>
                <a:lnTo>
                  <a:pt x="5272255" y="2696124"/>
                </a:lnTo>
                <a:lnTo>
                  <a:pt x="5272300" y="2696183"/>
                </a:lnTo>
                <a:lnTo>
                  <a:pt x="5299852" y="2692247"/>
                </a:lnTo>
                <a:lnTo>
                  <a:pt x="5317564" y="2725703"/>
                </a:lnTo>
                <a:lnTo>
                  <a:pt x="5140443" y="2855592"/>
                </a:lnTo>
                <a:lnTo>
                  <a:pt x="5317564" y="2727671"/>
                </a:lnTo>
                <a:lnTo>
                  <a:pt x="5396285" y="2749319"/>
                </a:lnTo>
                <a:lnTo>
                  <a:pt x="5408093" y="2788680"/>
                </a:lnTo>
                <a:lnTo>
                  <a:pt x="5429741" y="2818200"/>
                </a:lnTo>
                <a:lnTo>
                  <a:pt x="5429741" y="2818201"/>
                </a:lnTo>
                <a:lnTo>
                  <a:pt x="5429742" y="2818199"/>
                </a:lnTo>
                <a:lnTo>
                  <a:pt x="5408094" y="2786711"/>
                </a:lnTo>
                <a:lnTo>
                  <a:pt x="5396286" y="2749318"/>
                </a:lnTo>
                <a:lnTo>
                  <a:pt x="5437614" y="2723734"/>
                </a:lnTo>
                <a:lnTo>
                  <a:pt x="5654096" y="2833943"/>
                </a:lnTo>
                <a:lnTo>
                  <a:pt x="5654096" y="2953989"/>
                </a:lnTo>
                <a:lnTo>
                  <a:pt x="5654097" y="2953989"/>
                </a:lnTo>
                <a:lnTo>
                  <a:pt x="5654097" y="2833942"/>
                </a:lnTo>
                <a:lnTo>
                  <a:pt x="5437615" y="2723733"/>
                </a:lnTo>
                <a:lnTo>
                  <a:pt x="5396287" y="2749317"/>
                </a:lnTo>
                <a:lnTo>
                  <a:pt x="5317566" y="2725701"/>
                </a:lnTo>
                <a:close/>
                <a:moveTo>
                  <a:pt x="4782263" y="2690279"/>
                </a:moveTo>
                <a:lnTo>
                  <a:pt x="4815720" y="2961865"/>
                </a:lnTo>
                <a:lnTo>
                  <a:pt x="4717319" y="2965801"/>
                </a:lnTo>
                <a:lnTo>
                  <a:pt x="4711415" y="2957929"/>
                </a:lnTo>
                <a:lnTo>
                  <a:pt x="4695670" y="2965801"/>
                </a:lnTo>
                <a:lnTo>
                  <a:pt x="4675990" y="2965801"/>
                </a:lnTo>
                <a:lnTo>
                  <a:pt x="4675985" y="2965805"/>
                </a:lnTo>
                <a:lnTo>
                  <a:pt x="4675990" y="2965802"/>
                </a:lnTo>
                <a:lnTo>
                  <a:pt x="4695670" y="2965802"/>
                </a:lnTo>
                <a:lnTo>
                  <a:pt x="4711414" y="2957930"/>
                </a:lnTo>
                <a:lnTo>
                  <a:pt x="4717318" y="2965802"/>
                </a:lnTo>
                <a:lnTo>
                  <a:pt x="4817687" y="2961866"/>
                </a:lnTo>
                <a:lnTo>
                  <a:pt x="4782518" y="2690279"/>
                </a:lnTo>
                <a:close/>
                <a:moveTo>
                  <a:pt x="8478200" y="2688311"/>
                </a:moveTo>
                <a:lnTo>
                  <a:pt x="8482136" y="2688311"/>
                </a:lnTo>
                <a:lnTo>
                  <a:pt x="8488040" y="2688311"/>
                </a:lnTo>
                <a:lnTo>
                  <a:pt x="8488040" y="2694215"/>
                </a:lnTo>
                <a:lnTo>
                  <a:pt x="8482136" y="2694215"/>
                </a:lnTo>
                <a:close/>
                <a:moveTo>
                  <a:pt x="8499848" y="2678470"/>
                </a:moveTo>
                <a:lnTo>
                  <a:pt x="8503784" y="2682406"/>
                </a:lnTo>
                <a:lnTo>
                  <a:pt x="8499848" y="2688310"/>
                </a:lnTo>
                <a:lnTo>
                  <a:pt x="8495912" y="2688310"/>
                </a:lnTo>
                <a:lnTo>
                  <a:pt x="8491976" y="2684374"/>
                </a:lnTo>
                <a:close/>
                <a:moveTo>
                  <a:pt x="2796564" y="2674534"/>
                </a:moveTo>
                <a:lnTo>
                  <a:pt x="2808373" y="2686342"/>
                </a:lnTo>
                <a:lnTo>
                  <a:pt x="2810342" y="2707990"/>
                </a:lnTo>
                <a:lnTo>
                  <a:pt x="2804437" y="2704054"/>
                </a:lnTo>
                <a:lnTo>
                  <a:pt x="2804437" y="2688310"/>
                </a:lnTo>
                <a:lnTo>
                  <a:pt x="2792629" y="2678470"/>
                </a:lnTo>
                <a:close/>
                <a:moveTo>
                  <a:pt x="8523465" y="2666662"/>
                </a:moveTo>
                <a:lnTo>
                  <a:pt x="8529369" y="2672566"/>
                </a:lnTo>
                <a:lnTo>
                  <a:pt x="8533305" y="2674534"/>
                </a:lnTo>
                <a:lnTo>
                  <a:pt x="8527401" y="2678470"/>
                </a:lnTo>
                <a:lnTo>
                  <a:pt x="8519529" y="2674534"/>
                </a:lnTo>
                <a:close/>
                <a:moveTo>
                  <a:pt x="8409319" y="2662726"/>
                </a:moveTo>
                <a:lnTo>
                  <a:pt x="8427031" y="2666662"/>
                </a:lnTo>
                <a:lnTo>
                  <a:pt x="8427031" y="2704055"/>
                </a:lnTo>
                <a:lnTo>
                  <a:pt x="8413255" y="2723735"/>
                </a:lnTo>
                <a:lnTo>
                  <a:pt x="8405383" y="2753255"/>
                </a:lnTo>
                <a:lnTo>
                  <a:pt x="8393575" y="2757191"/>
                </a:lnTo>
                <a:lnTo>
                  <a:pt x="8385703" y="2741447"/>
                </a:lnTo>
                <a:lnTo>
                  <a:pt x="8381767" y="2711927"/>
                </a:lnTo>
                <a:lnTo>
                  <a:pt x="8401447" y="2682406"/>
                </a:lnTo>
                <a:lnTo>
                  <a:pt x="8401447" y="2672566"/>
                </a:lnTo>
                <a:close/>
                <a:moveTo>
                  <a:pt x="4634662" y="2652886"/>
                </a:moveTo>
                <a:lnTo>
                  <a:pt x="4638578" y="2731205"/>
                </a:lnTo>
                <a:lnTo>
                  <a:pt x="4634758" y="2652886"/>
                </a:lnTo>
                <a:close/>
                <a:moveTo>
                  <a:pt x="7572912" y="2646982"/>
                </a:moveTo>
                <a:lnTo>
                  <a:pt x="7571031" y="2647132"/>
                </a:lnTo>
                <a:lnTo>
                  <a:pt x="7578817" y="2660757"/>
                </a:lnTo>
                <a:lnTo>
                  <a:pt x="7578817" y="2672565"/>
                </a:lnTo>
                <a:lnTo>
                  <a:pt x="7561108" y="2686339"/>
                </a:lnTo>
                <a:lnTo>
                  <a:pt x="7580784" y="2672566"/>
                </a:lnTo>
                <a:lnTo>
                  <a:pt x="7580784" y="2660758"/>
                </a:lnTo>
                <a:close/>
                <a:moveTo>
                  <a:pt x="6553479" y="2643045"/>
                </a:moveTo>
                <a:lnTo>
                  <a:pt x="6557415" y="2643045"/>
                </a:lnTo>
                <a:lnTo>
                  <a:pt x="6563319" y="2646981"/>
                </a:lnTo>
                <a:lnTo>
                  <a:pt x="6561351" y="2666661"/>
                </a:lnTo>
                <a:lnTo>
                  <a:pt x="6545607" y="2654853"/>
                </a:lnTo>
                <a:close/>
                <a:moveTo>
                  <a:pt x="2741461" y="2635173"/>
                </a:moveTo>
                <a:lnTo>
                  <a:pt x="2753268" y="2635173"/>
                </a:lnTo>
                <a:lnTo>
                  <a:pt x="2753268" y="2643045"/>
                </a:lnTo>
                <a:lnTo>
                  <a:pt x="2741461" y="2643045"/>
                </a:lnTo>
                <a:close/>
                <a:moveTo>
                  <a:pt x="2761141" y="2633206"/>
                </a:moveTo>
                <a:lnTo>
                  <a:pt x="2769013" y="2633206"/>
                </a:lnTo>
                <a:lnTo>
                  <a:pt x="2776885" y="2645014"/>
                </a:lnTo>
                <a:lnTo>
                  <a:pt x="2776885" y="2666662"/>
                </a:lnTo>
                <a:lnTo>
                  <a:pt x="2769013" y="2666662"/>
                </a:lnTo>
                <a:lnTo>
                  <a:pt x="2772948" y="2650918"/>
                </a:lnTo>
                <a:close/>
                <a:moveTo>
                  <a:pt x="5242781" y="2631237"/>
                </a:moveTo>
                <a:lnTo>
                  <a:pt x="5242780" y="2631238"/>
                </a:lnTo>
                <a:lnTo>
                  <a:pt x="5242783" y="2631262"/>
                </a:lnTo>
                <a:close/>
                <a:moveTo>
                  <a:pt x="7480415" y="2627301"/>
                </a:moveTo>
                <a:lnTo>
                  <a:pt x="7470575" y="2639110"/>
                </a:lnTo>
                <a:lnTo>
                  <a:pt x="7480415" y="2641078"/>
                </a:lnTo>
                <a:lnTo>
                  <a:pt x="7488287" y="2652886"/>
                </a:lnTo>
                <a:lnTo>
                  <a:pt x="7492223" y="2662725"/>
                </a:lnTo>
                <a:lnTo>
                  <a:pt x="7492224" y="2662725"/>
                </a:lnTo>
                <a:lnTo>
                  <a:pt x="7490256" y="2650917"/>
                </a:lnTo>
                <a:lnTo>
                  <a:pt x="7482384" y="2641077"/>
                </a:lnTo>
                <a:lnTo>
                  <a:pt x="7470576" y="2639109"/>
                </a:lnTo>
                <a:lnTo>
                  <a:pt x="7482233" y="2627453"/>
                </a:lnTo>
                <a:close/>
                <a:moveTo>
                  <a:pt x="6398006" y="2625334"/>
                </a:moveTo>
                <a:lnTo>
                  <a:pt x="6405878" y="2629270"/>
                </a:lnTo>
                <a:lnTo>
                  <a:pt x="6398006" y="2635174"/>
                </a:lnTo>
                <a:lnTo>
                  <a:pt x="6390134" y="2629270"/>
                </a:lnTo>
                <a:close/>
                <a:moveTo>
                  <a:pt x="7393851" y="2617472"/>
                </a:moveTo>
                <a:lnTo>
                  <a:pt x="7427279" y="2629269"/>
                </a:lnTo>
                <a:lnTo>
                  <a:pt x="7428934" y="2629166"/>
                </a:lnTo>
                <a:close/>
                <a:moveTo>
                  <a:pt x="8602185" y="2617462"/>
                </a:moveTo>
                <a:lnTo>
                  <a:pt x="8613993" y="2617462"/>
                </a:lnTo>
                <a:lnTo>
                  <a:pt x="8610057" y="2627302"/>
                </a:lnTo>
                <a:lnTo>
                  <a:pt x="8594313" y="2637142"/>
                </a:lnTo>
                <a:lnTo>
                  <a:pt x="8590377" y="2627302"/>
                </a:lnTo>
                <a:lnTo>
                  <a:pt x="8598249" y="2627302"/>
                </a:lnTo>
                <a:close/>
                <a:moveTo>
                  <a:pt x="6563319" y="2617461"/>
                </a:moveTo>
                <a:lnTo>
                  <a:pt x="6569223" y="2623365"/>
                </a:lnTo>
                <a:lnTo>
                  <a:pt x="6549543" y="2633205"/>
                </a:lnTo>
                <a:lnTo>
                  <a:pt x="6549543" y="2629269"/>
                </a:lnTo>
                <a:close/>
                <a:moveTo>
                  <a:pt x="4737000" y="2611559"/>
                </a:moveTo>
                <a:lnTo>
                  <a:pt x="4737000" y="2611559"/>
                </a:lnTo>
                <a:lnTo>
                  <a:pt x="4844453" y="2688311"/>
                </a:lnTo>
                <a:lnTo>
                  <a:pt x="4847208" y="2688311"/>
                </a:lnTo>
                <a:lnTo>
                  <a:pt x="5010553" y="2806392"/>
                </a:lnTo>
                <a:lnTo>
                  <a:pt x="5022362" y="2828041"/>
                </a:lnTo>
                <a:lnTo>
                  <a:pt x="5040950" y="2824323"/>
                </a:lnTo>
                <a:lnTo>
                  <a:pt x="5040074" y="2824104"/>
                </a:lnTo>
                <a:lnTo>
                  <a:pt x="5022362" y="2828040"/>
                </a:lnTo>
                <a:lnTo>
                  <a:pt x="5010554" y="2806392"/>
                </a:lnTo>
                <a:lnTo>
                  <a:pt x="4847208" y="2688311"/>
                </a:lnTo>
                <a:close/>
                <a:moveTo>
                  <a:pt x="4459508" y="2595813"/>
                </a:moveTo>
                <a:lnTo>
                  <a:pt x="4471316" y="2599748"/>
                </a:lnTo>
                <a:lnTo>
                  <a:pt x="4463444" y="2601716"/>
                </a:lnTo>
                <a:lnTo>
                  <a:pt x="4455572" y="2599748"/>
                </a:lnTo>
                <a:close/>
                <a:moveTo>
                  <a:pt x="4490997" y="2587941"/>
                </a:moveTo>
                <a:lnTo>
                  <a:pt x="4490997" y="2595813"/>
                </a:lnTo>
                <a:lnTo>
                  <a:pt x="4487061" y="2599749"/>
                </a:lnTo>
                <a:lnTo>
                  <a:pt x="4483125" y="2595813"/>
                </a:lnTo>
                <a:lnTo>
                  <a:pt x="4483125" y="2589909"/>
                </a:lnTo>
                <a:close/>
                <a:moveTo>
                  <a:pt x="8629738" y="2584006"/>
                </a:moveTo>
                <a:lnTo>
                  <a:pt x="8635642" y="2584006"/>
                </a:lnTo>
                <a:lnTo>
                  <a:pt x="8635642" y="2587942"/>
                </a:lnTo>
                <a:lnTo>
                  <a:pt x="8631706" y="2591878"/>
                </a:lnTo>
                <a:lnTo>
                  <a:pt x="8625802" y="2587942"/>
                </a:lnTo>
                <a:close/>
                <a:moveTo>
                  <a:pt x="7279744" y="2582053"/>
                </a:moveTo>
                <a:lnTo>
                  <a:pt x="7328878" y="2593845"/>
                </a:lnTo>
                <a:lnTo>
                  <a:pt x="7360191" y="2595802"/>
                </a:lnTo>
                <a:lnTo>
                  <a:pt x="7330846" y="2593846"/>
                </a:lnTo>
                <a:close/>
                <a:moveTo>
                  <a:pt x="4504773" y="2582038"/>
                </a:moveTo>
                <a:lnTo>
                  <a:pt x="4514614" y="2584006"/>
                </a:lnTo>
                <a:lnTo>
                  <a:pt x="4514614" y="2589910"/>
                </a:lnTo>
                <a:lnTo>
                  <a:pt x="4500837" y="2595813"/>
                </a:lnTo>
                <a:lnTo>
                  <a:pt x="4500837" y="2584006"/>
                </a:lnTo>
                <a:close/>
                <a:moveTo>
                  <a:pt x="4429989" y="2578102"/>
                </a:moveTo>
                <a:lnTo>
                  <a:pt x="4433925" y="2578102"/>
                </a:lnTo>
                <a:lnTo>
                  <a:pt x="4437861" y="2578102"/>
                </a:lnTo>
                <a:lnTo>
                  <a:pt x="4433925" y="2584005"/>
                </a:lnTo>
                <a:close/>
                <a:moveTo>
                  <a:pt x="5687432" y="2577929"/>
                </a:moveTo>
                <a:lnTo>
                  <a:pt x="5683617" y="2696181"/>
                </a:lnTo>
                <a:lnTo>
                  <a:pt x="5683617" y="2698088"/>
                </a:lnTo>
                <a:close/>
                <a:moveTo>
                  <a:pt x="4729139" y="2570288"/>
                </a:moveTo>
                <a:lnTo>
                  <a:pt x="4736975" y="2611428"/>
                </a:lnTo>
                <a:lnTo>
                  <a:pt x="4733063" y="2589910"/>
                </a:lnTo>
                <a:close/>
                <a:moveTo>
                  <a:pt x="4520518" y="2570230"/>
                </a:moveTo>
                <a:lnTo>
                  <a:pt x="4520518" y="2578102"/>
                </a:lnTo>
                <a:lnTo>
                  <a:pt x="4518549" y="2574166"/>
                </a:lnTo>
                <a:close/>
                <a:moveTo>
                  <a:pt x="4729129" y="2570228"/>
                </a:moveTo>
                <a:lnTo>
                  <a:pt x="4729127" y="2570229"/>
                </a:lnTo>
                <a:lnTo>
                  <a:pt x="4729127" y="2570229"/>
                </a:lnTo>
                <a:close/>
                <a:moveTo>
                  <a:pt x="7246238" y="2566300"/>
                </a:moveTo>
                <a:lnTo>
                  <a:pt x="7263933" y="2574165"/>
                </a:lnTo>
                <a:lnTo>
                  <a:pt x="7279671" y="2582034"/>
                </a:lnTo>
                <a:lnTo>
                  <a:pt x="7265901" y="2574166"/>
                </a:lnTo>
                <a:close/>
                <a:moveTo>
                  <a:pt x="7393801" y="2566276"/>
                </a:moveTo>
                <a:lnTo>
                  <a:pt x="7393823" y="2566294"/>
                </a:lnTo>
                <a:lnTo>
                  <a:pt x="7462703" y="2582038"/>
                </a:lnTo>
                <a:lnTo>
                  <a:pt x="7470575" y="2605653"/>
                </a:lnTo>
                <a:lnTo>
                  <a:pt x="7470575" y="2605653"/>
                </a:lnTo>
                <a:lnTo>
                  <a:pt x="7462703" y="2582037"/>
                </a:lnTo>
                <a:lnTo>
                  <a:pt x="7478447" y="2578101"/>
                </a:lnTo>
                <a:lnTo>
                  <a:pt x="7496159" y="2584005"/>
                </a:lnTo>
                <a:lnTo>
                  <a:pt x="7500095" y="2601717"/>
                </a:lnTo>
                <a:lnTo>
                  <a:pt x="7511903" y="2617461"/>
                </a:lnTo>
                <a:lnTo>
                  <a:pt x="7582752" y="2611557"/>
                </a:lnTo>
                <a:lnTo>
                  <a:pt x="7582752" y="2611557"/>
                </a:lnTo>
                <a:lnTo>
                  <a:pt x="7511904" y="2617461"/>
                </a:lnTo>
                <a:lnTo>
                  <a:pt x="7500096" y="2599749"/>
                </a:lnTo>
                <a:lnTo>
                  <a:pt x="7496160" y="2584005"/>
                </a:lnTo>
                <a:lnTo>
                  <a:pt x="7513872" y="2566293"/>
                </a:lnTo>
                <a:lnTo>
                  <a:pt x="7533553" y="2566293"/>
                </a:lnTo>
                <a:lnTo>
                  <a:pt x="7545361" y="2578101"/>
                </a:lnTo>
                <a:lnTo>
                  <a:pt x="7567009" y="2574165"/>
                </a:lnTo>
                <a:lnTo>
                  <a:pt x="7582753" y="2584005"/>
                </a:lnTo>
                <a:lnTo>
                  <a:pt x="7582753" y="2584005"/>
                </a:lnTo>
                <a:lnTo>
                  <a:pt x="7568977" y="2572197"/>
                </a:lnTo>
                <a:lnTo>
                  <a:pt x="7545361" y="2576133"/>
                </a:lnTo>
                <a:lnTo>
                  <a:pt x="7533553" y="2566293"/>
                </a:lnTo>
                <a:lnTo>
                  <a:pt x="7513872" y="2566293"/>
                </a:lnTo>
                <a:lnTo>
                  <a:pt x="7496160" y="2584005"/>
                </a:lnTo>
                <a:lnTo>
                  <a:pt x="7476480" y="2576133"/>
                </a:lnTo>
                <a:lnTo>
                  <a:pt x="7462704" y="2580069"/>
                </a:lnTo>
                <a:lnTo>
                  <a:pt x="7393823" y="2566293"/>
                </a:lnTo>
                <a:close/>
                <a:moveTo>
                  <a:pt x="8641546" y="2562357"/>
                </a:moveTo>
                <a:lnTo>
                  <a:pt x="8653354" y="2562357"/>
                </a:lnTo>
                <a:lnTo>
                  <a:pt x="8653354" y="2566293"/>
                </a:lnTo>
                <a:lnTo>
                  <a:pt x="8645482" y="2578101"/>
                </a:lnTo>
                <a:lnTo>
                  <a:pt x="8629738" y="2578101"/>
                </a:lnTo>
                <a:lnTo>
                  <a:pt x="8629738" y="2570229"/>
                </a:lnTo>
                <a:close/>
                <a:moveTo>
                  <a:pt x="7021412" y="2561882"/>
                </a:moveTo>
                <a:lnTo>
                  <a:pt x="6992347" y="2587941"/>
                </a:lnTo>
                <a:lnTo>
                  <a:pt x="6968731" y="2589909"/>
                </a:lnTo>
                <a:lnTo>
                  <a:pt x="6956923" y="2582037"/>
                </a:lnTo>
                <a:lnTo>
                  <a:pt x="6945114" y="2617461"/>
                </a:lnTo>
                <a:lnTo>
                  <a:pt x="6945124" y="2617478"/>
                </a:lnTo>
                <a:lnTo>
                  <a:pt x="6945115" y="2617461"/>
                </a:lnTo>
                <a:lnTo>
                  <a:pt x="6956923" y="2582037"/>
                </a:lnTo>
                <a:lnTo>
                  <a:pt x="6968731" y="2593845"/>
                </a:lnTo>
                <a:lnTo>
                  <a:pt x="6992347" y="2589909"/>
                </a:lnTo>
                <a:close/>
                <a:moveTo>
                  <a:pt x="2119487" y="2554449"/>
                </a:moveTo>
                <a:lnTo>
                  <a:pt x="2119548" y="2554484"/>
                </a:lnTo>
                <a:lnTo>
                  <a:pt x="2156941" y="2613525"/>
                </a:lnTo>
                <a:lnTo>
                  <a:pt x="2160875" y="2627295"/>
                </a:lnTo>
                <a:lnTo>
                  <a:pt x="2156940" y="2611555"/>
                </a:lnTo>
                <a:lnTo>
                  <a:pt x="2119548" y="2554482"/>
                </a:lnTo>
                <a:close/>
                <a:moveTo>
                  <a:pt x="7242517" y="2544066"/>
                </a:moveTo>
                <a:lnTo>
                  <a:pt x="7242285" y="2544645"/>
                </a:lnTo>
                <a:lnTo>
                  <a:pt x="7246220" y="2566285"/>
                </a:lnTo>
                <a:close/>
                <a:moveTo>
                  <a:pt x="2076251" y="2530866"/>
                </a:moveTo>
                <a:lnTo>
                  <a:pt x="2062474" y="2546610"/>
                </a:lnTo>
                <a:lnTo>
                  <a:pt x="2062474" y="2560386"/>
                </a:lnTo>
                <a:lnTo>
                  <a:pt x="2058539" y="2566290"/>
                </a:lnTo>
                <a:lnTo>
                  <a:pt x="2038858" y="2558418"/>
                </a:lnTo>
                <a:lnTo>
                  <a:pt x="2017210" y="2534802"/>
                </a:lnTo>
                <a:lnTo>
                  <a:pt x="2017211" y="2534804"/>
                </a:lnTo>
                <a:lnTo>
                  <a:pt x="2038859" y="2558420"/>
                </a:lnTo>
                <a:lnTo>
                  <a:pt x="2058540" y="2566292"/>
                </a:lnTo>
                <a:lnTo>
                  <a:pt x="2062476" y="2562356"/>
                </a:lnTo>
                <a:lnTo>
                  <a:pt x="2062476" y="2546612"/>
                </a:lnTo>
                <a:lnTo>
                  <a:pt x="2077526" y="2531562"/>
                </a:lnTo>
                <a:close/>
                <a:moveTo>
                  <a:pt x="7692962" y="2526933"/>
                </a:moveTo>
                <a:lnTo>
                  <a:pt x="7628017" y="2550549"/>
                </a:lnTo>
                <a:lnTo>
                  <a:pt x="7582769" y="2583993"/>
                </a:lnTo>
                <a:lnTo>
                  <a:pt x="7628016" y="2552517"/>
                </a:lnTo>
                <a:lnTo>
                  <a:pt x="7692961" y="2528901"/>
                </a:lnTo>
                <a:lnTo>
                  <a:pt x="7704769" y="2540709"/>
                </a:lnTo>
                <a:lnTo>
                  <a:pt x="7704769" y="2552517"/>
                </a:lnTo>
                <a:lnTo>
                  <a:pt x="7728385" y="2570229"/>
                </a:lnTo>
                <a:lnTo>
                  <a:pt x="7728383" y="2570232"/>
                </a:lnTo>
                <a:lnTo>
                  <a:pt x="7728385" y="2570229"/>
                </a:lnTo>
                <a:lnTo>
                  <a:pt x="7746267" y="2566653"/>
                </a:lnTo>
                <a:lnTo>
                  <a:pt x="7746098" y="2566293"/>
                </a:lnTo>
                <a:lnTo>
                  <a:pt x="7728386" y="2570229"/>
                </a:lnTo>
                <a:lnTo>
                  <a:pt x="7704770" y="2550549"/>
                </a:lnTo>
                <a:lnTo>
                  <a:pt x="7704770" y="2538741"/>
                </a:lnTo>
                <a:close/>
                <a:moveTo>
                  <a:pt x="7250160" y="2524958"/>
                </a:moveTo>
                <a:lnTo>
                  <a:pt x="7250157" y="2524965"/>
                </a:lnTo>
                <a:lnTo>
                  <a:pt x="7250154" y="2524972"/>
                </a:lnTo>
                <a:lnTo>
                  <a:pt x="7250157" y="2524965"/>
                </a:lnTo>
                <a:close/>
                <a:moveTo>
                  <a:pt x="6691870" y="2523454"/>
                </a:moveTo>
                <a:lnTo>
                  <a:pt x="6691241" y="2524964"/>
                </a:lnTo>
                <a:lnTo>
                  <a:pt x="6691241" y="2525379"/>
                </a:lnTo>
                <a:lnTo>
                  <a:pt x="6724697" y="2528900"/>
                </a:lnTo>
                <a:lnTo>
                  <a:pt x="6736505" y="2528900"/>
                </a:lnTo>
                <a:lnTo>
                  <a:pt x="6797513" y="2536772"/>
                </a:lnTo>
                <a:lnTo>
                  <a:pt x="6838842" y="2524964"/>
                </a:lnTo>
                <a:lnTo>
                  <a:pt x="6838842" y="2523534"/>
                </a:lnTo>
                <a:lnTo>
                  <a:pt x="6797513" y="2534805"/>
                </a:lnTo>
                <a:lnTo>
                  <a:pt x="6736505" y="2526933"/>
                </a:lnTo>
                <a:lnTo>
                  <a:pt x="6726665" y="2526933"/>
                </a:lnTo>
                <a:close/>
                <a:moveTo>
                  <a:pt x="6299608" y="2521027"/>
                </a:moveTo>
                <a:lnTo>
                  <a:pt x="6299607" y="2521029"/>
                </a:lnTo>
                <a:lnTo>
                  <a:pt x="6299633" y="2521034"/>
                </a:lnTo>
                <a:close/>
                <a:moveTo>
                  <a:pt x="4839337" y="2509221"/>
                </a:moveTo>
                <a:lnTo>
                  <a:pt x="4839336" y="2509221"/>
                </a:lnTo>
                <a:lnTo>
                  <a:pt x="4851144" y="2509221"/>
                </a:lnTo>
                <a:lnTo>
                  <a:pt x="4851145" y="2509221"/>
                </a:lnTo>
                <a:close/>
                <a:moveTo>
                  <a:pt x="5683615" y="2505284"/>
                </a:moveTo>
                <a:lnTo>
                  <a:pt x="5683609" y="2505290"/>
                </a:lnTo>
                <a:lnTo>
                  <a:pt x="5683615" y="2505285"/>
                </a:lnTo>
                <a:close/>
                <a:moveTo>
                  <a:pt x="8675002" y="2501349"/>
                </a:moveTo>
                <a:lnTo>
                  <a:pt x="8678938" y="2505285"/>
                </a:lnTo>
                <a:lnTo>
                  <a:pt x="8675002" y="2507253"/>
                </a:lnTo>
                <a:lnTo>
                  <a:pt x="8667130" y="2507253"/>
                </a:lnTo>
                <a:lnTo>
                  <a:pt x="8667130" y="2505285"/>
                </a:lnTo>
                <a:close/>
                <a:moveTo>
                  <a:pt x="8688778" y="2489541"/>
                </a:moveTo>
                <a:lnTo>
                  <a:pt x="8698618" y="2489541"/>
                </a:lnTo>
                <a:lnTo>
                  <a:pt x="8688778" y="2505285"/>
                </a:lnTo>
                <a:lnTo>
                  <a:pt x="8684842" y="2505285"/>
                </a:lnTo>
                <a:lnTo>
                  <a:pt x="8684842" y="2497413"/>
                </a:lnTo>
                <a:close/>
                <a:moveTo>
                  <a:pt x="5943393" y="2483633"/>
                </a:moveTo>
                <a:lnTo>
                  <a:pt x="5943394" y="2483636"/>
                </a:lnTo>
                <a:lnTo>
                  <a:pt x="5943394" y="2483636"/>
                </a:lnTo>
                <a:close/>
                <a:moveTo>
                  <a:pt x="6714857" y="2477732"/>
                </a:moveTo>
                <a:lnTo>
                  <a:pt x="6714852" y="2477740"/>
                </a:lnTo>
                <a:lnTo>
                  <a:pt x="6714857" y="2477733"/>
                </a:lnTo>
                <a:close/>
                <a:moveTo>
                  <a:pt x="7197161" y="2474850"/>
                </a:moveTo>
                <a:lnTo>
                  <a:pt x="7197021" y="2475764"/>
                </a:lnTo>
                <a:lnTo>
                  <a:pt x="7210797" y="2483636"/>
                </a:lnTo>
                <a:lnTo>
                  <a:pt x="7234413" y="2483636"/>
                </a:lnTo>
                <a:lnTo>
                  <a:pt x="7257467" y="2506690"/>
                </a:lnTo>
                <a:lnTo>
                  <a:pt x="7258029" y="2505285"/>
                </a:lnTo>
                <a:lnTo>
                  <a:pt x="7291486" y="2501349"/>
                </a:lnTo>
                <a:lnTo>
                  <a:pt x="7326910" y="2528901"/>
                </a:lnTo>
                <a:lnTo>
                  <a:pt x="7348580" y="2536885"/>
                </a:lnTo>
                <a:lnTo>
                  <a:pt x="7324943" y="2526933"/>
                </a:lnTo>
                <a:lnTo>
                  <a:pt x="7291486" y="2501348"/>
                </a:lnTo>
                <a:lnTo>
                  <a:pt x="7256062" y="2505284"/>
                </a:lnTo>
                <a:lnTo>
                  <a:pt x="7234414" y="2481668"/>
                </a:lnTo>
                <a:lnTo>
                  <a:pt x="7210798" y="2481668"/>
                </a:lnTo>
                <a:close/>
                <a:moveTo>
                  <a:pt x="6866384" y="2471830"/>
                </a:moveTo>
                <a:lnTo>
                  <a:pt x="6842778" y="2473797"/>
                </a:lnTo>
                <a:lnTo>
                  <a:pt x="6842475" y="2477428"/>
                </a:lnTo>
                <a:lnTo>
                  <a:pt x="6842778" y="2475764"/>
                </a:lnTo>
                <a:close/>
                <a:moveTo>
                  <a:pt x="4929865" y="2467893"/>
                </a:moveTo>
                <a:lnTo>
                  <a:pt x="4906250" y="2471828"/>
                </a:lnTo>
                <a:lnTo>
                  <a:pt x="4884602" y="2471828"/>
                </a:lnTo>
                <a:lnTo>
                  <a:pt x="4884602" y="2471829"/>
                </a:lnTo>
                <a:lnTo>
                  <a:pt x="4908217" y="2471829"/>
                </a:lnTo>
                <a:close/>
                <a:moveTo>
                  <a:pt x="5965042" y="2467892"/>
                </a:moveTo>
                <a:lnTo>
                  <a:pt x="5957170" y="2471828"/>
                </a:lnTo>
                <a:lnTo>
                  <a:pt x="5957171" y="2471828"/>
                </a:lnTo>
                <a:lnTo>
                  <a:pt x="5965042" y="2467892"/>
                </a:lnTo>
                <a:close/>
                <a:moveTo>
                  <a:pt x="6703044" y="2460025"/>
                </a:moveTo>
                <a:lnTo>
                  <a:pt x="6692366" y="2470703"/>
                </a:lnTo>
                <a:lnTo>
                  <a:pt x="6693209" y="2471827"/>
                </a:lnTo>
                <a:close/>
                <a:moveTo>
                  <a:pt x="6890010" y="2456084"/>
                </a:moveTo>
                <a:lnTo>
                  <a:pt x="6889519" y="2456412"/>
                </a:lnTo>
                <a:lnTo>
                  <a:pt x="6923435" y="2463949"/>
                </a:lnTo>
                <a:close/>
                <a:moveTo>
                  <a:pt x="5957171" y="2456080"/>
                </a:moveTo>
                <a:lnTo>
                  <a:pt x="5957170" y="2456084"/>
                </a:lnTo>
                <a:lnTo>
                  <a:pt x="5957170" y="2456084"/>
                </a:lnTo>
                <a:close/>
                <a:moveTo>
                  <a:pt x="7102087" y="2441745"/>
                </a:moveTo>
                <a:lnTo>
                  <a:pt x="7098620" y="2452148"/>
                </a:lnTo>
                <a:lnTo>
                  <a:pt x="7078940" y="2471828"/>
                </a:lnTo>
                <a:lnTo>
                  <a:pt x="7075004" y="2497412"/>
                </a:lnTo>
                <a:lnTo>
                  <a:pt x="7063193" y="2505286"/>
                </a:lnTo>
                <a:lnTo>
                  <a:pt x="7075004" y="2499380"/>
                </a:lnTo>
                <a:lnTo>
                  <a:pt x="7078940" y="2471828"/>
                </a:lnTo>
                <a:lnTo>
                  <a:pt x="7098620" y="2454116"/>
                </a:lnTo>
                <a:lnTo>
                  <a:pt x="7102556" y="2442308"/>
                </a:lnTo>
                <a:close/>
                <a:moveTo>
                  <a:pt x="5977414" y="2440430"/>
                </a:moveTo>
                <a:lnTo>
                  <a:pt x="5977410" y="2440441"/>
                </a:lnTo>
                <a:lnTo>
                  <a:pt x="5998499" y="2444275"/>
                </a:lnTo>
                <a:lnTo>
                  <a:pt x="5998878" y="2444008"/>
                </a:lnTo>
                <a:close/>
                <a:moveTo>
                  <a:pt x="7186132" y="2433517"/>
                </a:moveTo>
                <a:lnTo>
                  <a:pt x="7185213" y="2434436"/>
                </a:lnTo>
                <a:lnTo>
                  <a:pt x="7198990" y="2448213"/>
                </a:lnTo>
                <a:lnTo>
                  <a:pt x="7198990" y="2448212"/>
                </a:lnTo>
                <a:close/>
                <a:moveTo>
                  <a:pt x="8621866" y="2420660"/>
                </a:moveTo>
                <a:lnTo>
                  <a:pt x="8629738" y="2420660"/>
                </a:lnTo>
                <a:lnTo>
                  <a:pt x="8629738" y="2426564"/>
                </a:lnTo>
                <a:lnTo>
                  <a:pt x="8625802" y="2430500"/>
                </a:lnTo>
                <a:close/>
                <a:moveTo>
                  <a:pt x="6061477" y="2414753"/>
                </a:moveTo>
                <a:lnTo>
                  <a:pt x="6060849" y="2414933"/>
                </a:lnTo>
                <a:lnTo>
                  <a:pt x="6079187" y="2444275"/>
                </a:lnTo>
                <a:lnTo>
                  <a:pt x="6063443" y="2456083"/>
                </a:lnTo>
                <a:lnTo>
                  <a:pt x="6014243" y="2456083"/>
                </a:lnTo>
                <a:lnTo>
                  <a:pt x="6014243" y="2456084"/>
                </a:lnTo>
                <a:lnTo>
                  <a:pt x="6063443" y="2456084"/>
                </a:lnTo>
                <a:lnTo>
                  <a:pt x="6079187" y="2444276"/>
                </a:lnTo>
                <a:lnTo>
                  <a:pt x="6116580" y="2456084"/>
                </a:lnTo>
                <a:lnTo>
                  <a:pt x="6163812" y="2479700"/>
                </a:lnTo>
                <a:lnTo>
                  <a:pt x="6193332" y="2501349"/>
                </a:lnTo>
                <a:lnTo>
                  <a:pt x="6193332" y="2530869"/>
                </a:lnTo>
                <a:lnTo>
                  <a:pt x="6193335" y="2530870"/>
                </a:lnTo>
                <a:lnTo>
                  <a:pt x="6193335" y="2501347"/>
                </a:lnTo>
                <a:lnTo>
                  <a:pt x="6163814" y="2479698"/>
                </a:lnTo>
                <a:lnTo>
                  <a:pt x="6118550" y="2456082"/>
                </a:lnTo>
                <a:lnTo>
                  <a:pt x="6079189" y="2444274"/>
                </a:lnTo>
                <a:lnTo>
                  <a:pt x="6061477" y="2414754"/>
                </a:lnTo>
                <a:close/>
                <a:moveTo>
                  <a:pt x="8635642" y="2408852"/>
                </a:moveTo>
                <a:lnTo>
                  <a:pt x="8639578" y="2412788"/>
                </a:lnTo>
                <a:lnTo>
                  <a:pt x="8635642" y="2416724"/>
                </a:lnTo>
                <a:lnTo>
                  <a:pt x="8631706" y="2412788"/>
                </a:lnTo>
                <a:close/>
                <a:moveTo>
                  <a:pt x="6937783" y="2406904"/>
                </a:moveTo>
                <a:lnTo>
                  <a:pt x="6923467" y="2432468"/>
                </a:lnTo>
                <a:lnTo>
                  <a:pt x="6923467" y="2434435"/>
                </a:lnTo>
                <a:close/>
                <a:moveTo>
                  <a:pt x="8568728" y="2395076"/>
                </a:moveTo>
                <a:lnTo>
                  <a:pt x="8576600" y="2399012"/>
                </a:lnTo>
                <a:lnTo>
                  <a:pt x="8568728" y="2406884"/>
                </a:lnTo>
                <a:lnTo>
                  <a:pt x="8556920" y="2406884"/>
                </a:lnTo>
                <a:lnTo>
                  <a:pt x="8552984" y="2399012"/>
                </a:lnTo>
                <a:lnTo>
                  <a:pt x="8560856" y="2399012"/>
                </a:lnTo>
                <a:close/>
                <a:moveTo>
                  <a:pt x="5185709" y="2395073"/>
                </a:moveTo>
                <a:lnTo>
                  <a:pt x="5185707" y="2395076"/>
                </a:lnTo>
                <a:lnTo>
                  <a:pt x="5185707" y="2414756"/>
                </a:lnTo>
                <a:lnTo>
                  <a:pt x="5207355" y="2438372"/>
                </a:lnTo>
                <a:lnTo>
                  <a:pt x="5219163" y="2456085"/>
                </a:lnTo>
                <a:lnTo>
                  <a:pt x="5219213" y="2456188"/>
                </a:lnTo>
                <a:lnTo>
                  <a:pt x="5219166" y="2456081"/>
                </a:lnTo>
                <a:lnTo>
                  <a:pt x="5207357" y="2438369"/>
                </a:lnTo>
                <a:lnTo>
                  <a:pt x="5185709" y="2414753"/>
                </a:lnTo>
                <a:close/>
                <a:moveTo>
                  <a:pt x="6247126" y="2388065"/>
                </a:moveTo>
                <a:lnTo>
                  <a:pt x="6246471" y="2389169"/>
                </a:lnTo>
                <a:lnTo>
                  <a:pt x="6277960" y="2430498"/>
                </a:lnTo>
                <a:lnTo>
                  <a:pt x="6299608" y="2434434"/>
                </a:lnTo>
                <a:lnTo>
                  <a:pt x="6323162" y="2463877"/>
                </a:lnTo>
                <a:lnTo>
                  <a:pt x="6299605" y="2432467"/>
                </a:lnTo>
                <a:lnTo>
                  <a:pt x="6277957" y="2428531"/>
                </a:lnTo>
                <a:close/>
                <a:moveTo>
                  <a:pt x="7202926" y="2385233"/>
                </a:moveTo>
                <a:lnTo>
                  <a:pt x="7202925" y="2385236"/>
                </a:lnTo>
                <a:lnTo>
                  <a:pt x="7202925" y="2393108"/>
                </a:lnTo>
                <a:lnTo>
                  <a:pt x="7210797" y="2412788"/>
                </a:lnTo>
                <a:lnTo>
                  <a:pt x="7214077" y="2420988"/>
                </a:lnTo>
                <a:lnTo>
                  <a:pt x="7214734" y="2420660"/>
                </a:lnTo>
                <a:lnTo>
                  <a:pt x="7210798" y="2410820"/>
                </a:lnTo>
                <a:lnTo>
                  <a:pt x="7202926" y="2391139"/>
                </a:lnTo>
                <a:close/>
                <a:moveTo>
                  <a:pt x="8678938" y="2383268"/>
                </a:moveTo>
                <a:lnTo>
                  <a:pt x="8704523" y="2395076"/>
                </a:lnTo>
                <a:lnTo>
                  <a:pt x="8708459" y="2406884"/>
                </a:lnTo>
                <a:lnTo>
                  <a:pt x="8720267" y="2426565"/>
                </a:lnTo>
                <a:lnTo>
                  <a:pt x="8700587" y="2446245"/>
                </a:lnTo>
                <a:lnTo>
                  <a:pt x="8698619" y="2471829"/>
                </a:lnTo>
                <a:lnTo>
                  <a:pt x="8678938" y="2479701"/>
                </a:lnTo>
                <a:lnTo>
                  <a:pt x="8682874" y="2460021"/>
                </a:lnTo>
                <a:lnTo>
                  <a:pt x="8675002" y="2460021"/>
                </a:lnTo>
                <a:lnTo>
                  <a:pt x="8667130" y="2471829"/>
                </a:lnTo>
                <a:lnTo>
                  <a:pt x="8665162" y="2467893"/>
                </a:lnTo>
                <a:lnTo>
                  <a:pt x="8667130" y="2442309"/>
                </a:lnTo>
                <a:lnTo>
                  <a:pt x="8671066" y="2442309"/>
                </a:lnTo>
                <a:lnTo>
                  <a:pt x="8675002" y="2438373"/>
                </a:lnTo>
                <a:lnTo>
                  <a:pt x="8678938" y="2430501"/>
                </a:lnTo>
                <a:lnTo>
                  <a:pt x="8675002" y="2418692"/>
                </a:lnTo>
                <a:lnTo>
                  <a:pt x="8675002" y="2414756"/>
                </a:lnTo>
                <a:lnTo>
                  <a:pt x="8665162" y="2426565"/>
                </a:lnTo>
                <a:lnTo>
                  <a:pt x="8649418" y="2414756"/>
                </a:lnTo>
                <a:lnTo>
                  <a:pt x="8649418" y="2399012"/>
                </a:lnTo>
                <a:lnTo>
                  <a:pt x="8665162" y="2395076"/>
                </a:lnTo>
                <a:close/>
                <a:moveTo>
                  <a:pt x="8653354" y="2383268"/>
                </a:moveTo>
                <a:lnTo>
                  <a:pt x="8657290" y="2383268"/>
                </a:lnTo>
                <a:lnTo>
                  <a:pt x="8659258" y="2391140"/>
                </a:lnTo>
                <a:lnTo>
                  <a:pt x="8653354" y="2391140"/>
                </a:lnTo>
                <a:close/>
                <a:moveTo>
                  <a:pt x="6951019" y="2383268"/>
                </a:moveTo>
                <a:lnTo>
                  <a:pt x="6949811" y="2385425"/>
                </a:lnTo>
                <a:lnTo>
                  <a:pt x="6972664" y="2391138"/>
                </a:lnTo>
                <a:close/>
                <a:moveTo>
                  <a:pt x="8781275" y="2367524"/>
                </a:moveTo>
                <a:lnTo>
                  <a:pt x="8793083" y="2375396"/>
                </a:lnTo>
                <a:lnTo>
                  <a:pt x="8785211" y="2399012"/>
                </a:lnTo>
                <a:lnTo>
                  <a:pt x="8773403" y="2399012"/>
                </a:lnTo>
                <a:lnTo>
                  <a:pt x="8765531" y="2395076"/>
                </a:lnTo>
                <a:lnTo>
                  <a:pt x="8753722" y="2406884"/>
                </a:lnTo>
                <a:lnTo>
                  <a:pt x="8747818" y="2416724"/>
                </a:lnTo>
                <a:lnTo>
                  <a:pt x="8732074" y="2420660"/>
                </a:lnTo>
                <a:lnTo>
                  <a:pt x="8724202" y="2399012"/>
                </a:lnTo>
                <a:lnTo>
                  <a:pt x="8736010" y="2387204"/>
                </a:lnTo>
                <a:lnTo>
                  <a:pt x="8753722" y="2383268"/>
                </a:lnTo>
                <a:lnTo>
                  <a:pt x="8769467" y="2371460"/>
                </a:lnTo>
                <a:close/>
                <a:moveTo>
                  <a:pt x="8643514" y="2359652"/>
                </a:moveTo>
                <a:lnTo>
                  <a:pt x="8643514" y="2371460"/>
                </a:lnTo>
                <a:lnTo>
                  <a:pt x="8631706" y="2371460"/>
                </a:lnTo>
                <a:lnTo>
                  <a:pt x="8631706" y="2367524"/>
                </a:lnTo>
                <a:close/>
                <a:moveTo>
                  <a:pt x="7159626" y="2353747"/>
                </a:moveTo>
                <a:lnTo>
                  <a:pt x="7130946" y="2360495"/>
                </a:lnTo>
                <a:lnTo>
                  <a:pt x="7159628" y="2355715"/>
                </a:lnTo>
                <a:lnTo>
                  <a:pt x="7161596" y="2357683"/>
                </a:lnTo>
                <a:lnTo>
                  <a:pt x="7173403" y="2369490"/>
                </a:lnTo>
                <a:lnTo>
                  <a:pt x="7163564" y="2357683"/>
                </a:lnTo>
                <a:lnTo>
                  <a:pt x="7159628" y="2353747"/>
                </a:lnTo>
                <a:close/>
                <a:moveTo>
                  <a:pt x="7094684" y="2353747"/>
                </a:moveTo>
                <a:lnTo>
                  <a:pt x="7066896" y="2357452"/>
                </a:lnTo>
                <a:lnTo>
                  <a:pt x="7094684" y="2355715"/>
                </a:lnTo>
                <a:lnTo>
                  <a:pt x="7124204" y="2361619"/>
                </a:lnTo>
                <a:lnTo>
                  <a:pt x="7125385" y="2361422"/>
                </a:lnTo>
                <a:close/>
                <a:moveTo>
                  <a:pt x="7206856" y="2349805"/>
                </a:moveTo>
                <a:lnTo>
                  <a:pt x="7206861" y="2349811"/>
                </a:lnTo>
                <a:lnTo>
                  <a:pt x="7206861" y="2365555"/>
                </a:lnTo>
                <a:lnTo>
                  <a:pt x="7206857" y="2365576"/>
                </a:lnTo>
                <a:lnTo>
                  <a:pt x="7206862" y="2365555"/>
                </a:lnTo>
                <a:lnTo>
                  <a:pt x="7206862" y="2349811"/>
                </a:lnTo>
                <a:close/>
                <a:moveTo>
                  <a:pt x="6731201" y="2341329"/>
                </a:moveTo>
                <a:lnTo>
                  <a:pt x="6736505" y="2345875"/>
                </a:lnTo>
                <a:lnTo>
                  <a:pt x="6736899" y="2344890"/>
                </a:lnTo>
                <a:close/>
                <a:moveTo>
                  <a:pt x="7173403" y="2338005"/>
                </a:moveTo>
                <a:lnTo>
                  <a:pt x="7156677" y="2351386"/>
                </a:lnTo>
                <a:lnTo>
                  <a:pt x="7157557" y="2352090"/>
                </a:lnTo>
                <a:close/>
                <a:moveTo>
                  <a:pt x="5640319" y="2338003"/>
                </a:moveTo>
                <a:lnTo>
                  <a:pt x="5660000" y="2338003"/>
                </a:lnTo>
                <a:lnTo>
                  <a:pt x="5663936" y="2345875"/>
                </a:lnTo>
                <a:lnTo>
                  <a:pt x="5679680" y="2341939"/>
                </a:lnTo>
                <a:lnTo>
                  <a:pt x="5683616" y="2345875"/>
                </a:lnTo>
                <a:lnTo>
                  <a:pt x="5691488" y="2341939"/>
                </a:lnTo>
                <a:lnTo>
                  <a:pt x="5699360" y="2345875"/>
                </a:lnTo>
                <a:lnTo>
                  <a:pt x="5711168" y="2349811"/>
                </a:lnTo>
                <a:lnTo>
                  <a:pt x="5711168" y="2353747"/>
                </a:lnTo>
                <a:lnTo>
                  <a:pt x="5703296" y="2357683"/>
                </a:lnTo>
                <a:lnTo>
                  <a:pt x="5695424" y="2359651"/>
                </a:lnTo>
                <a:lnTo>
                  <a:pt x="5671808" y="2359651"/>
                </a:lnTo>
                <a:lnTo>
                  <a:pt x="5660000" y="2353747"/>
                </a:lnTo>
                <a:lnTo>
                  <a:pt x="5640319" y="2349811"/>
                </a:lnTo>
                <a:lnTo>
                  <a:pt x="5640319" y="2345875"/>
                </a:lnTo>
                <a:close/>
                <a:moveTo>
                  <a:pt x="7173405" y="2338003"/>
                </a:moveTo>
                <a:lnTo>
                  <a:pt x="7173405" y="2338003"/>
                </a:lnTo>
                <a:lnTo>
                  <a:pt x="7195054" y="2338003"/>
                </a:lnTo>
                <a:lnTo>
                  <a:pt x="7195054" y="2338003"/>
                </a:lnTo>
                <a:close/>
                <a:moveTo>
                  <a:pt x="5927649" y="2336035"/>
                </a:moveTo>
                <a:lnTo>
                  <a:pt x="5935521" y="2336035"/>
                </a:lnTo>
                <a:lnTo>
                  <a:pt x="5927649" y="2345875"/>
                </a:lnTo>
                <a:lnTo>
                  <a:pt x="5923713" y="2361619"/>
                </a:lnTo>
                <a:lnTo>
                  <a:pt x="5906001" y="2367523"/>
                </a:lnTo>
                <a:lnTo>
                  <a:pt x="5882385" y="2365555"/>
                </a:lnTo>
                <a:lnTo>
                  <a:pt x="5882385" y="2357683"/>
                </a:lnTo>
                <a:lnTo>
                  <a:pt x="5898129" y="2349811"/>
                </a:lnTo>
                <a:lnTo>
                  <a:pt x="5919777" y="2341939"/>
                </a:lnTo>
                <a:close/>
                <a:moveTo>
                  <a:pt x="6135924" y="2331149"/>
                </a:moveTo>
                <a:lnTo>
                  <a:pt x="6124456" y="2365552"/>
                </a:lnTo>
                <a:lnTo>
                  <a:pt x="6067383" y="2402945"/>
                </a:lnTo>
                <a:lnTo>
                  <a:pt x="6061484" y="2414744"/>
                </a:lnTo>
                <a:lnTo>
                  <a:pt x="6069349" y="2402946"/>
                </a:lnTo>
                <a:lnTo>
                  <a:pt x="6126422" y="2365553"/>
                </a:lnTo>
                <a:lnTo>
                  <a:pt x="6136262" y="2332097"/>
                </a:lnTo>
                <a:close/>
                <a:moveTo>
                  <a:pt x="5740688" y="2330131"/>
                </a:moveTo>
                <a:lnTo>
                  <a:pt x="5744624" y="2330131"/>
                </a:lnTo>
                <a:lnTo>
                  <a:pt x="5744624" y="2338003"/>
                </a:lnTo>
                <a:lnTo>
                  <a:pt x="5736752" y="2338003"/>
                </a:lnTo>
                <a:lnTo>
                  <a:pt x="5732816" y="2336035"/>
                </a:lnTo>
                <a:close/>
                <a:moveTo>
                  <a:pt x="7118106" y="2323548"/>
                </a:moveTo>
                <a:lnTo>
                  <a:pt x="7118300" y="2324227"/>
                </a:lnTo>
                <a:lnTo>
                  <a:pt x="7124211" y="2327988"/>
                </a:lnTo>
                <a:close/>
                <a:moveTo>
                  <a:pt x="6000471" y="2296674"/>
                </a:moveTo>
                <a:lnTo>
                  <a:pt x="6000467" y="2296675"/>
                </a:lnTo>
                <a:lnTo>
                  <a:pt x="6000467" y="2316355"/>
                </a:lnTo>
                <a:lnTo>
                  <a:pt x="6006370" y="2322258"/>
                </a:lnTo>
                <a:lnTo>
                  <a:pt x="6002434" y="2349811"/>
                </a:lnTo>
                <a:lnTo>
                  <a:pt x="6002434" y="2371459"/>
                </a:lnTo>
                <a:lnTo>
                  <a:pt x="5994562" y="2379331"/>
                </a:lnTo>
                <a:lnTo>
                  <a:pt x="5994562" y="2391139"/>
                </a:lnTo>
                <a:lnTo>
                  <a:pt x="5986690" y="2400979"/>
                </a:lnTo>
                <a:lnTo>
                  <a:pt x="5982754" y="2399995"/>
                </a:lnTo>
                <a:lnTo>
                  <a:pt x="5988658" y="2402947"/>
                </a:lnTo>
                <a:lnTo>
                  <a:pt x="5988597" y="2403151"/>
                </a:lnTo>
                <a:lnTo>
                  <a:pt x="5988662" y="2402945"/>
                </a:lnTo>
                <a:lnTo>
                  <a:pt x="5996534" y="2391137"/>
                </a:lnTo>
                <a:lnTo>
                  <a:pt x="5996534" y="2379328"/>
                </a:lnTo>
                <a:lnTo>
                  <a:pt x="6004407" y="2373424"/>
                </a:lnTo>
                <a:lnTo>
                  <a:pt x="6004407" y="2349808"/>
                </a:lnTo>
                <a:lnTo>
                  <a:pt x="6008343" y="2324224"/>
                </a:lnTo>
                <a:lnTo>
                  <a:pt x="6000471" y="2316352"/>
                </a:lnTo>
                <a:close/>
                <a:moveTo>
                  <a:pt x="5256558" y="2286832"/>
                </a:moveTo>
                <a:lnTo>
                  <a:pt x="5264430" y="2292736"/>
                </a:lnTo>
                <a:lnTo>
                  <a:pt x="5278206" y="2292736"/>
                </a:lnTo>
                <a:lnTo>
                  <a:pt x="5284110" y="2300608"/>
                </a:lnTo>
                <a:lnTo>
                  <a:pt x="5272302" y="2312416"/>
                </a:lnTo>
                <a:lnTo>
                  <a:pt x="5272302" y="2328160"/>
                </a:lnTo>
                <a:lnTo>
                  <a:pt x="5284110" y="2345872"/>
                </a:lnTo>
                <a:lnTo>
                  <a:pt x="5284110" y="2365552"/>
                </a:lnTo>
                <a:lnTo>
                  <a:pt x="5260494" y="2383265"/>
                </a:lnTo>
                <a:lnTo>
                  <a:pt x="5264430" y="2402945"/>
                </a:lnTo>
                <a:lnTo>
                  <a:pt x="5276238" y="2414753"/>
                </a:lnTo>
                <a:lnTo>
                  <a:pt x="5295918" y="2422625"/>
                </a:lnTo>
                <a:lnTo>
                  <a:pt x="5295918" y="2448209"/>
                </a:lnTo>
                <a:lnTo>
                  <a:pt x="5288046" y="2460017"/>
                </a:lnTo>
                <a:lnTo>
                  <a:pt x="5268366" y="2460017"/>
                </a:lnTo>
                <a:lnTo>
                  <a:pt x="5264430" y="2493473"/>
                </a:lnTo>
                <a:lnTo>
                  <a:pt x="5254590" y="2505281"/>
                </a:lnTo>
                <a:lnTo>
                  <a:pt x="5242778" y="2505281"/>
                </a:lnTo>
                <a:lnTo>
                  <a:pt x="5242780" y="2505285"/>
                </a:lnTo>
                <a:lnTo>
                  <a:pt x="5242791" y="2505330"/>
                </a:lnTo>
                <a:lnTo>
                  <a:pt x="5242781" y="2505283"/>
                </a:lnTo>
                <a:lnTo>
                  <a:pt x="5254589" y="2505283"/>
                </a:lnTo>
                <a:lnTo>
                  <a:pt x="5266397" y="2493475"/>
                </a:lnTo>
                <a:lnTo>
                  <a:pt x="5270333" y="2460019"/>
                </a:lnTo>
                <a:lnTo>
                  <a:pt x="5288046" y="2460019"/>
                </a:lnTo>
                <a:lnTo>
                  <a:pt x="5299854" y="2448210"/>
                </a:lnTo>
                <a:lnTo>
                  <a:pt x="5299854" y="2420658"/>
                </a:lnTo>
                <a:lnTo>
                  <a:pt x="5329374" y="2436402"/>
                </a:lnTo>
                <a:lnTo>
                  <a:pt x="5370702" y="2436402"/>
                </a:lnTo>
                <a:lnTo>
                  <a:pt x="5388415" y="2444274"/>
                </a:lnTo>
                <a:lnTo>
                  <a:pt x="5400223" y="2444274"/>
                </a:lnTo>
                <a:lnTo>
                  <a:pt x="5419903" y="2485603"/>
                </a:lnTo>
                <a:lnTo>
                  <a:pt x="5465167" y="2493475"/>
                </a:lnTo>
                <a:lnTo>
                  <a:pt x="5518304" y="2519059"/>
                </a:lnTo>
                <a:lnTo>
                  <a:pt x="5539952" y="2509219"/>
                </a:lnTo>
                <a:lnTo>
                  <a:pt x="5547824" y="2493475"/>
                </a:lnTo>
                <a:lnTo>
                  <a:pt x="5539952" y="2477731"/>
                </a:lnTo>
                <a:lnTo>
                  <a:pt x="5539952" y="2456082"/>
                </a:lnTo>
                <a:lnTo>
                  <a:pt x="5577344" y="2436402"/>
                </a:lnTo>
                <a:lnTo>
                  <a:pt x="5600960" y="2432466"/>
                </a:lnTo>
                <a:lnTo>
                  <a:pt x="5626545" y="2436402"/>
                </a:lnTo>
                <a:lnTo>
                  <a:pt x="5630481" y="2452146"/>
                </a:lnTo>
                <a:lnTo>
                  <a:pt x="5654097" y="2460019"/>
                </a:lnTo>
                <a:lnTo>
                  <a:pt x="5673777" y="2465923"/>
                </a:lnTo>
                <a:lnTo>
                  <a:pt x="5687553" y="2485603"/>
                </a:lnTo>
                <a:lnTo>
                  <a:pt x="5687553" y="2485604"/>
                </a:lnTo>
                <a:lnTo>
                  <a:pt x="5699360" y="2479701"/>
                </a:lnTo>
                <a:lnTo>
                  <a:pt x="5722976" y="2479701"/>
                </a:lnTo>
                <a:lnTo>
                  <a:pt x="5752496" y="2487573"/>
                </a:lnTo>
                <a:lnTo>
                  <a:pt x="5782016" y="2499381"/>
                </a:lnTo>
                <a:lnTo>
                  <a:pt x="5801697" y="2495445"/>
                </a:lnTo>
                <a:lnTo>
                  <a:pt x="5813505" y="2487573"/>
                </a:lnTo>
                <a:lnTo>
                  <a:pt x="5821377" y="2487573"/>
                </a:lnTo>
                <a:lnTo>
                  <a:pt x="5833185" y="2475765"/>
                </a:lnTo>
                <a:lnTo>
                  <a:pt x="5850897" y="2479701"/>
                </a:lnTo>
                <a:lnTo>
                  <a:pt x="5870577" y="2491509"/>
                </a:lnTo>
                <a:lnTo>
                  <a:pt x="5878449" y="2491509"/>
                </a:lnTo>
                <a:lnTo>
                  <a:pt x="5884353" y="2487573"/>
                </a:lnTo>
                <a:lnTo>
                  <a:pt x="5900098" y="2491509"/>
                </a:lnTo>
                <a:lnTo>
                  <a:pt x="5931586" y="2487573"/>
                </a:lnTo>
                <a:lnTo>
                  <a:pt x="5935522" y="2495445"/>
                </a:lnTo>
                <a:lnTo>
                  <a:pt x="5937490" y="2511189"/>
                </a:lnTo>
                <a:lnTo>
                  <a:pt x="5945362" y="2536774"/>
                </a:lnTo>
                <a:lnTo>
                  <a:pt x="5937490" y="2570230"/>
                </a:lnTo>
                <a:lnTo>
                  <a:pt x="5937490" y="2584006"/>
                </a:lnTo>
                <a:lnTo>
                  <a:pt x="5927650" y="2593846"/>
                </a:lnTo>
                <a:lnTo>
                  <a:pt x="5907970" y="2570230"/>
                </a:lnTo>
                <a:lnTo>
                  <a:pt x="5892225" y="2552518"/>
                </a:lnTo>
                <a:lnTo>
                  <a:pt x="5892225" y="2524966"/>
                </a:lnTo>
                <a:lnTo>
                  <a:pt x="5884353" y="2517094"/>
                </a:lnTo>
                <a:lnTo>
                  <a:pt x="5882385" y="2517094"/>
                </a:lnTo>
                <a:lnTo>
                  <a:pt x="5882385" y="2528902"/>
                </a:lnTo>
                <a:lnTo>
                  <a:pt x="5884353" y="2562358"/>
                </a:lnTo>
                <a:lnTo>
                  <a:pt x="5907970" y="2584006"/>
                </a:lnTo>
                <a:lnTo>
                  <a:pt x="5911906" y="2601718"/>
                </a:lnTo>
                <a:lnTo>
                  <a:pt x="5927650" y="2625335"/>
                </a:lnTo>
                <a:lnTo>
                  <a:pt x="5941426" y="2658791"/>
                </a:lnTo>
                <a:lnTo>
                  <a:pt x="5961106" y="2700119"/>
                </a:lnTo>
                <a:lnTo>
                  <a:pt x="5968910" y="2739138"/>
                </a:lnTo>
                <a:lnTo>
                  <a:pt x="5970947" y="2737508"/>
                </a:lnTo>
                <a:lnTo>
                  <a:pt x="6000468" y="2759156"/>
                </a:lnTo>
                <a:lnTo>
                  <a:pt x="6012276" y="2782772"/>
                </a:lnTo>
                <a:lnTo>
                  <a:pt x="6016212" y="2831973"/>
                </a:lnTo>
                <a:lnTo>
                  <a:pt x="6016212" y="2851653"/>
                </a:lnTo>
                <a:lnTo>
                  <a:pt x="6057540" y="2892981"/>
                </a:lnTo>
                <a:lnTo>
                  <a:pt x="6033870" y="2905331"/>
                </a:lnTo>
                <a:lnTo>
                  <a:pt x="6055571" y="2894952"/>
                </a:lnTo>
                <a:lnTo>
                  <a:pt x="6067379" y="2928408"/>
                </a:lnTo>
                <a:lnTo>
                  <a:pt x="6081155" y="2965801"/>
                </a:lnTo>
                <a:lnTo>
                  <a:pt x="6096899" y="2973673"/>
                </a:lnTo>
                <a:lnTo>
                  <a:pt x="6136260" y="2997289"/>
                </a:lnTo>
                <a:lnTo>
                  <a:pt x="6169189" y="3037966"/>
                </a:lnTo>
                <a:lnTo>
                  <a:pt x="6169715" y="3036650"/>
                </a:lnTo>
                <a:lnTo>
                  <a:pt x="6181523" y="3036650"/>
                </a:lnTo>
                <a:lnTo>
                  <a:pt x="6189395" y="3048458"/>
                </a:lnTo>
                <a:lnTo>
                  <a:pt x="6197267" y="3060266"/>
                </a:lnTo>
                <a:lnTo>
                  <a:pt x="6173651" y="3072074"/>
                </a:lnTo>
                <a:lnTo>
                  <a:pt x="6193331" y="3085850"/>
                </a:lnTo>
                <a:lnTo>
                  <a:pt x="6173651" y="3093722"/>
                </a:lnTo>
                <a:lnTo>
                  <a:pt x="6153972" y="3093722"/>
                </a:lnTo>
                <a:lnTo>
                  <a:pt x="6155940" y="3095690"/>
                </a:lnTo>
                <a:lnTo>
                  <a:pt x="6173652" y="3095690"/>
                </a:lnTo>
                <a:lnTo>
                  <a:pt x="6173652" y="3093723"/>
                </a:lnTo>
                <a:lnTo>
                  <a:pt x="6193332" y="3085850"/>
                </a:lnTo>
                <a:lnTo>
                  <a:pt x="6211044" y="3109467"/>
                </a:lnTo>
                <a:lnTo>
                  <a:pt x="6230724" y="3113403"/>
                </a:lnTo>
                <a:lnTo>
                  <a:pt x="6246468" y="3105531"/>
                </a:lnTo>
                <a:lnTo>
                  <a:pt x="6287796" y="3099627"/>
                </a:lnTo>
                <a:lnTo>
                  <a:pt x="6307477" y="3087818"/>
                </a:lnTo>
                <a:lnTo>
                  <a:pt x="6329125" y="3087818"/>
                </a:lnTo>
                <a:lnTo>
                  <a:pt x="6336997" y="3083882"/>
                </a:lnTo>
                <a:lnTo>
                  <a:pt x="6378325" y="3072074"/>
                </a:lnTo>
                <a:lnTo>
                  <a:pt x="6394069" y="3060266"/>
                </a:lnTo>
                <a:lnTo>
                  <a:pt x="6401941" y="3060266"/>
                </a:lnTo>
                <a:lnTo>
                  <a:pt x="6409813" y="3072074"/>
                </a:lnTo>
                <a:lnTo>
                  <a:pt x="6405877" y="3121275"/>
                </a:lnTo>
                <a:lnTo>
                  <a:pt x="6398005" y="3150795"/>
                </a:lnTo>
                <a:lnTo>
                  <a:pt x="6360613" y="3199995"/>
                </a:lnTo>
                <a:lnTo>
                  <a:pt x="6356677" y="3213771"/>
                </a:lnTo>
                <a:lnTo>
                  <a:pt x="6340933" y="3237388"/>
                </a:lnTo>
                <a:lnTo>
                  <a:pt x="6333061" y="3255100"/>
                </a:lnTo>
                <a:lnTo>
                  <a:pt x="6303540" y="3296428"/>
                </a:lnTo>
                <a:lnTo>
                  <a:pt x="6283860" y="3320044"/>
                </a:lnTo>
                <a:lnTo>
                  <a:pt x="6256308" y="3335788"/>
                </a:lnTo>
                <a:lnTo>
                  <a:pt x="6222852" y="3361373"/>
                </a:lnTo>
                <a:lnTo>
                  <a:pt x="6189396" y="3384989"/>
                </a:lnTo>
                <a:lnTo>
                  <a:pt x="6173652" y="3402701"/>
                </a:lnTo>
                <a:lnTo>
                  <a:pt x="6148067" y="3438125"/>
                </a:lnTo>
                <a:lnTo>
                  <a:pt x="6147084" y="3437388"/>
                </a:lnTo>
                <a:lnTo>
                  <a:pt x="6132324" y="3455838"/>
                </a:lnTo>
                <a:lnTo>
                  <a:pt x="6116580" y="3459774"/>
                </a:lnTo>
                <a:lnTo>
                  <a:pt x="6116580" y="3471582"/>
                </a:lnTo>
                <a:lnTo>
                  <a:pt x="6098868" y="3477486"/>
                </a:lnTo>
                <a:lnTo>
                  <a:pt x="6090996" y="3501102"/>
                </a:lnTo>
                <a:lnTo>
                  <a:pt x="6079188" y="3526686"/>
                </a:lnTo>
                <a:lnTo>
                  <a:pt x="6026490" y="3501314"/>
                </a:lnTo>
                <a:lnTo>
                  <a:pt x="6026051" y="3503069"/>
                </a:lnTo>
                <a:lnTo>
                  <a:pt x="6079188" y="3528653"/>
                </a:lnTo>
                <a:lnTo>
                  <a:pt x="6061476" y="3564078"/>
                </a:lnTo>
                <a:lnTo>
                  <a:pt x="6061476" y="3577854"/>
                </a:lnTo>
                <a:lnTo>
                  <a:pt x="6079188" y="3593598"/>
                </a:lnTo>
                <a:lnTo>
                  <a:pt x="6077220" y="3623118"/>
                </a:lnTo>
                <a:lnTo>
                  <a:pt x="6077220" y="3662478"/>
                </a:lnTo>
                <a:lnTo>
                  <a:pt x="6110676" y="3695935"/>
                </a:lnTo>
                <a:lnTo>
                  <a:pt x="6108708" y="3696722"/>
                </a:lnTo>
                <a:lnTo>
                  <a:pt x="6108708" y="3745136"/>
                </a:lnTo>
                <a:lnTo>
                  <a:pt x="6116580" y="3774656"/>
                </a:lnTo>
                <a:lnTo>
                  <a:pt x="6112644" y="3835664"/>
                </a:lnTo>
                <a:lnTo>
                  <a:pt x="6073284" y="3882897"/>
                </a:lnTo>
                <a:lnTo>
                  <a:pt x="6024083" y="3900609"/>
                </a:lnTo>
                <a:lnTo>
                  <a:pt x="5998499" y="3920289"/>
                </a:lnTo>
                <a:lnTo>
                  <a:pt x="5986691" y="3936033"/>
                </a:lnTo>
                <a:lnTo>
                  <a:pt x="5974883" y="3943905"/>
                </a:lnTo>
                <a:lnTo>
                  <a:pt x="5945363" y="3961617"/>
                </a:lnTo>
                <a:lnTo>
                  <a:pt x="5945363" y="3981298"/>
                </a:lnTo>
                <a:lnTo>
                  <a:pt x="5959139" y="4030498"/>
                </a:lnTo>
                <a:lnTo>
                  <a:pt x="5965043" y="4087570"/>
                </a:lnTo>
                <a:lnTo>
                  <a:pt x="5957171" y="4124963"/>
                </a:lnTo>
                <a:lnTo>
                  <a:pt x="5900098" y="4138739"/>
                </a:lnTo>
                <a:lnTo>
                  <a:pt x="5888290" y="4158419"/>
                </a:lnTo>
                <a:lnTo>
                  <a:pt x="5892226" y="4170227"/>
                </a:lnTo>
                <a:lnTo>
                  <a:pt x="5892226" y="4184003"/>
                </a:lnTo>
                <a:lnTo>
                  <a:pt x="5868610" y="4180067"/>
                </a:lnTo>
                <a:lnTo>
                  <a:pt x="5867581" y="4175180"/>
                </a:lnTo>
                <a:lnTo>
                  <a:pt x="5868609" y="4182036"/>
                </a:lnTo>
                <a:lnTo>
                  <a:pt x="5892225" y="4184004"/>
                </a:lnTo>
                <a:lnTo>
                  <a:pt x="5892225" y="4195812"/>
                </a:lnTo>
                <a:lnTo>
                  <a:pt x="5884353" y="4211556"/>
                </a:lnTo>
                <a:lnTo>
                  <a:pt x="5884353" y="4231236"/>
                </a:lnTo>
                <a:lnTo>
                  <a:pt x="5862705" y="4252884"/>
                </a:lnTo>
                <a:lnTo>
                  <a:pt x="5831217" y="4294213"/>
                </a:lnTo>
                <a:lnTo>
                  <a:pt x="5827281" y="4317829"/>
                </a:lnTo>
                <a:lnTo>
                  <a:pt x="5797760" y="4347349"/>
                </a:lnTo>
                <a:lnTo>
                  <a:pt x="5785952" y="4367029"/>
                </a:lnTo>
                <a:lnTo>
                  <a:pt x="5744624" y="4396550"/>
                </a:lnTo>
                <a:lnTo>
                  <a:pt x="5715104" y="4420166"/>
                </a:lnTo>
                <a:lnTo>
                  <a:pt x="5695424" y="4424102"/>
                </a:lnTo>
                <a:lnTo>
                  <a:pt x="5683615" y="4428038"/>
                </a:lnTo>
                <a:lnTo>
                  <a:pt x="5630479" y="4428038"/>
                </a:lnTo>
                <a:lnTo>
                  <a:pt x="5600959" y="4430006"/>
                </a:lnTo>
                <a:lnTo>
                  <a:pt x="5567502" y="4433942"/>
                </a:lnTo>
                <a:lnTo>
                  <a:pt x="5551758" y="4445750"/>
                </a:lnTo>
                <a:lnTo>
                  <a:pt x="5532078" y="4453622"/>
                </a:lnTo>
                <a:lnTo>
                  <a:pt x="5486814" y="4408358"/>
                </a:lnTo>
                <a:lnTo>
                  <a:pt x="5486814" y="4396550"/>
                </a:lnTo>
                <a:lnTo>
                  <a:pt x="5490750" y="4384742"/>
                </a:lnTo>
                <a:lnTo>
                  <a:pt x="5494686" y="4363093"/>
                </a:lnTo>
                <a:lnTo>
                  <a:pt x="5480910" y="4325701"/>
                </a:lnTo>
                <a:lnTo>
                  <a:pt x="5457293" y="4286341"/>
                </a:lnTo>
                <a:lnTo>
                  <a:pt x="5441549" y="4256820"/>
                </a:lnTo>
                <a:lnTo>
                  <a:pt x="5433677" y="4241076"/>
                </a:lnTo>
                <a:lnTo>
                  <a:pt x="5453357" y="4227300"/>
                </a:lnTo>
                <a:lnTo>
                  <a:pt x="5461229" y="4227300"/>
                </a:lnTo>
                <a:lnTo>
                  <a:pt x="5469102" y="4237140"/>
                </a:lnTo>
                <a:lnTo>
                  <a:pt x="5482878" y="4245012"/>
                </a:lnTo>
                <a:lnTo>
                  <a:pt x="5502558" y="4248948"/>
                </a:lnTo>
                <a:lnTo>
                  <a:pt x="5536014" y="4241076"/>
                </a:lnTo>
                <a:lnTo>
                  <a:pt x="5536014" y="4241075"/>
                </a:lnTo>
                <a:lnTo>
                  <a:pt x="5502558" y="4248947"/>
                </a:lnTo>
                <a:lnTo>
                  <a:pt x="5482878" y="4245011"/>
                </a:lnTo>
                <a:lnTo>
                  <a:pt x="5469102" y="4237139"/>
                </a:lnTo>
                <a:lnTo>
                  <a:pt x="5461230" y="4227299"/>
                </a:lnTo>
                <a:lnTo>
                  <a:pt x="5453358" y="4227299"/>
                </a:lnTo>
                <a:lnTo>
                  <a:pt x="5433678" y="4241075"/>
                </a:lnTo>
                <a:lnTo>
                  <a:pt x="5421869" y="4223363"/>
                </a:lnTo>
                <a:lnTo>
                  <a:pt x="5408093" y="4195811"/>
                </a:lnTo>
                <a:lnTo>
                  <a:pt x="5396285" y="4154482"/>
                </a:lnTo>
                <a:lnTo>
                  <a:pt x="5384477" y="4117090"/>
                </a:lnTo>
                <a:lnTo>
                  <a:pt x="5372669" y="4060018"/>
                </a:lnTo>
                <a:lnTo>
                  <a:pt x="5370701" y="4042306"/>
                </a:lnTo>
                <a:lnTo>
                  <a:pt x="5329372" y="3965553"/>
                </a:lnTo>
                <a:lnTo>
                  <a:pt x="5329372" y="3953745"/>
                </a:lnTo>
                <a:lnTo>
                  <a:pt x="5313628" y="3936033"/>
                </a:lnTo>
                <a:lnTo>
                  <a:pt x="5307724" y="3902576"/>
                </a:lnTo>
                <a:lnTo>
                  <a:pt x="5331340" y="3890768"/>
                </a:lnTo>
                <a:lnTo>
                  <a:pt x="5360861" y="3890768"/>
                </a:lnTo>
                <a:lnTo>
                  <a:pt x="5372669" y="3902576"/>
                </a:lnTo>
                <a:lnTo>
                  <a:pt x="5404157" y="3890768"/>
                </a:lnTo>
                <a:lnTo>
                  <a:pt x="5486771" y="3894702"/>
                </a:lnTo>
                <a:lnTo>
                  <a:pt x="5404157" y="3888801"/>
                </a:lnTo>
                <a:lnTo>
                  <a:pt x="5372669" y="3900609"/>
                </a:lnTo>
                <a:lnTo>
                  <a:pt x="5360861" y="3888801"/>
                </a:lnTo>
                <a:lnTo>
                  <a:pt x="5331340" y="3888801"/>
                </a:lnTo>
                <a:lnTo>
                  <a:pt x="5307724" y="3900609"/>
                </a:lnTo>
                <a:lnTo>
                  <a:pt x="5305756" y="3876993"/>
                </a:lnTo>
                <a:lnTo>
                  <a:pt x="5307724" y="3849441"/>
                </a:lnTo>
                <a:lnTo>
                  <a:pt x="5335277" y="3776624"/>
                </a:lnTo>
                <a:lnTo>
                  <a:pt x="5352989" y="3770720"/>
                </a:lnTo>
                <a:lnTo>
                  <a:pt x="5364797" y="3735296"/>
                </a:lnTo>
                <a:lnTo>
                  <a:pt x="5358893" y="3709711"/>
                </a:lnTo>
                <a:lnTo>
                  <a:pt x="5352989" y="3682159"/>
                </a:lnTo>
                <a:lnTo>
                  <a:pt x="5352989" y="3629023"/>
                </a:lnTo>
                <a:lnTo>
                  <a:pt x="5341181" y="3615247"/>
                </a:lnTo>
                <a:lnTo>
                  <a:pt x="5331340" y="3591630"/>
                </a:lnTo>
                <a:lnTo>
                  <a:pt x="5331340" y="3581722"/>
                </a:lnTo>
                <a:lnTo>
                  <a:pt x="5329372" y="3581790"/>
                </a:lnTo>
                <a:lnTo>
                  <a:pt x="5319532" y="3566046"/>
                </a:lnTo>
                <a:lnTo>
                  <a:pt x="5305756" y="3554238"/>
                </a:lnTo>
                <a:lnTo>
                  <a:pt x="5341180" y="3538494"/>
                </a:lnTo>
                <a:lnTo>
                  <a:pt x="5343148" y="3538494"/>
                </a:lnTo>
                <a:lnTo>
                  <a:pt x="5346677" y="3550846"/>
                </a:lnTo>
                <a:lnTo>
                  <a:pt x="5347085" y="3550302"/>
                </a:lnTo>
                <a:lnTo>
                  <a:pt x="5358893" y="3536526"/>
                </a:lnTo>
                <a:lnTo>
                  <a:pt x="5364797" y="3532590"/>
                </a:lnTo>
                <a:lnTo>
                  <a:pt x="5366765" y="3546366"/>
                </a:lnTo>
                <a:lnTo>
                  <a:pt x="5370162" y="3544928"/>
                </a:lnTo>
                <a:lnTo>
                  <a:pt x="5364797" y="3530621"/>
                </a:lnTo>
                <a:lnTo>
                  <a:pt x="5358893" y="3534557"/>
                </a:lnTo>
                <a:lnTo>
                  <a:pt x="5347085" y="3548333"/>
                </a:lnTo>
                <a:lnTo>
                  <a:pt x="5343149" y="3538493"/>
                </a:lnTo>
                <a:lnTo>
                  <a:pt x="5341181" y="3538493"/>
                </a:lnTo>
                <a:lnTo>
                  <a:pt x="5305756" y="3552269"/>
                </a:lnTo>
                <a:lnTo>
                  <a:pt x="5301820" y="3534558"/>
                </a:lnTo>
                <a:lnTo>
                  <a:pt x="5301820" y="3534558"/>
                </a:lnTo>
                <a:lnTo>
                  <a:pt x="5272300" y="3489294"/>
                </a:lnTo>
                <a:lnTo>
                  <a:pt x="5248683" y="3467646"/>
                </a:lnTo>
                <a:lnTo>
                  <a:pt x="5230971" y="3434189"/>
                </a:lnTo>
                <a:lnTo>
                  <a:pt x="5244747" y="3400733"/>
                </a:lnTo>
                <a:lnTo>
                  <a:pt x="5240811" y="3384989"/>
                </a:lnTo>
                <a:lnTo>
                  <a:pt x="5244747" y="3369245"/>
                </a:lnTo>
                <a:lnTo>
                  <a:pt x="5299852" y="3369245"/>
                </a:lnTo>
                <a:lnTo>
                  <a:pt x="5295916" y="3343660"/>
                </a:lnTo>
                <a:lnTo>
                  <a:pt x="5341180" y="3343660"/>
                </a:lnTo>
                <a:lnTo>
                  <a:pt x="5331340" y="3361372"/>
                </a:lnTo>
                <a:lnTo>
                  <a:pt x="5331358" y="3361387"/>
                </a:lnTo>
                <a:lnTo>
                  <a:pt x="5331341" y="3361372"/>
                </a:lnTo>
                <a:lnTo>
                  <a:pt x="5341181" y="3343660"/>
                </a:lnTo>
                <a:lnTo>
                  <a:pt x="5380541" y="3343660"/>
                </a:lnTo>
                <a:lnTo>
                  <a:pt x="5396285" y="3355468"/>
                </a:lnTo>
                <a:lnTo>
                  <a:pt x="5413997" y="3327915"/>
                </a:lnTo>
                <a:lnTo>
                  <a:pt x="5415297" y="3326453"/>
                </a:lnTo>
                <a:lnTo>
                  <a:pt x="5384477" y="3259035"/>
                </a:lnTo>
                <a:lnTo>
                  <a:pt x="5384477" y="3247227"/>
                </a:lnTo>
                <a:lnTo>
                  <a:pt x="5415966" y="3194090"/>
                </a:lnTo>
                <a:lnTo>
                  <a:pt x="5498622" y="3182282"/>
                </a:lnTo>
                <a:lnTo>
                  <a:pt x="5518295" y="3150806"/>
                </a:lnTo>
                <a:lnTo>
                  <a:pt x="5498623" y="3180314"/>
                </a:lnTo>
                <a:lnTo>
                  <a:pt x="5413998" y="3192122"/>
                </a:lnTo>
                <a:lnTo>
                  <a:pt x="5396286" y="3162602"/>
                </a:lnTo>
                <a:lnTo>
                  <a:pt x="5370701" y="3142922"/>
                </a:lnTo>
                <a:lnTo>
                  <a:pt x="5372669" y="3123242"/>
                </a:lnTo>
                <a:lnTo>
                  <a:pt x="5372669" y="3123242"/>
                </a:lnTo>
                <a:lnTo>
                  <a:pt x="5370701" y="3142922"/>
                </a:lnTo>
                <a:lnTo>
                  <a:pt x="5396285" y="3162602"/>
                </a:lnTo>
                <a:lnTo>
                  <a:pt x="5413997" y="3192123"/>
                </a:lnTo>
                <a:lnTo>
                  <a:pt x="5384477" y="3243291"/>
                </a:lnTo>
                <a:lnTo>
                  <a:pt x="5384477" y="3259035"/>
                </a:lnTo>
                <a:lnTo>
                  <a:pt x="5413997" y="3325948"/>
                </a:lnTo>
                <a:lnTo>
                  <a:pt x="5396285" y="3353500"/>
                </a:lnTo>
                <a:lnTo>
                  <a:pt x="5380541" y="3341692"/>
                </a:lnTo>
                <a:lnTo>
                  <a:pt x="5341181" y="3341692"/>
                </a:lnTo>
                <a:lnTo>
                  <a:pt x="5295916" y="3341692"/>
                </a:lnTo>
                <a:lnTo>
                  <a:pt x="5254588" y="3341692"/>
                </a:lnTo>
                <a:lnTo>
                  <a:pt x="5254588" y="3314140"/>
                </a:lnTo>
                <a:lnTo>
                  <a:pt x="5238843" y="3296428"/>
                </a:lnTo>
                <a:lnTo>
                  <a:pt x="5215227" y="3280684"/>
                </a:lnTo>
                <a:lnTo>
                  <a:pt x="5215227" y="3280683"/>
                </a:lnTo>
                <a:lnTo>
                  <a:pt x="5152251" y="3276747"/>
                </a:lnTo>
                <a:lnTo>
                  <a:pt x="5136507" y="3272811"/>
                </a:lnTo>
                <a:lnTo>
                  <a:pt x="5128635" y="3253131"/>
                </a:lnTo>
                <a:lnTo>
                  <a:pt x="5091243" y="3225579"/>
                </a:lnTo>
                <a:lnTo>
                  <a:pt x="5061722" y="3225579"/>
                </a:lnTo>
                <a:lnTo>
                  <a:pt x="5057786" y="3152762"/>
                </a:lnTo>
                <a:lnTo>
                  <a:pt x="5059404" y="3150785"/>
                </a:lnTo>
                <a:lnTo>
                  <a:pt x="5055818" y="3154730"/>
                </a:lnTo>
                <a:lnTo>
                  <a:pt x="5059754" y="3225578"/>
                </a:lnTo>
                <a:lnTo>
                  <a:pt x="5026297" y="3231154"/>
                </a:lnTo>
                <a:lnTo>
                  <a:pt x="5026297" y="3231482"/>
                </a:lnTo>
                <a:lnTo>
                  <a:pt x="4994809" y="3241322"/>
                </a:lnTo>
                <a:lnTo>
                  <a:pt x="4990873" y="3223610"/>
                </a:lnTo>
                <a:lnTo>
                  <a:pt x="4990873" y="3223611"/>
                </a:lnTo>
                <a:lnTo>
                  <a:pt x="4994809" y="3241323"/>
                </a:lnTo>
                <a:lnTo>
                  <a:pt x="4975129" y="3247227"/>
                </a:lnTo>
                <a:lnTo>
                  <a:pt x="4916089" y="3270843"/>
                </a:lnTo>
                <a:lnTo>
                  <a:pt x="4900344" y="3264939"/>
                </a:lnTo>
                <a:lnTo>
                  <a:pt x="4898704" y="3261003"/>
                </a:lnTo>
                <a:lnTo>
                  <a:pt x="4862953" y="3261003"/>
                </a:lnTo>
                <a:lnTo>
                  <a:pt x="4827528" y="3268875"/>
                </a:lnTo>
                <a:lnTo>
                  <a:pt x="4786199" y="3276747"/>
                </a:lnTo>
                <a:lnTo>
                  <a:pt x="4756773" y="3280426"/>
                </a:lnTo>
                <a:lnTo>
                  <a:pt x="4756679" y="3280683"/>
                </a:lnTo>
                <a:lnTo>
                  <a:pt x="4756121" y="3280507"/>
                </a:lnTo>
                <a:lnTo>
                  <a:pt x="4754711" y="3280683"/>
                </a:lnTo>
                <a:lnTo>
                  <a:pt x="4754914" y="3280126"/>
                </a:lnTo>
                <a:lnTo>
                  <a:pt x="4719286" y="3268875"/>
                </a:lnTo>
                <a:lnTo>
                  <a:pt x="4683862" y="3241323"/>
                </a:lnTo>
                <a:lnTo>
                  <a:pt x="4656310" y="3213771"/>
                </a:lnTo>
                <a:lnTo>
                  <a:pt x="4614982" y="3196059"/>
                </a:lnTo>
                <a:lnTo>
                  <a:pt x="4609078" y="3170475"/>
                </a:lnTo>
                <a:lnTo>
                  <a:pt x="4593741" y="3147468"/>
                </a:lnTo>
                <a:lnTo>
                  <a:pt x="4591365" y="3148826"/>
                </a:lnTo>
                <a:lnTo>
                  <a:pt x="4550037" y="3099626"/>
                </a:lnTo>
                <a:lnTo>
                  <a:pt x="4546101" y="3091754"/>
                </a:lnTo>
                <a:lnTo>
                  <a:pt x="4561845" y="3087817"/>
                </a:lnTo>
                <a:lnTo>
                  <a:pt x="4583493" y="3083881"/>
                </a:lnTo>
                <a:lnTo>
                  <a:pt x="4583493" y="3082241"/>
                </a:lnTo>
                <a:lnTo>
                  <a:pt x="4561845" y="3085849"/>
                </a:lnTo>
                <a:lnTo>
                  <a:pt x="4548069" y="3089785"/>
                </a:lnTo>
                <a:lnTo>
                  <a:pt x="4536261" y="3079945"/>
                </a:lnTo>
                <a:lnTo>
                  <a:pt x="4520517" y="3068137"/>
                </a:lnTo>
                <a:lnTo>
                  <a:pt x="4508709" y="3066169"/>
                </a:lnTo>
                <a:lnTo>
                  <a:pt x="4544106" y="3052404"/>
                </a:lnTo>
                <a:lnTo>
                  <a:pt x="4510677" y="3064202"/>
                </a:lnTo>
                <a:lnTo>
                  <a:pt x="4498869" y="3052394"/>
                </a:lnTo>
                <a:lnTo>
                  <a:pt x="4502805" y="3038618"/>
                </a:lnTo>
                <a:lnTo>
                  <a:pt x="4550748" y="3034783"/>
                </a:lnTo>
                <a:lnTo>
                  <a:pt x="4550037" y="3034681"/>
                </a:lnTo>
                <a:lnTo>
                  <a:pt x="4500837" y="3038617"/>
                </a:lnTo>
                <a:lnTo>
                  <a:pt x="4504773" y="3022873"/>
                </a:lnTo>
                <a:lnTo>
                  <a:pt x="4504773" y="3015001"/>
                </a:lnTo>
                <a:lnTo>
                  <a:pt x="4506622" y="3014853"/>
                </a:lnTo>
                <a:lnTo>
                  <a:pt x="4498869" y="3005162"/>
                </a:lnTo>
                <a:lnTo>
                  <a:pt x="4494933" y="2985482"/>
                </a:lnTo>
                <a:lnTo>
                  <a:pt x="4502805" y="2965802"/>
                </a:lnTo>
                <a:lnTo>
                  <a:pt x="4514613" y="2932345"/>
                </a:lnTo>
                <a:lnTo>
                  <a:pt x="4532325" y="2924473"/>
                </a:lnTo>
                <a:lnTo>
                  <a:pt x="4532405" y="2924482"/>
                </a:lnTo>
                <a:lnTo>
                  <a:pt x="4532325" y="2924473"/>
                </a:lnTo>
                <a:lnTo>
                  <a:pt x="4514613" y="2932345"/>
                </a:lnTo>
                <a:lnTo>
                  <a:pt x="4520517" y="2900857"/>
                </a:lnTo>
                <a:lnTo>
                  <a:pt x="4520517" y="2892985"/>
                </a:lnTo>
                <a:lnTo>
                  <a:pt x="4510677" y="2851656"/>
                </a:lnTo>
                <a:lnTo>
                  <a:pt x="4514613" y="2833944"/>
                </a:lnTo>
                <a:lnTo>
                  <a:pt x="4502805" y="2814264"/>
                </a:lnTo>
                <a:lnTo>
                  <a:pt x="4494933" y="2806392"/>
                </a:lnTo>
                <a:lnTo>
                  <a:pt x="4491653" y="2796551"/>
                </a:lnTo>
                <a:lnTo>
                  <a:pt x="4483125" y="2796551"/>
                </a:lnTo>
                <a:lnTo>
                  <a:pt x="4502805" y="2759159"/>
                </a:lnTo>
                <a:lnTo>
                  <a:pt x="4528389" y="2723735"/>
                </a:lnTo>
                <a:lnTo>
                  <a:pt x="4548069" y="2696182"/>
                </a:lnTo>
                <a:lnTo>
                  <a:pt x="4557910" y="2668630"/>
                </a:lnTo>
                <a:lnTo>
                  <a:pt x="4575622" y="2648950"/>
                </a:lnTo>
                <a:lnTo>
                  <a:pt x="4585462" y="2641078"/>
                </a:lnTo>
                <a:lnTo>
                  <a:pt x="4605142" y="2605654"/>
                </a:lnTo>
                <a:lnTo>
                  <a:pt x="4620886" y="2595813"/>
                </a:lnTo>
                <a:lnTo>
                  <a:pt x="4640566" y="2595813"/>
                </a:lnTo>
                <a:lnTo>
                  <a:pt x="4660247" y="2578101"/>
                </a:lnTo>
                <a:lnTo>
                  <a:pt x="4670087" y="2570229"/>
                </a:lnTo>
                <a:lnTo>
                  <a:pt x="4685831" y="2550549"/>
                </a:lnTo>
                <a:lnTo>
                  <a:pt x="4705511" y="2532837"/>
                </a:lnTo>
                <a:lnTo>
                  <a:pt x="4695671" y="2487572"/>
                </a:lnTo>
                <a:lnTo>
                  <a:pt x="4715351" y="2467892"/>
                </a:lnTo>
                <a:lnTo>
                  <a:pt x="4715351" y="2450180"/>
                </a:lnTo>
                <a:lnTo>
                  <a:pt x="4715351" y="2440340"/>
                </a:lnTo>
                <a:lnTo>
                  <a:pt x="4750776" y="2422628"/>
                </a:lnTo>
                <a:lnTo>
                  <a:pt x="4770456" y="2412788"/>
                </a:lnTo>
                <a:lnTo>
                  <a:pt x="4780296" y="2404916"/>
                </a:lnTo>
                <a:lnTo>
                  <a:pt x="4786200" y="2385236"/>
                </a:lnTo>
                <a:lnTo>
                  <a:pt x="4805880" y="2357683"/>
                </a:lnTo>
                <a:lnTo>
                  <a:pt x="4805880" y="2349811"/>
                </a:lnTo>
                <a:lnTo>
                  <a:pt x="4825560" y="2330131"/>
                </a:lnTo>
                <a:lnTo>
                  <a:pt x="4825560" y="2339971"/>
                </a:lnTo>
                <a:lnTo>
                  <a:pt x="4835401" y="2349811"/>
                </a:lnTo>
                <a:lnTo>
                  <a:pt x="4843273" y="2357683"/>
                </a:lnTo>
                <a:lnTo>
                  <a:pt x="4853113" y="2357683"/>
                </a:lnTo>
                <a:lnTo>
                  <a:pt x="4872793" y="2357683"/>
                </a:lnTo>
                <a:lnTo>
                  <a:pt x="4898378" y="2357683"/>
                </a:lnTo>
                <a:lnTo>
                  <a:pt x="4908218" y="2367523"/>
                </a:lnTo>
                <a:lnTo>
                  <a:pt x="4925930" y="2367523"/>
                </a:lnTo>
                <a:lnTo>
                  <a:pt x="4937738" y="2424596"/>
                </a:lnTo>
                <a:lnTo>
                  <a:pt x="4941668" y="2434421"/>
                </a:lnTo>
                <a:lnTo>
                  <a:pt x="4937737" y="2422628"/>
                </a:lnTo>
                <a:lnTo>
                  <a:pt x="4925929" y="2365556"/>
                </a:lnTo>
                <a:lnTo>
                  <a:pt x="4937737" y="2353748"/>
                </a:lnTo>
                <a:lnTo>
                  <a:pt x="4957417" y="2345876"/>
                </a:lnTo>
                <a:lnTo>
                  <a:pt x="4969225" y="2343908"/>
                </a:lnTo>
                <a:lnTo>
                  <a:pt x="4986937" y="2324227"/>
                </a:lnTo>
                <a:lnTo>
                  <a:pt x="5002682" y="2316355"/>
                </a:lnTo>
                <a:lnTo>
                  <a:pt x="5022362" y="2308483"/>
                </a:lnTo>
                <a:lnTo>
                  <a:pt x="5051882" y="2308483"/>
                </a:lnTo>
                <a:lnTo>
                  <a:pt x="5063690" y="2300611"/>
                </a:lnTo>
                <a:lnTo>
                  <a:pt x="5097146" y="2300611"/>
                </a:lnTo>
                <a:lnTo>
                  <a:pt x="5108954" y="2300611"/>
                </a:lnTo>
                <a:lnTo>
                  <a:pt x="5128635" y="2300611"/>
                </a:lnTo>
                <a:lnTo>
                  <a:pt x="5150283" y="2300611"/>
                </a:lnTo>
                <a:lnTo>
                  <a:pt x="5181771" y="2294707"/>
                </a:lnTo>
                <a:lnTo>
                  <a:pt x="5203419" y="2300611"/>
                </a:lnTo>
                <a:lnTo>
                  <a:pt x="5203419" y="2332099"/>
                </a:lnTo>
                <a:lnTo>
                  <a:pt x="5207355" y="2339972"/>
                </a:lnTo>
                <a:lnTo>
                  <a:pt x="5207355" y="2365555"/>
                </a:lnTo>
                <a:lnTo>
                  <a:pt x="5207357" y="2365552"/>
                </a:lnTo>
                <a:lnTo>
                  <a:pt x="5207357" y="2338000"/>
                </a:lnTo>
                <a:lnTo>
                  <a:pt x="5203421" y="2330128"/>
                </a:lnTo>
                <a:lnTo>
                  <a:pt x="5203421" y="2300608"/>
                </a:lnTo>
                <a:lnTo>
                  <a:pt x="5223102" y="2296672"/>
                </a:lnTo>
                <a:lnTo>
                  <a:pt x="5234910" y="2290768"/>
                </a:lnTo>
                <a:close/>
                <a:moveTo>
                  <a:pt x="6992610" y="2283161"/>
                </a:moveTo>
                <a:lnTo>
                  <a:pt x="6992347" y="2284867"/>
                </a:lnTo>
                <a:lnTo>
                  <a:pt x="6992489" y="2284850"/>
                </a:lnTo>
                <a:close/>
                <a:moveTo>
                  <a:pt x="5691488" y="2282898"/>
                </a:moveTo>
                <a:lnTo>
                  <a:pt x="5699360" y="2282898"/>
                </a:lnTo>
                <a:lnTo>
                  <a:pt x="5699360" y="2286834"/>
                </a:lnTo>
                <a:lnTo>
                  <a:pt x="5687552" y="2290770"/>
                </a:lnTo>
                <a:lnTo>
                  <a:pt x="5683616" y="2286834"/>
                </a:lnTo>
                <a:close/>
                <a:moveTo>
                  <a:pt x="6158769" y="2277855"/>
                </a:moveTo>
                <a:lnTo>
                  <a:pt x="6124456" y="2304544"/>
                </a:lnTo>
                <a:lnTo>
                  <a:pt x="6133147" y="2323376"/>
                </a:lnTo>
                <a:lnTo>
                  <a:pt x="6126422" y="2304545"/>
                </a:lnTo>
                <a:lnTo>
                  <a:pt x="6159876" y="2278962"/>
                </a:lnTo>
                <a:close/>
                <a:moveTo>
                  <a:pt x="6226878" y="2277129"/>
                </a:moveTo>
                <a:lnTo>
                  <a:pt x="6254343" y="2320289"/>
                </a:lnTo>
                <a:lnTo>
                  <a:pt x="6270088" y="2320289"/>
                </a:lnTo>
                <a:lnTo>
                  <a:pt x="6277425" y="2334964"/>
                </a:lnTo>
                <a:lnTo>
                  <a:pt x="6277957" y="2334066"/>
                </a:lnTo>
                <a:lnTo>
                  <a:pt x="6270085" y="2318322"/>
                </a:lnTo>
                <a:lnTo>
                  <a:pt x="6254341" y="2318322"/>
                </a:lnTo>
                <a:close/>
                <a:moveTo>
                  <a:pt x="6177589" y="2265187"/>
                </a:moveTo>
                <a:lnTo>
                  <a:pt x="6159891" y="2278952"/>
                </a:lnTo>
                <a:lnTo>
                  <a:pt x="6177591" y="2267152"/>
                </a:lnTo>
                <a:lnTo>
                  <a:pt x="6196117" y="2270240"/>
                </a:lnTo>
                <a:close/>
                <a:moveTo>
                  <a:pt x="7051388" y="2263219"/>
                </a:moveTo>
                <a:lnTo>
                  <a:pt x="7041379" y="2270918"/>
                </a:lnTo>
                <a:lnTo>
                  <a:pt x="7053355" y="2263219"/>
                </a:lnTo>
                <a:close/>
                <a:moveTo>
                  <a:pt x="5711168" y="2263218"/>
                </a:moveTo>
                <a:lnTo>
                  <a:pt x="5717072" y="2267154"/>
                </a:lnTo>
                <a:lnTo>
                  <a:pt x="5717072" y="2271090"/>
                </a:lnTo>
                <a:lnTo>
                  <a:pt x="5711168" y="2271090"/>
                </a:lnTo>
                <a:lnTo>
                  <a:pt x="5711168" y="2267154"/>
                </a:lnTo>
                <a:close/>
                <a:moveTo>
                  <a:pt x="6846713" y="2263218"/>
                </a:moveTo>
                <a:lnTo>
                  <a:pt x="6813258" y="2267154"/>
                </a:lnTo>
                <a:lnTo>
                  <a:pt x="6797514" y="2292738"/>
                </a:lnTo>
                <a:lnTo>
                  <a:pt x="6797488" y="2292755"/>
                </a:lnTo>
                <a:lnTo>
                  <a:pt x="6797513" y="2292739"/>
                </a:lnTo>
                <a:lnTo>
                  <a:pt x="6813258" y="2267155"/>
                </a:lnTo>
                <a:lnTo>
                  <a:pt x="6846714" y="2263219"/>
                </a:lnTo>
                <a:close/>
                <a:moveTo>
                  <a:pt x="5724944" y="2257314"/>
                </a:moveTo>
                <a:lnTo>
                  <a:pt x="5728880" y="2257314"/>
                </a:lnTo>
                <a:lnTo>
                  <a:pt x="5728880" y="2263218"/>
                </a:lnTo>
                <a:lnTo>
                  <a:pt x="5724944" y="2267154"/>
                </a:lnTo>
                <a:lnTo>
                  <a:pt x="5721008" y="2259282"/>
                </a:lnTo>
                <a:close/>
                <a:moveTo>
                  <a:pt x="5402189" y="2245506"/>
                </a:moveTo>
                <a:lnTo>
                  <a:pt x="5396285" y="2263218"/>
                </a:lnTo>
                <a:lnTo>
                  <a:pt x="5396285" y="2294706"/>
                </a:lnTo>
                <a:lnTo>
                  <a:pt x="5358893" y="2278962"/>
                </a:lnTo>
                <a:lnTo>
                  <a:pt x="5341181" y="2271090"/>
                </a:lnTo>
                <a:lnTo>
                  <a:pt x="5323468" y="2263218"/>
                </a:lnTo>
                <a:lnTo>
                  <a:pt x="5319532" y="2255346"/>
                </a:lnTo>
                <a:lnTo>
                  <a:pt x="5329372" y="2249442"/>
                </a:lnTo>
                <a:lnTo>
                  <a:pt x="5341181" y="2249442"/>
                </a:lnTo>
                <a:lnTo>
                  <a:pt x="5352989" y="2253378"/>
                </a:lnTo>
                <a:lnTo>
                  <a:pt x="5384477" y="2253378"/>
                </a:lnTo>
                <a:close/>
                <a:moveTo>
                  <a:pt x="7092716" y="2239603"/>
                </a:moveTo>
                <a:lnTo>
                  <a:pt x="7077287" y="2266604"/>
                </a:lnTo>
                <a:lnTo>
                  <a:pt x="7078940" y="2267155"/>
                </a:lnTo>
                <a:lnTo>
                  <a:pt x="7082876" y="2276995"/>
                </a:lnTo>
                <a:lnTo>
                  <a:pt x="7075007" y="2280929"/>
                </a:lnTo>
                <a:lnTo>
                  <a:pt x="7082876" y="2278962"/>
                </a:lnTo>
                <a:lnTo>
                  <a:pt x="7098977" y="2280572"/>
                </a:lnTo>
                <a:lnTo>
                  <a:pt x="7082877" y="2276994"/>
                </a:lnTo>
                <a:lnTo>
                  <a:pt x="7078941" y="2267154"/>
                </a:lnTo>
                <a:close/>
                <a:moveTo>
                  <a:pt x="6541671" y="2239601"/>
                </a:moveTo>
                <a:lnTo>
                  <a:pt x="6541669" y="2239606"/>
                </a:lnTo>
                <a:lnTo>
                  <a:pt x="6541671" y="2239602"/>
                </a:lnTo>
                <a:lnTo>
                  <a:pt x="6610552" y="2247474"/>
                </a:lnTo>
                <a:lnTo>
                  <a:pt x="6610553" y="2247475"/>
                </a:lnTo>
                <a:lnTo>
                  <a:pt x="6610552" y="2247473"/>
                </a:lnTo>
                <a:close/>
                <a:moveTo>
                  <a:pt x="5563566" y="2235666"/>
                </a:moveTo>
                <a:lnTo>
                  <a:pt x="5563566" y="2245506"/>
                </a:lnTo>
                <a:lnTo>
                  <a:pt x="5559630" y="2239602"/>
                </a:lnTo>
                <a:close/>
                <a:moveTo>
                  <a:pt x="8899356" y="2229763"/>
                </a:moveTo>
                <a:lnTo>
                  <a:pt x="8909196" y="2229763"/>
                </a:lnTo>
                <a:lnTo>
                  <a:pt x="8905260" y="2241571"/>
                </a:lnTo>
                <a:lnTo>
                  <a:pt x="8895420" y="2253379"/>
                </a:lnTo>
                <a:lnTo>
                  <a:pt x="8891484" y="2245507"/>
                </a:lnTo>
                <a:lnTo>
                  <a:pt x="8899356" y="2237635"/>
                </a:lnTo>
                <a:close/>
                <a:moveTo>
                  <a:pt x="8571114" y="2229653"/>
                </a:moveTo>
                <a:lnTo>
                  <a:pt x="8570698" y="2229762"/>
                </a:lnTo>
                <a:lnTo>
                  <a:pt x="8567769" y="2233667"/>
                </a:lnTo>
                <a:close/>
                <a:moveTo>
                  <a:pt x="6886074" y="2214019"/>
                </a:moveTo>
                <a:lnTo>
                  <a:pt x="6895914" y="2225827"/>
                </a:lnTo>
                <a:lnTo>
                  <a:pt x="6890010" y="2247475"/>
                </a:lnTo>
                <a:lnTo>
                  <a:pt x="6897882" y="2225827"/>
                </a:lnTo>
                <a:close/>
                <a:moveTo>
                  <a:pt x="5638351" y="2214018"/>
                </a:moveTo>
                <a:lnTo>
                  <a:pt x="5650159" y="2214018"/>
                </a:lnTo>
                <a:lnTo>
                  <a:pt x="5665903" y="2237634"/>
                </a:lnTo>
                <a:lnTo>
                  <a:pt x="5665903" y="2253378"/>
                </a:lnTo>
                <a:lnTo>
                  <a:pt x="5661967" y="2253378"/>
                </a:lnTo>
                <a:lnTo>
                  <a:pt x="5658031" y="2241570"/>
                </a:lnTo>
                <a:lnTo>
                  <a:pt x="5646223" y="2233698"/>
                </a:lnTo>
                <a:lnTo>
                  <a:pt x="5634415" y="2221890"/>
                </a:lnTo>
                <a:close/>
                <a:moveTo>
                  <a:pt x="5018427" y="2214017"/>
                </a:moveTo>
                <a:lnTo>
                  <a:pt x="5026299" y="2214017"/>
                </a:lnTo>
                <a:lnTo>
                  <a:pt x="5022363" y="2225825"/>
                </a:lnTo>
                <a:lnTo>
                  <a:pt x="5012522" y="2225825"/>
                </a:lnTo>
                <a:lnTo>
                  <a:pt x="5012522" y="2221889"/>
                </a:lnTo>
                <a:close/>
                <a:moveTo>
                  <a:pt x="5707232" y="2212050"/>
                </a:moveTo>
                <a:lnTo>
                  <a:pt x="5711168" y="2217954"/>
                </a:lnTo>
                <a:lnTo>
                  <a:pt x="5711168" y="2229762"/>
                </a:lnTo>
                <a:lnTo>
                  <a:pt x="5711168" y="2233698"/>
                </a:lnTo>
                <a:lnTo>
                  <a:pt x="5703296" y="2225826"/>
                </a:lnTo>
                <a:lnTo>
                  <a:pt x="5703296" y="2215986"/>
                </a:lnTo>
                <a:close/>
                <a:moveTo>
                  <a:pt x="6273852" y="2206857"/>
                </a:moveTo>
                <a:lnTo>
                  <a:pt x="6272048" y="2207459"/>
                </a:lnTo>
                <a:lnTo>
                  <a:pt x="6274099" y="2207003"/>
                </a:lnTo>
                <a:close/>
                <a:moveTo>
                  <a:pt x="5715104" y="2200241"/>
                </a:moveTo>
                <a:lnTo>
                  <a:pt x="5717072" y="2208113"/>
                </a:lnTo>
                <a:lnTo>
                  <a:pt x="5715104" y="2212049"/>
                </a:lnTo>
                <a:lnTo>
                  <a:pt x="5711168" y="2204177"/>
                </a:lnTo>
                <a:close/>
                <a:moveTo>
                  <a:pt x="6213034" y="2198342"/>
                </a:moveTo>
                <a:lnTo>
                  <a:pt x="6230511" y="2254656"/>
                </a:lnTo>
                <a:lnTo>
                  <a:pt x="6230724" y="2253378"/>
                </a:lnTo>
                <a:close/>
                <a:moveTo>
                  <a:pt x="6329125" y="2198273"/>
                </a:moveTo>
                <a:lnTo>
                  <a:pt x="6329125" y="2198273"/>
                </a:lnTo>
                <a:lnTo>
                  <a:pt x="6329125" y="2198283"/>
                </a:lnTo>
                <a:lnTo>
                  <a:pt x="6329126" y="2198274"/>
                </a:lnTo>
                <a:close/>
                <a:moveTo>
                  <a:pt x="5044010" y="2194338"/>
                </a:moveTo>
                <a:lnTo>
                  <a:pt x="5059755" y="2194338"/>
                </a:lnTo>
                <a:lnTo>
                  <a:pt x="5069595" y="2202210"/>
                </a:lnTo>
                <a:lnTo>
                  <a:pt x="5063691" y="2210082"/>
                </a:lnTo>
                <a:lnTo>
                  <a:pt x="5047946" y="2214018"/>
                </a:lnTo>
                <a:lnTo>
                  <a:pt x="5044010" y="2210082"/>
                </a:lnTo>
                <a:close/>
                <a:moveTo>
                  <a:pt x="6325190" y="2190402"/>
                </a:moveTo>
                <a:lnTo>
                  <a:pt x="6318172" y="2193209"/>
                </a:lnTo>
                <a:lnTo>
                  <a:pt x="6325455" y="2190933"/>
                </a:lnTo>
                <a:close/>
                <a:moveTo>
                  <a:pt x="6226100" y="2187057"/>
                </a:moveTo>
                <a:lnTo>
                  <a:pt x="6213028" y="2198262"/>
                </a:lnTo>
                <a:lnTo>
                  <a:pt x="6226609" y="2188076"/>
                </a:lnTo>
                <a:close/>
                <a:moveTo>
                  <a:pt x="6976604" y="2182530"/>
                </a:moveTo>
                <a:lnTo>
                  <a:pt x="6968732" y="2186466"/>
                </a:lnTo>
                <a:lnTo>
                  <a:pt x="6954955" y="2186466"/>
                </a:lnTo>
                <a:lnTo>
                  <a:pt x="6939211" y="2194338"/>
                </a:lnTo>
                <a:lnTo>
                  <a:pt x="6932307" y="2183982"/>
                </a:lnTo>
                <a:lnTo>
                  <a:pt x="6931339" y="2184498"/>
                </a:lnTo>
                <a:lnTo>
                  <a:pt x="6939211" y="2194339"/>
                </a:lnTo>
                <a:lnTo>
                  <a:pt x="6954955" y="2188434"/>
                </a:lnTo>
                <a:lnTo>
                  <a:pt x="6968731" y="2188434"/>
                </a:lnTo>
                <a:lnTo>
                  <a:pt x="6976603" y="2184498"/>
                </a:lnTo>
                <a:lnTo>
                  <a:pt x="7002187" y="2184498"/>
                </a:lnTo>
                <a:lnTo>
                  <a:pt x="7002187" y="2194339"/>
                </a:lnTo>
                <a:lnTo>
                  <a:pt x="7029740" y="2194339"/>
                </a:lnTo>
                <a:lnTo>
                  <a:pt x="7051388" y="2188434"/>
                </a:lnTo>
                <a:lnTo>
                  <a:pt x="7059260" y="2214019"/>
                </a:lnTo>
                <a:lnTo>
                  <a:pt x="7084844" y="2217955"/>
                </a:lnTo>
                <a:lnTo>
                  <a:pt x="7092716" y="2239603"/>
                </a:lnTo>
                <a:lnTo>
                  <a:pt x="7092717" y="2239602"/>
                </a:lnTo>
                <a:lnTo>
                  <a:pt x="7086813" y="2215986"/>
                </a:lnTo>
                <a:lnTo>
                  <a:pt x="7059260" y="2214018"/>
                </a:lnTo>
                <a:lnTo>
                  <a:pt x="7051560" y="2187065"/>
                </a:lnTo>
                <a:lnTo>
                  <a:pt x="7029740" y="2194338"/>
                </a:lnTo>
                <a:lnTo>
                  <a:pt x="7004156" y="2194338"/>
                </a:lnTo>
                <a:lnTo>
                  <a:pt x="7004156" y="2182530"/>
                </a:lnTo>
                <a:close/>
                <a:moveTo>
                  <a:pt x="5687552" y="2180561"/>
                </a:moveTo>
                <a:lnTo>
                  <a:pt x="5695424" y="2180561"/>
                </a:lnTo>
                <a:lnTo>
                  <a:pt x="5695424" y="2182529"/>
                </a:lnTo>
                <a:lnTo>
                  <a:pt x="5687552" y="2186465"/>
                </a:lnTo>
                <a:lnTo>
                  <a:pt x="5683616" y="2182529"/>
                </a:lnTo>
                <a:close/>
                <a:moveTo>
                  <a:pt x="5087306" y="2176626"/>
                </a:moveTo>
                <a:lnTo>
                  <a:pt x="5095178" y="2180562"/>
                </a:lnTo>
                <a:lnTo>
                  <a:pt x="5089274" y="2190401"/>
                </a:lnTo>
                <a:lnTo>
                  <a:pt x="5079434" y="2186465"/>
                </a:lnTo>
                <a:lnTo>
                  <a:pt x="5079434" y="2182530"/>
                </a:lnTo>
                <a:close/>
                <a:moveTo>
                  <a:pt x="5671807" y="2154977"/>
                </a:moveTo>
                <a:lnTo>
                  <a:pt x="5675743" y="2154977"/>
                </a:lnTo>
                <a:lnTo>
                  <a:pt x="5679679" y="2156945"/>
                </a:lnTo>
                <a:lnTo>
                  <a:pt x="5671807" y="2160881"/>
                </a:lnTo>
                <a:close/>
                <a:moveTo>
                  <a:pt x="7106493" y="2145138"/>
                </a:moveTo>
                <a:lnTo>
                  <a:pt x="7105335" y="2145745"/>
                </a:lnTo>
                <a:lnTo>
                  <a:pt x="7120266" y="2156943"/>
                </a:lnTo>
                <a:close/>
                <a:moveTo>
                  <a:pt x="6956923" y="2133330"/>
                </a:moveTo>
                <a:lnTo>
                  <a:pt x="6923466" y="2141202"/>
                </a:lnTo>
                <a:lnTo>
                  <a:pt x="6923466" y="2168754"/>
                </a:lnTo>
                <a:lnTo>
                  <a:pt x="6895914" y="2176626"/>
                </a:lnTo>
                <a:lnTo>
                  <a:pt x="6878202" y="2178594"/>
                </a:lnTo>
                <a:lnTo>
                  <a:pt x="6878621" y="2180479"/>
                </a:lnTo>
                <a:lnTo>
                  <a:pt x="6897882" y="2176626"/>
                </a:lnTo>
                <a:lnTo>
                  <a:pt x="6923467" y="2168754"/>
                </a:lnTo>
                <a:lnTo>
                  <a:pt x="6923467" y="2143170"/>
                </a:lnTo>
                <a:lnTo>
                  <a:pt x="6956923" y="2135298"/>
                </a:lnTo>
                <a:lnTo>
                  <a:pt x="6975197" y="2142608"/>
                </a:lnTo>
                <a:lnTo>
                  <a:pt x="6976603" y="2141202"/>
                </a:lnTo>
                <a:close/>
                <a:moveTo>
                  <a:pt x="5234907" y="2131361"/>
                </a:moveTo>
                <a:lnTo>
                  <a:pt x="5238843" y="2131361"/>
                </a:lnTo>
                <a:lnTo>
                  <a:pt x="5238843" y="2145137"/>
                </a:lnTo>
                <a:lnTo>
                  <a:pt x="5244747" y="2153009"/>
                </a:lnTo>
                <a:lnTo>
                  <a:pt x="5244747" y="2190402"/>
                </a:lnTo>
                <a:lnTo>
                  <a:pt x="5242779" y="2198274"/>
                </a:lnTo>
                <a:lnTo>
                  <a:pt x="5234907" y="2206146"/>
                </a:lnTo>
                <a:lnTo>
                  <a:pt x="5223099" y="2210082"/>
                </a:lnTo>
                <a:lnTo>
                  <a:pt x="5219163" y="2214018"/>
                </a:lnTo>
                <a:lnTo>
                  <a:pt x="5211291" y="2210082"/>
                </a:lnTo>
                <a:lnTo>
                  <a:pt x="5209323" y="2186466"/>
                </a:lnTo>
                <a:lnTo>
                  <a:pt x="5211291" y="2160881"/>
                </a:lnTo>
                <a:lnTo>
                  <a:pt x="5209323" y="2149073"/>
                </a:lnTo>
                <a:lnTo>
                  <a:pt x="5227035" y="2139233"/>
                </a:lnTo>
                <a:close/>
                <a:moveTo>
                  <a:pt x="5612767" y="2129393"/>
                </a:moveTo>
                <a:lnTo>
                  <a:pt x="5612767" y="2129393"/>
                </a:lnTo>
                <a:lnTo>
                  <a:pt x="5626262" y="2129393"/>
                </a:lnTo>
                <a:lnTo>
                  <a:pt x="5626262" y="2129393"/>
                </a:lnTo>
                <a:close/>
                <a:moveTo>
                  <a:pt x="5555695" y="2123490"/>
                </a:moveTo>
                <a:lnTo>
                  <a:pt x="5565534" y="2145137"/>
                </a:lnTo>
                <a:lnTo>
                  <a:pt x="5569470" y="2160881"/>
                </a:lnTo>
                <a:lnTo>
                  <a:pt x="5569465" y="2160890"/>
                </a:lnTo>
                <a:lnTo>
                  <a:pt x="5569471" y="2160882"/>
                </a:lnTo>
                <a:lnTo>
                  <a:pt x="5567503" y="2145138"/>
                </a:lnTo>
                <a:lnTo>
                  <a:pt x="5600959" y="2145138"/>
                </a:lnTo>
                <a:lnTo>
                  <a:pt x="5600961" y="2145135"/>
                </a:lnTo>
                <a:lnTo>
                  <a:pt x="5600959" y="2145137"/>
                </a:lnTo>
                <a:lnTo>
                  <a:pt x="5567502" y="2145137"/>
                </a:lnTo>
                <a:close/>
                <a:moveTo>
                  <a:pt x="6286680" y="2123222"/>
                </a:moveTo>
                <a:lnTo>
                  <a:pt x="6291733" y="2133329"/>
                </a:lnTo>
                <a:lnTo>
                  <a:pt x="6287797" y="2141201"/>
                </a:lnTo>
                <a:lnTo>
                  <a:pt x="6246465" y="2141201"/>
                </a:lnTo>
                <a:lnTo>
                  <a:pt x="6246469" y="2141202"/>
                </a:lnTo>
                <a:lnTo>
                  <a:pt x="6256309" y="2158915"/>
                </a:lnTo>
                <a:lnTo>
                  <a:pt x="6264181" y="2176627"/>
                </a:lnTo>
                <a:lnTo>
                  <a:pt x="6293950" y="2200814"/>
                </a:lnTo>
                <a:lnTo>
                  <a:pt x="6293952" y="2200814"/>
                </a:lnTo>
                <a:lnTo>
                  <a:pt x="6264181" y="2176626"/>
                </a:lnTo>
                <a:lnTo>
                  <a:pt x="6256309" y="2156946"/>
                </a:lnTo>
                <a:lnTo>
                  <a:pt x="6246469" y="2141201"/>
                </a:lnTo>
                <a:lnTo>
                  <a:pt x="6287798" y="2141201"/>
                </a:lnTo>
                <a:lnTo>
                  <a:pt x="6291734" y="2133329"/>
                </a:lnTo>
                <a:close/>
                <a:moveTo>
                  <a:pt x="6303976" y="2123075"/>
                </a:moveTo>
                <a:lnTo>
                  <a:pt x="6315350" y="2129393"/>
                </a:lnTo>
                <a:lnTo>
                  <a:pt x="6316364" y="2128943"/>
                </a:lnTo>
                <a:close/>
                <a:moveTo>
                  <a:pt x="8978077" y="2109713"/>
                </a:moveTo>
                <a:lnTo>
                  <a:pt x="8985949" y="2117585"/>
                </a:lnTo>
                <a:lnTo>
                  <a:pt x="8982013" y="2143169"/>
                </a:lnTo>
                <a:lnTo>
                  <a:pt x="8993821" y="2151042"/>
                </a:lnTo>
                <a:lnTo>
                  <a:pt x="9001693" y="2166786"/>
                </a:lnTo>
                <a:lnTo>
                  <a:pt x="9001693" y="2188434"/>
                </a:lnTo>
                <a:lnTo>
                  <a:pt x="8989885" y="2215986"/>
                </a:lnTo>
                <a:lnTo>
                  <a:pt x="8989885" y="2237634"/>
                </a:lnTo>
                <a:lnTo>
                  <a:pt x="8982013" y="2233698"/>
                </a:lnTo>
                <a:lnTo>
                  <a:pt x="8970205" y="2241570"/>
                </a:lnTo>
                <a:lnTo>
                  <a:pt x="8966269" y="2257315"/>
                </a:lnTo>
                <a:lnTo>
                  <a:pt x="8978077" y="2269123"/>
                </a:lnTo>
                <a:lnTo>
                  <a:pt x="8962333" y="2298643"/>
                </a:lnTo>
                <a:lnTo>
                  <a:pt x="8958397" y="2308483"/>
                </a:lnTo>
                <a:lnTo>
                  <a:pt x="8962333" y="2320291"/>
                </a:lnTo>
                <a:lnTo>
                  <a:pt x="8948556" y="2347844"/>
                </a:lnTo>
                <a:lnTo>
                  <a:pt x="8936748" y="2343908"/>
                </a:lnTo>
                <a:lnTo>
                  <a:pt x="8944620" y="2339972"/>
                </a:lnTo>
                <a:lnTo>
                  <a:pt x="8944620" y="2328163"/>
                </a:lnTo>
                <a:lnTo>
                  <a:pt x="8936748" y="2324227"/>
                </a:lnTo>
                <a:lnTo>
                  <a:pt x="8921004" y="2336035"/>
                </a:lnTo>
                <a:lnTo>
                  <a:pt x="8917068" y="2355716"/>
                </a:lnTo>
                <a:lnTo>
                  <a:pt x="8909196" y="2357684"/>
                </a:lnTo>
                <a:lnTo>
                  <a:pt x="8905260" y="2343908"/>
                </a:lnTo>
                <a:lnTo>
                  <a:pt x="8899356" y="2347844"/>
                </a:lnTo>
                <a:lnTo>
                  <a:pt x="8891484" y="2355716"/>
                </a:lnTo>
                <a:lnTo>
                  <a:pt x="8863932" y="2357684"/>
                </a:lnTo>
                <a:lnTo>
                  <a:pt x="8863932" y="2343908"/>
                </a:lnTo>
                <a:lnTo>
                  <a:pt x="8852124" y="2343908"/>
                </a:lnTo>
                <a:lnTo>
                  <a:pt x="8848188" y="2355716"/>
                </a:lnTo>
                <a:lnTo>
                  <a:pt x="8852124" y="2361620"/>
                </a:lnTo>
                <a:lnTo>
                  <a:pt x="8852124" y="2369492"/>
                </a:lnTo>
                <a:lnTo>
                  <a:pt x="8852124" y="2377364"/>
                </a:lnTo>
                <a:lnTo>
                  <a:pt x="8836379" y="2377364"/>
                </a:lnTo>
                <a:lnTo>
                  <a:pt x="8836379" y="2393108"/>
                </a:lnTo>
                <a:lnTo>
                  <a:pt x="8826539" y="2400980"/>
                </a:lnTo>
                <a:lnTo>
                  <a:pt x="8814731" y="2393108"/>
                </a:lnTo>
                <a:lnTo>
                  <a:pt x="8810795" y="2381300"/>
                </a:lnTo>
                <a:lnTo>
                  <a:pt x="8814731" y="2373428"/>
                </a:lnTo>
                <a:lnTo>
                  <a:pt x="8810795" y="2357684"/>
                </a:lnTo>
                <a:lnTo>
                  <a:pt x="8791115" y="2351780"/>
                </a:lnTo>
                <a:lnTo>
                  <a:pt x="8761595" y="2357684"/>
                </a:lnTo>
                <a:lnTo>
                  <a:pt x="8753723" y="2369492"/>
                </a:lnTo>
                <a:lnTo>
                  <a:pt x="8722234" y="2377364"/>
                </a:lnTo>
                <a:lnTo>
                  <a:pt x="8706490" y="2385236"/>
                </a:lnTo>
                <a:lnTo>
                  <a:pt x="8706490" y="2377364"/>
                </a:lnTo>
                <a:lnTo>
                  <a:pt x="8688778" y="2381300"/>
                </a:lnTo>
                <a:lnTo>
                  <a:pt x="8688778" y="2369492"/>
                </a:lnTo>
                <a:lnTo>
                  <a:pt x="8696650" y="2361620"/>
                </a:lnTo>
                <a:lnTo>
                  <a:pt x="8706490" y="2357684"/>
                </a:lnTo>
                <a:lnTo>
                  <a:pt x="8730106" y="2339972"/>
                </a:lnTo>
                <a:lnTo>
                  <a:pt x="8737978" y="2328163"/>
                </a:lnTo>
                <a:lnTo>
                  <a:pt x="8749787" y="2324227"/>
                </a:lnTo>
                <a:lnTo>
                  <a:pt x="8765531" y="2332099"/>
                </a:lnTo>
                <a:lnTo>
                  <a:pt x="8783243" y="2332099"/>
                </a:lnTo>
                <a:lnTo>
                  <a:pt x="8798987" y="2320291"/>
                </a:lnTo>
                <a:lnTo>
                  <a:pt x="8818667" y="2324227"/>
                </a:lnTo>
                <a:lnTo>
                  <a:pt x="8852124" y="2282899"/>
                </a:lnTo>
                <a:lnTo>
                  <a:pt x="8852124" y="2269123"/>
                </a:lnTo>
                <a:lnTo>
                  <a:pt x="8859996" y="2259283"/>
                </a:lnTo>
                <a:lnTo>
                  <a:pt x="8867868" y="2263219"/>
                </a:lnTo>
                <a:lnTo>
                  <a:pt x="8863932" y="2278963"/>
                </a:lnTo>
                <a:lnTo>
                  <a:pt x="8871804" y="2286835"/>
                </a:lnTo>
                <a:lnTo>
                  <a:pt x="8891484" y="2275027"/>
                </a:lnTo>
                <a:lnTo>
                  <a:pt x="8895420" y="2269123"/>
                </a:lnTo>
                <a:lnTo>
                  <a:pt x="8909196" y="2257315"/>
                </a:lnTo>
                <a:lnTo>
                  <a:pt x="8928876" y="2229762"/>
                </a:lnTo>
                <a:lnTo>
                  <a:pt x="8940684" y="2200242"/>
                </a:lnTo>
                <a:lnTo>
                  <a:pt x="8940684" y="2147106"/>
                </a:lnTo>
                <a:lnTo>
                  <a:pt x="8952493" y="2131361"/>
                </a:lnTo>
                <a:lnTo>
                  <a:pt x="8958397" y="2129393"/>
                </a:lnTo>
                <a:lnTo>
                  <a:pt x="8966269" y="2139233"/>
                </a:lnTo>
                <a:lnTo>
                  <a:pt x="8974141" y="2139233"/>
                </a:lnTo>
                <a:lnTo>
                  <a:pt x="8970205" y="2129393"/>
                </a:lnTo>
                <a:lnTo>
                  <a:pt x="8966269" y="2117585"/>
                </a:lnTo>
                <a:close/>
                <a:moveTo>
                  <a:pt x="5714317" y="2105541"/>
                </a:moveTo>
                <a:lnTo>
                  <a:pt x="5713136" y="2105777"/>
                </a:lnTo>
                <a:lnTo>
                  <a:pt x="5708840" y="2117592"/>
                </a:lnTo>
                <a:close/>
                <a:moveTo>
                  <a:pt x="7213875" y="2104937"/>
                </a:moveTo>
                <a:lnTo>
                  <a:pt x="7185214" y="2109714"/>
                </a:lnTo>
                <a:lnTo>
                  <a:pt x="7172850" y="2120953"/>
                </a:lnTo>
                <a:lnTo>
                  <a:pt x="7185213" y="2111681"/>
                </a:lnTo>
                <a:close/>
                <a:moveTo>
                  <a:pt x="6661439" y="2100998"/>
                </a:moveTo>
                <a:lnTo>
                  <a:pt x="6657784" y="2115616"/>
                </a:lnTo>
                <a:lnTo>
                  <a:pt x="6657785" y="2115617"/>
                </a:lnTo>
                <a:lnTo>
                  <a:pt x="6661720" y="2101842"/>
                </a:lnTo>
                <a:close/>
                <a:moveTo>
                  <a:pt x="8578570" y="2099873"/>
                </a:moveTo>
                <a:lnTo>
                  <a:pt x="8578570" y="2123489"/>
                </a:lnTo>
                <a:lnTo>
                  <a:pt x="8602186" y="2119553"/>
                </a:lnTo>
                <a:lnTo>
                  <a:pt x="8613994" y="2107745"/>
                </a:lnTo>
                <a:lnTo>
                  <a:pt x="8602186" y="2117585"/>
                </a:lnTo>
                <a:lnTo>
                  <a:pt x="8580538" y="2121521"/>
                </a:lnTo>
                <a:lnTo>
                  <a:pt x="8580538" y="2099873"/>
                </a:lnTo>
                <a:close/>
                <a:moveTo>
                  <a:pt x="6264182" y="2095938"/>
                </a:moveTo>
                <a:lnTo>
                  <a:pt x="6272573" y="2103280"/>
                </a:lnTo>
                <a:lnTo>
                  <a:pt x="6266149" y="2095938"/>
                </a:lnTo>
                <a:close/>
                <a:moveTo>
                  <a:pt x="6949051" y="2095937"/>
                </a:moveTo>
                <a:lnTo>
                  <a:pt x="6939211" y="2107746"/>
                </a:lnTo>
                <a:lnTo>
                  <a:pt x="6956923" y="2111682"/>
                </a:lnTo>
                <a:lnTo>
                  <a:pt x="6988411" y="2111682"/>
                </a:lnTo>
                <a:lnTo>
                  <a:pt x="6996283" y="2129394"/>
                </a:lnTo>
                <a:lnTo>
                  <a:pt x="7017931" y="2129394"/>
                </a:lnTo>
                <a:lnTo>
                  <a:pt x="7017931" y="2145138"/>
                </a:lnTo>
                <a:lnTo>
                  <a:pt x="7007300" y="2152225"/>
                </a:lnTo>
                <a:lnTo>
                  <a:pt x="7019900" y="2145138"/>
                </a:lnTo>
                <a:lnTo>
                  <a:pt x="7019900" y="2129394"/>
                </a:lnTo>
                <a:lnTo>
                  <a:pt x="6996284" y="2129394"/>
                </a:lnTo>
                <a:lnTo>
                  <a:pt x="6988412" y="2109714"/>
                </a:lnTo>
                <a:lnTo>
                  <a:pt x="6958892" y="2109714"/>
                </a:lnTo>
                <a:lnTo>
                  <a:pt x="6939211" y="2107746"/>
                </a:lnTo>
                <a:lnTo>
                  <a:pt x="6951019" y="2095937"/>
                </a:lnTo>
                <a:close/>
                <a:moveTo>
                  <a:pt x="6964805" y="2095915"/>
                </a:moveTo>
                <a:lnTo>
                  <a:pt x="6964795" y="2095937"/>
                </a:lnTo>
                <a:lnTo>
                  <a:pt x="6964796" y="2095937"/>
                </a:lnTo>
                <a:close/>
                <a:moveTo>
                  <a:pt x="6496407" y="2088064"/>
                </a:moveTo>
                <a:lnTo>
                  <a:pt x="6508455" y="2097703"/>
                </a:lnTo>
                <a:lnTo>
                  <a:pt x="6496407" y="2088065"/>
                </a:lnTo>
                <a:close/>
                <a:moveTo>
                  <a:pt x="8610058" y="2084129"/>
                </a:moveTo>
                <a:lnTo>
                  <a:pt x="8610392" y="2086134"/>
                </a:lnTo>
                <a:lnTo>
                  <a:pt x="8627770" y="2088064"/>
                </a:lnTo>
                <a:lnTo>
                  <a:pt x="8628116" y="2087740"/>
                </a:lnTo>
                <a:close/>
                <a:moveTo>
                  <a:pt x="6234684" y="2082279"/>
                </a:moveTo>
                <a:lnTo>
                  <a:pt x="6256309" y="2095937"/>
                </a:lnTo>
                <a:lnTo>
                  <a:pt x="6258275" y="2095937"/>
                </a:lnTo>
                <a:close/>
                <a:moveTo>
                  <a:pt x="5615444" y="2080507"/>
                </a:moveTo>
                <a:lnTo>
                  <a:pt x="5585215" y="2088064"/>
                </a:lnTo>
                <a:lnTo>
                  <a:pt x="5563567" y="2103808"/>
                </a:lnTo>
                <a:lnTo>
                  <a:pt x="5587183" y="2090032"/>
                </a:lnTo>
                <a:lnTo>
                  <a:pt x="5614735" y="2082160"/>
                </a:lnTo>
                <a:lnTo>
                  <a:pt x="5614735" y="2082160"/>
                </a:lnTo>
                <a:close/>
                <a:moveTo>
                  <a:pt x="6610552" y="2074289"/>
                </a:moveTo>
                <a:lnTo>
                  <a:pt x="6592850" y="2086091"/>
                </a:lnTo>
                <a:lnTo>
                  <a:pt x="6612821" y="2075197"/>
                </a:lnTo>
                <a:close/>
                <a:moveTo>
                  <a:pt x="6622360" y="2070353"/>
                </a:moveTo>
                <a:lnTo>
                  <a:pt x="6620611" y="2077350"/>
                </a:lnTo>
                <a:lnTo>
                  <a:pt x="6622360" y="2078224"/>
                </a:lnTo>
                <a:lnTo>
                  <a:pt x="6626296" y="2070353"/>
                </a:lnTo>
                <a:close/>
                <a:moveTo>
                  <a:pt x="5016464" y="2070343"/>
                </a:moveTo>
                <a:lnTo>
                  <a:pt x="5015327" y="2070912"/>
                </a:lnTo>
                <a:lnTo>
                  <a:pt x="5020393" y="2074289"/>
                </a:lnTo>
                <a:lnTo>
                  <a:pt x="5015670" y="2080587"/>
                </a:lnTo>
                <a:lnTo>
                  <a:pt x="5017021" y="2081037"/>
                </a:lnTo>
                <a:lnTo>
                  <a:pt x="5020400" y="2074279"/>
                </a:lnTo>
                <a:close/>
                <a:moveTo>
                  <a:pt x="6984475" y="2064449"/>
                </a:moveTo>
                <a:lnTo>
                  <a:pt x="6972667" y="2076257"/>
                </a:lnTo>
                <a:lnTo>
                  <a:pt x="6939211" y="2084129"/>
                </a:lnTo>
                <a:lnTo>
                  <a:pt x="6919531" y="2103809"/>
                </a:lnTo>
                <a:lnTo>
                  <a:pt x="6919531" y="2103809"/>
                </a:lnTo>
                <a:lnTo>
                  <a:pt x="6939211" y="2084129"/>
                </a:lnTo>
                <a:lnTo>
                  <a:pt x="6971821" y="2078375"/>
                </a:lnTo>
                <a:lnTo>
                  <a:pt x="6972668" y="2076257"/>
                </a:lnTo>
                <a:lnTo>
                  <a:pt x="6984476" y="2064449"/>
                </a:lnTo>
                <a:lnTo>
                  <a:pt x="7006124" y="2064449"/>
                </a:lnTo>
                <a:lnTo>
                  <a:pt x="7006123" y="2064449"/>
                </a:lnTo>
                <a:close/>
                <a:moveTo>
                  <a:pt x="5234907" y="2062480"/>
                </a:moveTo>
                <a:lnTo>
                  <a:pt x="5238843" y="2062480"/>
                </a:lnTo>
                <a:lnTo>
                  <a:pt x="5238843" y="2074288"/>
                </a:lnTo>
                <a:lnTo>
                  <a:pt x="5238843" y="2086097"/>
                </a:lnTo>
                <a:lnTo>
                  <a:pt x="5234907" y="2115617"/>
                </a:lnTo>
                <a:lnTo>
                  <a:pt x="5227035" y="2123489"/>
                </a:lnTo>
                <a:lnTo>
                  <a:pt x="5219163" y="2115617"/>
                </a:lnTo>
                <a:lnTo>
                  <a:pt x="5219163" y="2092001"/>
                </a:lnTo>
                <a:lnTo>
                  <a:pt x="5219163" y="2082160"/>
                </a:lnTo>
                <a:lnTo>
                  <a:pt x="5230971" y="2074288"/>
                </a:lnTo>
                <a:close/>
                <a:moveTo>
                  <a:pt x="6119904" y="2051924"/>
                </a:moveTo>
                <a:lnTo>
                  <a:pt x="6122484" y="2052640"/>
                </a:lnTo>
                <a:lnTo>
                  <a:pt x="6129385" y="2053581"/>
                </a:lnTo>
                <a:lnTo>
                  <a:pt x="6124452" y="2052642"/>
                </a:lnTo>
                <a:close/>
                <a:moveTo>
                  <a:pt x="7139949" y="2050672"/>
                </a:moveTo>
                <a:lnTo>
                  <a:pt x="7102556" y="2062481"/>
                </a:lnTo>
                <a:lnTo>
                  <a:pt x="7102557" y="2062481"/>
                </a:lnTo>
                <a:lnTo>
                  <a:pt x="7139949" y="2050673"/>
                </a:lnTo>
                <a:lnTo>
                  <a:pt x="7189150" y="2058545"/>
                </a:lnTo>
                <a:lnTo>
                  <a:pt x="7226542" y="2068385"/>
                </a:lnTo>
                <a:lnTo>
                  <a:pt x="7226541" y="2068385"/>
                </a:lnTo>
                <a:lnTo>
                  <a:pt x="7189149" y="2058545"/>
                </a:lnTo>
                <a:close/>
                <a:moveTo>
                  <a:pt x="2646978" y="2050671"/>
                </a:moveTo>
                <a:lnTo>
                  <a:pt x="2631234" y="2095935"/>
                </a:lnTo>
                <a:lnTo>
                  <a:pt x="2631235" y="2095935"/>
                </a:lnTo>
                <a:lnTo>
                  <a:pt x="2646978" y="2050672"/>
                </a:lnTo>
                <a:close/>
                <a:moveTo>
                  <a:pt x="7075004" y="2038864"/>
                </a:moveTo>
                <a:lnTo>
                  <a:pt x="7045484" y="2054608"/>
                </a:lnTo>
                <a:lnTo>
                  <a:pt x="7051388" y="2072321"/>
                </a:lnTo>
                <a:lnTo>
                  <a:pt x="7019692" y="2076050"/>
                </a:lnTo>
                <a:lnTo>
                  <a:pt x="7019900" y="2076257"/>
                </a:lnTo>
                <a:lnTo>
                  <a:pt x="7053356" y="2072321"/>
                </a:lnTo>
                <a:lnTo>
                  <a:pt x="7045484" y="2054609"/>
                </a:lnTo>
                <a:lnTo>
                  <a:pt x="7075005" y="2038865"/>
                </a:lnTo>
                <a:lnTo>
                  <a:pt x="7090749" y="2042801"/>
                </a:lnTo>
                <a:lnTo>
                  <a:pt x="7090748" y="2042800"/>
                </a:lnTo>
                <a:close/>
                <a:moveTo>
                  <a:pt x="8141674" y="2036885"/>
                </a:moveTo>
                <a:lnTo>
                  <a:pt x="8141669" y="2036896"/>
                </a:lnTo>
                <a:lnTo>
                  <a:pt x="8141670" y="2036896"/>
                </a:lnTo>
                <a:close/>
                <a:moveTo>
                  <a:pt x="7692497" y="2022907"/>
                </a:moveTo>
                <a:lnTo>
                  <a:pt x="7689026" y="2050672"/>
                </a:lnTo>
                <a:lnTo>
                  <a:pt x="7689254" y="2050923"/>
                </a:lnTo>
                <a:lnTo>
                  <a:pt x="7692961" y="2023120"/>
                </a:lnTo>
                <a:close/>
                <a:moveTo>
                  <a:pt x="6706981" y="2021149"/>
                </a:moveTo>
                <a:lnTo>
                  <a:pt x="6716825" y="2030993"/>
                </a:lnTo>
                <a:lnTo>
                  <a:pt x="6736505" y="2030993"/>
                </a:lnTo>
                <a:lnTo>
                  <a:pt x="6764057" y="2030993"/>
                </a:lnTo>
                <a:lnTo>
                  <a:pt x="6777833" y="2030993"/>
                </a:lnTo>
                <a:lnTo>
                  <a:pt x="6801449" y="2046737"/>
                </a:lnTo>
                <a:lnTo>
                  <a:pt x="6813258" y="2078225"/>
                </a:lnTo>
                <a:lnTo>
                  <a:pt x="6830970" y="2070353"/>
                </a:lnTo>
                <a:lnTo>
                  <a:pt x="6850650" y="2119554"/>
                </a:lnTo>
                <a:lnTo>
                  <a:pt x="6862458" y="2119554"/>
                </a:lnTo>
                <a:lnTo>
                  <a:pt x="6878202" y="2137266"/>
                </a:lnTo>
                <a:lnTo>
                  <a:pt x="6890010" y="2137266"/>
                </a:lnTo>
                <a:lnTo>
                  <a:pt x="6899850" y="2127426"/>
                </a:lnTo>
                <a:lnTo>
                  <a:pt x="6915594" y="2123490"/>
                </a:lnTo>
                <a:lnTo>
                  <a:pt x="6919527" y="2103825"/>
                </a:lnTo>
                <a:lnTo>
                  <a:pt x="6915595" y="2121521"/>
                </a:lnTo>
                <a:lnTo>
                  <a:pt x="6899851" y="2125457"/>
                </a:lnTo>
                <a:lnTo>
                  <a:pt x="6890010" y="2137265"/>
                </a:lnTo>
                <a:lnTo>
                  <a:pt x="6878202" y="2137265"/>
                </a:lnTo>
                <a:lnTo>
                  <a:pt x="6862458" y="2117585"/>
                </a:lnTo>
                <a:lnTo>
                  <a:pt x="6850650" y="2117585"/>
                </a:lnTo>
                <a:lnTo>
                  <a:pt x="6832938" y="2068385"/>
                </a:lnTo>
                <a:lnTo>
                  <a:pt x="6813258" y="2076257"/>
                </a:lnTo>
                <a:lnTo>
                  <a:pt x="6801450" y="2046736"/>
                </a:lnTo>
                <a:lnTo>
                  <a:pt x="6779801" y="2030992"/>
                </a:lnTo>
                <a:lnTo>
                  <a:pt x="6764057" y="2030992"/>
                </a:lnTo>
                <a:lnTo>
                  <a:pt x="6740441" y="2030992"/>
                </a:lnTo>
                <a:lnTo>
                  <a:pt x="6718793" y="2030992"/>
                </a:lnTo>
                <a:close/>
                <a:moveTo>
                  <a:pt x="9133550" y="2019185"/>
                </a:moveTo>
                <a:lnTo>
                  <a:pt x="9141422" y="2019185"/>
                </a:lnTo>
                <a:lnTo>
                  <a:pt x="9137486" y="2027057"/>
                </a:lnTo>
                <a:lnTo>
                  <a:pt x="9131582" y="2027057"/>
                </a:lnTo>
                <a:close/>
                <a:moveTo>
                  <a:pt x="8131845" y="2003411"/>
                </a:moveTo>
                <a:lnTo>
                  <a:pt x="8131829" y="2003440"/>
                </a:lnTo>
                <a:lnTo>
                  <a:pt x="8148460" y="2018224"/>
                </a:lnTo>
                <a:lnTo>
                  <a:pt x="8149542" y="2015248"/>
                </a:lnTo>
                <a:lnTo>
                  <a:pt x="8131830" y="2003440"/>
                </a:lnTo>
                <a:close/>
                <a:moveTo>
                  <a:pt x="9121742" y="1993600"/>
                </a:moveTo>
                <a:lnTo>
                  <a:pt x="9133550" y="1993600"/>
                </a:lnTo>
                <a:lnTo>
                  <a:pt x="9133550" y="2003440"/>
                </a:lnTo>
                <a:lnTo>
                  <a:pt x="9127646" y="2005408"/>
                </a:lnTo>
                <a:lnTo>
                  <a:pt x="9121742" y="2005408"/>
                </a:lnTo>
                <a:lnTo>
                  <a:pt x="9111902" y="2019184"/>
                </a:lnTo>
                <a:lnTo>
                  <a:pt x="9107966" y="2017216"/>
                </a:lnTo>
                <a:close/>
                <a:moveTo>
                  <a:pt x="7222605" y="1981792"/>
                </a:moveTo>
                <a:lnTo>
                  <a:pt x="7242285" y="2003440"/>
                </a:lnTo>
                <a:lnTo>
                  <a:pt x="7246222" y="2030992"/>
                </a:lnTo>
                <a:lnTo>
                  <a:pt x="7250158" y="2050672"/>
                </a:lnTo>
                <a:lnTo>
                  <a:pt x="7238349" y="2080193"/>
                </a:lnTo>
                <a:lnTo>
                  <a:pt x="7238350" y="2080193"/>
                </a:lnTo>
                <a:lnTo>
                  <a:pt x="7238350" y="2080193"/>
                </a:lnTo>
                <a:lnTo>
                  <a:pt x="7250158" y="2050672"/>
                </a:lnTo>
                <a:lnTo>
                  <a:pt x="7246222" y="2030992"/>
                </a:lnTo>
                <a:lnTo>
                  <a:pt x="7242286" y="2003440"/>
                </a:lnTo>
                <a:lnTo>
                  <a:pt x="7222606" y="1981792"/>
                </a:lnTo>
                <a:close/>
                <a:moveTo>
                  <a:pt x="8688786" y="1979849"/>
                </a:moveTo>
                <a:lnTo>
                  <a:pt x="8698619" y="2015248"/>
                </a:lnTo>
                <a:lnTo>
                  <a:pt x="8694683" y="2046736"/>
                </a:lnTo>
                <a:lnTo>
                  <a:pt x="8659259" y="2058544"/>
                </a:lnTo>
                <a:lnTo>
                  <a:pt x="8659260" y="2058545"/>
                </a:lnTo>
                <a:lnTo>
                  <a:pt x="8694682" y="2048705"/>
                </a:lnTo>
                <a:lnTo>
                  <a:pt x="8700586" y="2015249"/>
                </a:lnTo>
                <a:close/>
                <a:moveTo>
                  <a:pt x="5445479" y="1975911"/>
                </a:moveTo>
                <a:lnTo>
                  <a:pt x="5441550" y="1989665"/>
                </a:lnTo>
                <a:lnTo>
                  <a:pt x="5429742" y="1989665"/>
                </a:lnTo>
                <a:lnTo>
                  <a:pt x="5423838" y="1993601"/>
                </a:lnTo>
                <a:lnTo>
                  <a:pt x="5424041" y="1994482"/>
                </a:lnTo>
                <a:lnTo>
                  <a:pt x="5429741" y="1991631"/>
                </a:lnTo>
                <a:lnTo>
                  <a:pt x="5441549" y="1991631"/>
                </a:lnTo>
                <a:close/>
                <a:moveTo>
                  <a:pt x="8710427" y="1968015"/>
                </a:moveTo>
                <a:lnTo>
                  <a:pt x="8688779" y="1979824"/>
                </a:lnTo>
                <a:lnTo>
                  <a:pt x="8688779" y="1979824"/>
                </a:lnTo>
                <a:lnTo>
                  <a:pt x="8710426" y="1969985"/>
                </a:lnTo>
                <a:lnTo>
                  <a:pt x="8734043" y="1975889"/>
                </a:lnTo>
                <a:lnTo>
                  <a:pt x="8734989" y="1975573"/>
                </a:lnTo>
                <a:close/>
                <a:moveTo>
                  <a:pt x="8993821" y="1964080"/>
                </a:moveTo>
                <a:lnTo>
                  <a:pt x="9007597" y="1964080"/>
                </a:lnTo>
                <a:lnTo>
                  <a:pt x="9015469" y="1969984"/>
                </a:lnTo>
                <a:lnTo>
                  <a:pt x="9023341" y="1993600"/>
                </a:lnTo>
                <a:lnTo>
                  <a:pt x="9035149" y="2003440"/>
                </a:lnTo>
                <a:lnTo>
                  <a:pt x="9046957" y="2005408"/>
                </a:lnTo>
                <a:lnTo>
                  <a:pt x="9058765" y="2015248"/>
                </a:lnTo>
                <a:lnTo>
                  <a:pt x="9068606" y="2023121"/>
                </a:lnTo>
                <a:lnTo>
                  <a:pt x="9084350" y="2017216"/>
                </a:lnTo>
                <a:lnTo>
                  <a:pt x="9096158" y="2005408"/>
                </a:lnTo>
                <a:lnTo>
                  <a:pt x="9096158" y="2015248"/>
                </a:lnTo>
                <a:lnTo>
                  <a:pt x="9096158" y="2029025"/>
                </a:lnTo>
                <a:lnTo>
                  <a:pt x="9104030" y="2034929"/>
                </a:lnTo>
                <a:lnTo>
                  <a:pt x="9107966" y="2040833"/>
                </a:lnTo>
                <a:lnTo>
                  <a:pt x="9096158" y="2054609"/>
                </a:lnTo>
                <a:lnTo>
                  <a:pt x="9076478" y="2054609"/>
                </a:lnTo>
                <a:lnTo>
                  <a:pt x="9060733" y="2058545"/>
                </a:lnTo>
                <a:lnTo>
                  <a:pt x="9046957" y="2078225"/>
                </a:lnTo>
                <a:lnTo>
                  <a:pt x="9046957" y="2090033"/>
                </a:lnTo>
                <a:lnTo>
                  <a:pt x="9035149" y="2093969"/>
                </a:lnTo>
                <a:lnTo>
                  <a:pt x="9023341" y="2078225"/>
                </a:lnTo>
                <a:lnTo>
                  <a:pt x="9003661" y="2074289"/>
                </a:lnTo>
                <a:lnTo>
                  <a:pt x="8997757" y="2070353"/>
                </a:lnTo>
                <a:lnTo>
                  <a:pt x="8989885" y="2078225"/>
                </a:lnTo>
                <a:lnTo>
                  <a:pt x="8970204" y="2074289"/>
                </a:lnTo>
                <a:lnTo>
                  <a:pt x="8958396" y="2074289"/>
                </a:lnTo>
                <a:lnTo>
                  <a:pt x="8952492" y="2078225"/>
                </a:lnTo>
                <a:lnTo>
                  <a:pt x="8962332" y="2093969"/>
                </a:lnTo>
                <a:lnTo>
                  <a:pt x="8962332" y="2101841"/>
                </a:lnTo>
                <a:lnTo>
                  <a:pt x="8948556" y="2109713"/>
                </a:lnTo>
                <a:lnTo>
                  <a:pt x="8940684" y="2090033"/>
                </a:lnTo>
                <a:lnTo>
                  <a:pt x="8932812" y="2086097"/>
                </a:lnTo>
                <a:lnTo>
                  <a:pt x="8940684" y="2074289"/>
                </a:lnTo>
                <a:lnTo>
                  <a:pt x="8956428" y="2062481"/>
                </a:lnTo>
                <a:lnTo>
                  <a:pt x="8956428" y="2050673"/>
                </a:lnTo>
                <a:lnTo>
                  <a:pt x="8962332" y="2040833"/>
                </a:lnTo>
                <a:lnTo>
                  <a:pt x="8974140" y="2046737"/>
                </a:lnTo>
                <a:lnTo>
                  <a:pt x="8985949" y="2042801"/>
                </a:lnTo>
                <a:lnTo>
                  <a:pt x="8985949" y="2036897"/>
                </a:lnTo>
                <a:lnTo>
                  <a:pt x="8993821" y="2015248"/>
                </a:lnTo>
                <a:lnTo>
                  <a:pt x="8997757" y="1979824"/>
                </a:lnTo>
                <a:lnTo>
                  <a:pt x="8989885" y="1975888"/>
                </a:lnTo>
                <a:close/>
                <a:moveTo>
                  <a:pt x="5364797" y="1960143"/>
                </a:moveTo>
                <a:lnTo>
                  <a:pt x="5364797" y="1960144"/>
                </a:lnTo>
                <a:lnTo>
                  <a:pt x="5364797" y="1960144"/>
                </a:lnTo>
                <a:lnTo>
                  <a:pt x="5413998" y="1960144"/>
                </a:lnTo>
                <a:lnTo>
                  <a:pt x="5413999" y="1960143"/>
                </a:lnTo>
                <a:close/>
                <a:moveTo>
                  <a:pt x="5160273" y="1958776"/>
                </a:moveTo>
                <a:lnTo>
                  <a:pt x="5168002" y="1991623"/>
                </a:lnTo>
                <a:lnTo>
                  <a:pt x="5168251" y="1993242"/>
                </a:lnTo>
                <a:lnTo>
                  <a:pt x="5167995" y="1989664"/>
                </a:lnTo>
                <a:close/>
                <a:moveTo>
                  <a:pt x="6616456" y="1958176"/>
                </a:moveTo>
                <a:lnTo>
                  <a:pt x="6533799" y="1987696"/>
                </a:lnTo>
                <a:lnTo>
                  <a:pt x="6533799" y="1987696"/>
                </a:lnTo>
                <a:lnTo>
                  <a:pt x="6616456" y="1958176"/>
                </a:lnTo>
                <a:lnTo>
                  <a:pt x="6616491" y="1958199"/>
                </a:lnTo>
                <a:close/>
                <a:moveTo>
                  <a:pt x="5507150" y="1956535"/>
                </a:moveTo>
                <a:lnTo>
                  <a:pt x="5507043" y="1956803"/>
                </a:lnTo>
                <a:lnTo>
                  <a:pt x="5512398" y="1981791"/>
                </a:lnTo>
                <a:lnTo>
                  <a:pt x="5520270" y="2005407"/>
                </a:lnTo>
                <a:lnTo>
                  <a:pt x="5520270" y="2040832"/>
                </a:lnTo>
                <a:lnTo>
                  <a:pt x="5515942" y="2046734"/>
                </a:lnTo>
                <a:lnTo>
                  <a:pt x="5522238" y="2038864"/>
                </a:lnTo>
                <a:lnTo>
                  <a:pt x="5522238" y="2005408"/>
                </a:lnTo>
                <a:lnTo>
                  <a:pt x="5514366" y="1981791"/>
                </a:lnTo>
                <a:close/>
                <a:moveTo>
                  <a:pt x="9202431" y="1956208"/>
                </a:moveTo>
                <a:lnTo>
                  <a:pt x="9184719" y="1971952"/>
                </a:lnTo>
                <a:lnTo>
                  <a:pt x="9161102" y="1981792"/>
                </a:lnTo>
                <a:lnTo>
                  <a:pt x="9145358" y="2003440"/>
                </a:lnTo>
                <a:lnTo>
                  <a:pt x="9139454" y="2003440"/>
                </a:lnTo>
                <a:lnTo>
                  <a:pt x="9143390" y="1991632"/>
                </a:lnTo>
                <a:lnTo>
                  <a:pt x="9167006" y="1964080"/>
                </a:lnTo>
                <a:lnTo>
                  <a:pt x="9170943" y="1969984"/>
                </a:lnTo>
                <a:lnTo>
                  <a:pt x="9180783" y="1958176"/>
                </a:lnTo>
                <a:close/>
                <a:moveTo>
                  <a:pt x="8760481" y="1955115"/>
                </a:moveTo>
                <a:lnTo>
                  <a:pt x="8757660" y="1966047"/>
                </a:lnTo>
                <a:lnTo>
                  <a:pt x="8741415" y="1973431"/>
                </a:lnTo>
                <a:lnTo>
                  <a:pt x="8757659" y="1968017"/>
                </a:lnTo>
                <a:close/>
                <a:moveTo>
                  <a:pt x="3249196" y="1948335"/>
                </a:moveTo>
                <a:lnTo>
                  <a:pt x="3262973" y="1948335"/>
                </a:lnTo>
                <a:lnTo>
                  <a:pt x="3262973" y="1960143"/>
                </a:lnTo>
                <a:lnTo>
                  <a:pt x="3249196" y="1971951"/>
                </a:lnTo>
                <a:lnTo>
                  <a:pt x="3241324" y="1971951"/>
                </a:lnTo>
                <a:lnTo>
                  <a:pt x="3241324" y="1964079"/>
                </a:lnTo>
                <a:close/>
                <a:moveTo>
                  <a:pt x="5150283" y="1942432"/>
                </a:moveTo>
                <a:lnTo>
                  <a:pt x="5143405" y="1947591"/>
                </a:lnTo>
                <a:lnTo>
                  <a:pt x="5144386" y="1948326"/>
                </a:lnTo>
                <a:lnTo>
                  <a:pt x="5152245" y="1942432"/>
                </a:lnTo>
                <a:close/>
                <a:moveTo>
                  <a:pt x="5358893" y="1942431"/>
                </a:moveTo>
                <a:lnTo>
                  <a:pt x="5358893" y="1942431"/>
                </a:lnTo>
                <a:lnTo>
                  <a:pt x="5364797" y="1954239"/>
                </a:lnTo>
                <a:lnTo>
                  <a:pt x="5364797" y="1954239"/>
                </a:lnTo>
                <a:close/>
                <a:moveTo>
                  <a:pt x="5136518" y="1942417"/>
                </a:moveTo>
                <a:lnTo>
                  <a:pt x="5136513" y="1942422"/>
                </a:lnTo>
                <a:lnTo>
                  <a:pt x="5136514" y="1942423"/>
                </a:lnTo>
                <a:close/>
                <a:moveTo>
                  <a:pt x="5457047" y="1934803"/>
                </a:moveTo>
                <a:lnTo>
                  <a:pt x="5463198" y="1948336"/>
                </a:lnTo>
                <a:lnTo>
                  <a:pt x="5467816" y="1948966"/>
                </a:lnTo>
                <a:lnTo>
                  <a:pt x="5465166" y="1948335"/>
                </a:lnTo>
                <a:close/>
                <a:moveTo>
                  <a:pt x="9233919" y="1930624"/>
                </a:moveTo>
                <a:lnTo>
                  <a:pt x="9249663" y="1930624"/>
                </a:lnTo>
                <a:lnTo>
                  <a:pt x="9249663" y="1932592"/>
                </a:lnTo>
                <a:lnTo>
                  <a:pt x="9228015" y="1952272"/>
                </a:lnTo>
                <a:lnTo>
                  <a:pt x="9218175" y="1952272"/>
                </a:lnTo>
                <a:lnTo>
                  <a:pt x="9210303" y="1952272"/>
                </a:lnTo>
                <a:close/>
                <a:moveTo>
                  <a:pt x="8268612" y="1930604"/>
                </a:moveTo>
                <a:lnTo>
                  <a:pt x="8260298" y="1958318"/>
                </a:lnTo>
                <a:lnTo>
                  <a:pt x="8261719" y="1958175"/>
                </a:lnTo>
                <a:close/>
                <a:moveTo>
                  <a:pt x="5799729" y="1928655"/>
                </a:moveTo>
                <a:lnTo>
                  <a:pt x="5789889" y="1946367"/>
                </a:lnTo>
                <a:lnTo>
                  <a:pt x="5789889" y="1946368"/>
                </a:lnTo>
                <a:lnTo>
                  <a:pt x="5801339" y="1929192"/>
                </a:lnTo>
                <a:close/>
                <a:moveTo>
                  <a:pt x="7560345" y="1919727"/>
                </a:moveTo>
                <a:lnTo>
                  <a:pt x="7541425" y="1942431"/>
                </a:lnTo>
                <a:lnTo>
                  <a:pt x="7542212" y="1943454"/>
                </a:lnTo>
                <a:lnTo>
                  <a:pt x="7561104" y="1920783"/>
                </a:lnTo>
                <a:close/>
                <a:moveTo>
                  <a:pt x="3239355" y="1914878"/>
                </a:moveTo>
                <a:lnTo>
                  <a:pt x="3251164" y="1914878"/>
                </a:lnTo>
                <a:lnTo>
                  <a:pt x="3247228" y="1934558"/>
                </a:lnTo>
                <a:lnTo>
                  <a:pt x="3235420" y="1954238"/>
                </a:lnTo>
                <a:lnTo>
                  <a:pt x="3225579" y="1966046"/>
                </a:lnTo>
                <a:lnTo>
                  <a:pt x="3221643" y="1948334"/>
                </a:lnTo>
                <a:lnTo>
                  <a:pt x="3233452" y="1934558"/>
                </a:lnTo>
                <a:close/>
                <a:moveTo>
                  <a:pt x="3137018" y="1914878"/>
                </a:moveTo>
                <a:lnTo>
                  <a:pt x="3148826" y="1914878"/>
                </a:lnTo>
                <a:lnTo>
                  <a:pt x="3148826" y="1930622"/>
                </a:lnTo>
                <a:lnTo>
                  <a:pt x="3156698" y="1942430"/>
                </a:lnTo>
                <a:lnTo>
                  <a:pt x="3199995" y="1938494"/>
                </a:lnTo>
                <a:lnTo>
                  <a:pt x="3192123" y="1954238"/>
                </a:lnTo>
                <a:lnTo>
                  <a:pt x="3168507" y="1954238"/>
                </a:lnTo>
                <a:lnTo>
                  <a:pt x="3137018" y="1934558"/>
                </a:lnTo>
                <a:close/>
                <a:moveTo>
                  <a:pt x="5433618" y="1912920"/>
                </a:moveTo>
                <a:lnTo>
                  <a:pt x="5406125" y="1916848"/>
                </a:lnTo>
                <a:lnTo>
                  <a:pt x="5376621" y="1936517"/>
                </a:lnTo>
                <a:lnTo>
                  <a:pt x="5408094" y="1916847"/>
                </a:lnTo>
                <a:close/>
                <a:moveTo>
                  <a:pt x="2989415" y="1912910"/>
                </a:moveTo>
                <a:lnTo>
                  <a:pt x="2989414" y="1912910"/>
                </a:lnTo>
                <a:lnTo>
                  <a:pt x="2955946" y="1979847"/>
                </a:lnTo>
                <a:close/>
                <a:moveTo>
                  <a:pt x="5164059" y="1912904"/>
                </a:moveTo>
                <a:lnTo>
                  <a:pt x="5152258" y="1916838"/>
                </a:lnTo>
                <a:lnTo>
                  <a:pt x="5152255" y="1916846"/>
                </a:lnTo>
                <a:lnTo>
                  <a:pt x="5164059" y="1912912"/>
                </a:lnTo>
                <a:close/>
                <a:moveTo>
                  <a:pt x="8312887" y="1907007"/>
                </a:moveTo>
                <a:lnTo>
                  <a:pt x="8312887" y="1919602"/>
                </a:lnTo>
                <a:lnTo>
                  <a:pt x="8314855" y="1918815"/>
                </a:lnTo>
                <a:lnTo>
                  <a:pt x="8314855" y="1907007"/>
                </a:lnTo>
                <a:close/>
                <a:moveTo>
                  <a:pt x="5242784" y="1905053"/>
                </a:moveTo>
                <a:lnTo>
                  <a:pt x="5246716" y="1918816"/>
                </a:lnTo>
                <a:lnTo>
                  <a:pt x="5247993" y="1918943"/>
                </a:lnTo>
                <a:close/>
                <a:moveTo>
                  <a:pt x="7324942" y="1901103"/>
                </a:moveTo>
                <a:lnTo>
                  <a:pt x="7307230" y="1948336"/>
                </a:lnTo>
                <a:lnTo>
                  <a:pt x="7307230" y="1968016"/>
                </a:lnTo>
                <a:lnTo>
                  <a:pt x="7295422" y="1979824"/>
                </a:lnTo>
                <a:lnTo>
                  <a:pt x="7307231" y="1968015"/>
                </a:lnTo>
                <a:lnTo>
                  <a:pt x="7307231" y="1948335"/>
                </a:lnTo>
                <a:lnTo>
                  <a:pt x="7324943" y="1901103"/>
                </a:lnTo>
                <a:close/>
                <a:moveTo>
                  <a:pt x="5581281" y="1901101"/>
                </a:moveTo>
                <a:lnTo>
                  <a:pt x="5581279" y="1901103"/>
                </a:lnTo>
                <a:lnTo>
                  <a:pt x="5581279" y="1901103"/>
                </a:lnTo>
                <a:close/>
                <a:moveTo>
                  <a:pt x="7360366" y="1897167"/>
                </a:moveTo>
                <a:lnTo>
                  <a:pt x="7358757" y="1897346"/>
                </a:lnTo>
                <a:lnTo>
                  <a:pt x="7382005" y="1908970"/>
                </a:lnTo>
                <a:close/>
                <a:moveTo>
                  <a:pt x="6425558" y="1897167"/>
                </a:moveTo>
                <a:lnTo>
                  <a:pt x="6413750" y="1901103"/>
                </a:lnTo>
                <a:lnTo>
                  <a:pt x="6409814" y="1905039"/>
                </a:lnTo>
                <a:lnTo>
                  <a:pt x="6405878" y="1908975"/>
                </a:lnTo>
                <a:lnTo>
                  <a:pt x="6401942" y="1916847"/>
                </a:lnTo>
                <a:lnTo>
                  <a:pt x="6398006" y="1916847"/>
                </a:lnTo>
                <a:lnTo>
                  <a:pt x="6394070" y="1916847"/>
                </a:lnTo>
                <a:lnTo>
                  <a:pt x="6374390" y="1922751"/>
                </a:lnTo>
                <a:lnTo>
                  <a:pt x="6356678" y="1930623"/>
                </a:lnTo>
                <a:lnTo>
                  <a:pt x="6340934" y="1920784"/>
                </a:lnTo>
                <a:lnTo>
                  <a:pt x="6340934" y="1920784"/>
                </a:lnTo>
                <a:lnTo>
                  <a:pt x="6356678" y="1932592"/>
                </a:lnTo>
                <a:lnTo>
                  <a:pt x="6352742" y="1932592"/>
                </a:lnTo>
                <a:lnTo>
                  <a:pt x="6348806" y="1934560"/>
                </a:lnTo>
                <a:lnTo>
                  <a:pt x="6329125" y="1946369"/>
                </a:lnTo>
                <a:lnTo>
                  <a:pt x="6319285" y="1954241"/>
                </a:lnTo>
                <a:lnTo>
                  <a:pt x="6307477" y="1956209"/>
                </a:lnTo>
                <a:lnTo>
                  <a:pt x="6301573" y="1969985"/>
                </a:lnTo>
                <a:lnTo>
                  <a:pt x="6293701" y="1987697"/>
                </a:lnTo>
                <a:lnTo>
                  <a:pt x="6285829" y="1991633"/>
                </a:lnTo>
                <a:lnTo>
                  <a:pt x="6287797" y="2003441"/>
                </a:lnTo>
                <a:lnTo>
                  <a:pt x="6291733" y="2011313"/>
                </a:lnTo>
                <a:lnTo>
                  <a:pt x="6297637" y="2019185"/>
                </a:lnTo>
                <a:lnTo>
                  <a:pt x="6307477" y="2029025"/>
                </a:lnTo>
                <a:lnTo>
                  <a:pt x="6307477" y="2046737"/>
                </a:lnTo>
                <a:lnTo>
                  <a:pt x="6309445" y="2060514"/>
                </a:lnTo>
                <a:lnTo>
                  <a:pt x="6315349" y="2074290"/>
                </a:lnTo>
                <a:lnTo>
                  <a:pt x="6319285" y="2082162"/>
                </a:lnTo>
                <a:lnTo>
                  <a:pt x="6325189" y="2088066"/>
                </a:lnTo>
                <a:lnTo>
                  <a:pt x="6329125" y="2095938"/>
                </a:lnTo>
                <a:lnTo>
                  <a:pt x="6335030" y="2101842"/>
                </a:lnTo>
                <a:lnTo>
                  <a:pt x="6335030" y="2103153"/>
                </a:lnTo>
                <a:lnTo>
                  <a:pt x="6356678" y="2117585"/>
                </a:lnTo>
                <a:lnTo>
                  <a:pt x="6364550" y="2125457"/>
                </a:lnTo>
                <a:lnTo>
                  <a:pt x="6364550" y="2137265"/>
                </a:lnTo>
                <a:lnTo>
                  <a:pt x="6380294" y="2153009"/>
                </a:lnTo>
                <a:lnTo>
                  <a:pt x="6380294" y="2160882"/>
                </a:lnTo>
                <a:lnTo>
                  <a:pt x="6380294" y="2172690"/>
                </a:lnTo>
                <a:lnTo>
                  <a:pt x="6364550" y="2186466"/>
                </a:lnTo>
                <a:lnTo>
                  <a:pt x="6348806" y="2198274"/>
                </a:lnTo>
                <a:lnTo>
                  <a:pt x="6340934" y="2210082"/>
                </a:lnTo>
                <a:lnTo>
                  <a:pt x="6344448" y="2236439"/>
                </a:lnTo>
                <a:lnTo>
                  <a:pt x="6346837" y="2237634"/>
                </a:lnTo>
                <a:lnTo>
                  <a:pt x="6346837" y="2239602"/>
                </a:lnTo>
                <a:lnTo>
                  <a:pt x="6352742" y="2251410"/>
                </a:lnTo>
                <a:lnTo>
                  <a:pt x="6360614" y="2257314"/>
                </a:lnTo>
                <a:lnTo>
                  <a:pt x="6372422" y="2261250"/>
                </a:lnTo>
                <a:lnTo>
                  <a:pt x="6384230" y="2265186"/>
                </a:lnTo>
                <a:lnTo>
                  <a:pt x="6386198" y="2276994"/>
                </a:lnTo>
                <a:lnTo>
                  <a:pt x="6394070" y="2284866"/>
                </a:lnTo>
                <a:lnTo>
                  <a:pt x="6413750" y="2296674"/>
                </a:lnTo>
                <a:lnTo>
                  <a:pt x="6437366" y="2296674"/>
                </a:lnTo>
                <a:lnTo>
                  <a:pt x="6459015" y="2292738"/>
                </a:lnTo>
                <a:lnTo>
                  <a:pt x="6482631" y="2292738"/>
                </a:lnTo>
                <a:lnTo>
                  <a:pt x="6488535" y="2288802"/>
                </a:lnTo>
                <a:lnTo>
                  <a:pt x="6496407" y="2280930"/>
                </a:lnTo>
                <a:lnTo>
                  <a:pt x="6496407" y="2267154"/>
                </a:lnTo>
                <a:lnTo>
                  <a:pt x="6496411" y="2267154"/>
                </a:lnTo>
                <a:lnTo>
                  <a:pt x="6496407" y="2267154"/>
                </a:lnTo>
                <a:lnTo>
                  <a:pt x="6496407" y="2210081"/>
                </a:lnTo>
                <a:lnTo>
                  <a:pt x="6492471" y="2202209"/>
                </a:lnTo>
                <a:lnTo>
                  <a:pt x="6484599" y="2198273"/>
                </a:lnTo>
                <a:lnTo>
                  <a:pt x="6476726" y="2190401"/>
                </a:lnTo>
                <a:lnTo>
                  <a:pt x="6480663" y="2188433"/>
                </a:lnTo>
                <a:lnTo>
                  <a:pt x="6484599" y="2188433"/>
                </a:lnTo>
                <a:lnTo>
                  <a:pt x="6484599" y="2184497"/>
                </a:lnTo>
                <a:lnTo>
                  <a:pt x="6484599" y="2180561"/>
                </a:lnTo>
                <a:lnTo>
                  <a:pt x="6480663" y="2168753"/>
                </a:lnTo>
                <a:lnTo>
                  <a:pt x="6476726" y="2168753"/>
                </a:lnTo>
                <a:lnTo>
                  <a:pt x="6468854" y="2168753"/>
                </a:lnTo>
                <a:lnTo>
                  <a:pt x="6466886" y="2168753"/>
                </a:lnTo>
                <a:lnTo>
                  <a:pt x="6460982" y="2164817"/>
                </a:lnTo>
                <a:lnTo>
                  <a:pt x="6460982" y="2156945"/>
                </a:lnTo>
                <a:lnTo>
                  <a:pt x="6466886" y="2153009"/>
                </a:lnTo>
                <a:lnTo>
                  <a:pt x="6468854" y="2149073"/>
                </a:lnTo>
                <a:lnTo>
                  <a:pt x="6480663" y="2153009"/>
                </a:lnTo>
                <a:lnTo>
                  <a:pt x="6496407" y="2149073"/>
                </a:lnTo>
                <a:lnTo>
                  <a:pt x="6508215" y="2145137"/>
                </a:lnTo>
                <a:lnTo>
                  <a:pt x="6518055" y="2139233"/>
                </a:lnTo>
                <a:lnTo>
                  <a:pt x="6514119" y="2135297"/>
                </a:lnTo>
                <a:lnTo>
                  <a:pt x="6512151" y="2127425"/>
                </a:lnTo>
                <a:lnTo>
                  <a:pt x="6500343" y="2115616"/>
                </a:lnTo>
                <a:lnTo>
                  <a:pt x="6500343" y="2107744"/>
                </a:lnTo>
                <a:lnTo>
                  <a:pt x="6492471" y="2099872"/>
                </a:lnTo>
                <a:lnTo>
                  <a:pt x="6480663" y="2093968"/>
                </a:lnTo>
                <a:lnTo>
                  <a:pt x="6468854" y="2093968"/>
                </a:lnTo>
                <a:lnTo>
                  <a:pt x="6466886" y="2095936"/>
                </a:lnTo>
                <a:lnTo>
                  <a:pt x="6460982" y="2099872"/>
                </a:lnTo>
                <a:lnTo>
                  <a:pt x="6459014" y="2107744"/>
                </a:lnTo>
                <a:lnTo>
                  <a:pt x="6455078" y="2093968"/>
                </a:lnTo>
                <a:lnTo>
                  <a:pt x="6466886" y="2082161"/>
                </a:lnTo>
                <a:lnTo>
                  <a:pt x="6464919" y="2082161"/>
                </a:lnTo>
                <a:lnTo>
                  <a:pt x="6455079" y="2092001"/>
                </a:lnTo>
                <a:lnTo>
                  <a:pt x="6459015" y="2080193"/>
                </a:lnTo>
                <a:lnTo>
                  <a:pt x="6459015" y="2068385"/>
                </a:lnTo>
                <a:lnTo>
                  <a:pt x="6451143" y="2064449"/>
                </a:lnTo>
                <a:lnTo>
                  <a:pt x="6443271" y="2062481"/>
                </a:lnTo>
                <a:lnTo>
                  <a:pt x="6435398" y="2058545"/>
                </a:lnTo>
                <a:lnTo>
                  <a:pt x="6429494" y="2058545"/>
                </a:lnTo>
                <a:lnTo>
                  <a:pt x="6421622" y="2050672"/>
                </a:lnTo>
                <a:lnTo>
                  <a:pt x="6417686" y="2042800"/>
                </a:lnTo>
                <a:lnTo>
                  <a:pt x="6413750" y="2027056"/>
                </a:lnTo>
                <a:lnTo>
                  <a:pt x="6398006" y="2013280"/>
                </a:lnTo>
                <a:lnTo>
                  <a:pt x="6394070" y="2003440"/>
                </a:lnTo>
                <a:lnTo>
                  <a:pt x="6394070" y="1993600"/>
                </a:lnTo>
                <a:lnTo>
                  <a:pt x="6398006" y="1993600"/>
                </a:lnTo>
                <a:lnTo>
                  <a:pt x="6405878" y="1999504"/>
                </a:lnTo>
                <a:lnTo>
                  <a:pt x="6413750" y="2003440"/>
                </a:lnTo>
                <a:lnTo>
                  <a:pt x="6417686" y="2003440"/>
                </a:lnTo>
                <a:lnTo>
                  <a:pt x="6421622" y="1993600"/>
                </a:lnTo>
                <a:lnTo>
                  <a:pt x="6417686" y="1991632"/>
                </a:lnTo>
                <a:lnTo>
                  <a:pt x="6417686" y="1987696"/>
                </a:lnTo>
                <a:lnTo>
                  <a:pt x="6417686" y="1979824"/>
                </a:lnTo>
                <a:lnTo>
                  <a:pt x="6439335" y="1969984"/>
                </a:lnTo>
                <a:lnTo>
                  <a:pt x="6462951" y="1968016"/>
                </a:lnTo>
                <a:lnTo>
                  <a:pt x="6470823" y="1966048"/>
                </a:lnTo>
                <a:lnTo>
                  <a:pt x="6470823" y="1958176"/>
                </a:lnTo>
                <a:lnTo>
                  <a:pt x="6470823" y="1942432"/>
                </a:lnTo>
                <a:lnTo>
                  <a:pt x="6470823" y="1934559"/>
                </a:lnTo>
                <a:lnTo>
                  <a:pt x="6474759" y="1930623"/>
                </a:lnTo>
                <a:lnTo>
                  <a:pt x="6474759" y="1922751"/>
                </a:lnTo>
                <a:lnTo>
                  <a:pt x="6470823" y="1916847"/>
                </a:lnTo>
                <a:lnTo>
                  <a:pt x="6470823" y="1912911"/>
                </a:lnTo>
                <a:lnTo>
                  <a:pt x="6466887" y="1908975"/>
                </a:lnTo>
                <a:lnTo>
                  <a:pt x="6455079" y="1908975"/>
                </a:lnTo>
                <a:lnTo>
                  <a:pt x="6443271" y="1908975"/>
                </a:lnTo>
                <a:lnTo>
                  <a:pt x="6439335" y="1905039"/>
                </a:lnTo>
                <a:lnTo>
                  <a:pt x="6435398" y="1901103"/>
                </a:lnTo>
                <a:close/>
                <a:moveTo>
                  <a:pt x="5179726" y="1889543"/>
                </a:moveTo>
                <a:lnTo>
                  <a:pt x="5183740" y="1891263"/>
                </a:lnTo>
                <a:lnTo>
                  <a:pt x="5184313" y="1890854"/>
                </a:lnTo>
                <a:close/>
                <a:moveTo>
                  <a:pt x="9290991" y="1887328"/>
                </a:moveTo>
                <a:lnTo>
                  <a:pt x="9296895" y="1887328"/>
                </a:lnTo>
                <a:lnTo>
                  <a:pt x="9298863" y="1895200"/>
                </a:lnTo>
                <a:lnTo>
                  <a:pt x="9287055" y="1907008"/>
                </a:lnTo>
                <a:lnTo>
                  <a:pt x="9275247" y="1908976"/>
                </a:lnTo>
                <a:lnTo>
                  <a:pt x="9275247" y="1901104"/>
                </a:lnTo>
                <a:close/>
                <a:moveTo>
                  <a:pt x="3217707" y="1887326"/>
                </a:moveTo>
                <a:lnTo>
                  <a:pt x="3225579" y="1887326"/>
                </a:lnTo>
                <a:lnTo>
                  <a:pt x="3225579" y="1895198"/>
                </a:lnTo>
                <a:lnTo>
                  <a:pt x="3217707" y="1899134"/>
                </a:lnTo>
                <a:lnTo>
                  <a:pt x="3209835" y="1908974"/>
                </a:lnTo>
                <a:lnTo>
                  <a:pt x="3205899" y="1908974"/>
                </a:lnTo>
                <a:lnTo>
                  <a:pt x="3209835" y="1895198"/>
                </a:lnTo>
                <a:close/>
                <a:moveTo>
                  <a:pt x="5215228" y="1877487"/>
                </a:moveTo>
                <a:lnTo>
                  <a:pt x="5195548" y="1881423"/>
                </a:lnTo>
                <a:lnTo>
                  <a:pt x="5186470" y="1887475"/>
                </a:lnTo>
                <a:lnTo>
                  <a:pt x="5186041" y="1889619"/>
                </a:lnTo>
                <a:lnTo>
                  <a:pt x="5197516" y="1881423"/>
                </a:lnTo>
                <a:lnTo>
                  <a:pt x="5215228" y="1877487"/>
                </a:lnTo>
                <a:lnTo>
                  <a:pt x="5215230" y="1877489"/>
                </a:lnTo>
                <a:close/>
                <a:moveTo>
                  <a:pt x="5347084" y="1875520"/>
                </a:moveTo>
                <a:lnTo>
                  <a:pt x="5341181" y="1885359"/>
                </a:lnTo>
                <a:lnTo>
                  <a:pt x="5319533" y="1881423"/>
                </a:lnTo>
                <a:lnTo>
                  <a:pt x="5301821" y="1893231"/>
                </a:lnTo>
                <a:lnTo>
                  <a:pt x="5272300" y="1897167"/>
                </a:lnTo>
                <a:lnTo>
                  <a:pt x="5250652" y="1897167"/>
                </a:lnTo>
                <a:lnTo>
                  <a:pt x="5250643" y="1897165"/>
                </a:lnTo>
                <a:lnTo>
                  <a:pt x="5250652" y="1897167"/>
                </a:lnTo>
                <a:lnTo>
                  <a:pt x="5242781" y="1905038"/>
                </a:lnTo>
                <a:lnTo>
                  <a:pt x="5250651" y="1899136"/>
                </a:lnTo>
                <a:lnTo>
                  <a:pt x="5274268" y="1899136"/>
                </a:lnTo>
                <a:lnTo>
                  <a:pt x="5301820" y="1895200"/>
                </a:lnTo>
                <a:lnTo>
                  <a:pt x="5319532" y="1883392"/>
                </a:lnTo>
                <a:lnTo>
                  <a:pt x="5341180" y="1887328"/>
                </a:lnTo>
                <a:close/>
                <a:moveTo>
                  <a:pt x="6291733" y="1863711"/>
                </a:moveTo>
                <a:lnTo>
                  <a:pt x="6291733" y="1863712"/>
                </a:lnTo>
                <a:lnTo>
                  <a:pt x="6329125" y="1871584"/>
                </a:lnTo>
                <a:lnTo>
                  <a:pt x="6337566" y="1880868"/>
                </a:lnTo>
                <a:lnTo>
                  <a:pt x="6329126" y="1869615"/>
                </a:lnTo>
                <a:close/>
                <a:moveTo>
                  <a:pt x="5717073" y="1863711"/>
                </a:moveTo>
                <a:lnTo>
                  <a:pt x="5717072" y="1863711"/>
                </a:lnTo>
                <a:lnTo>
                  <a:pt x="5712984" y="1865528"/>
                </a:lnTo>
                <a:lnTo>
                  <a:pt x="5718254" y="1863947"/>
                </a:lnTo>
                <a:close/>
                <a:moveTo>
                  <a:pt x="8307422" y="1859773"/>
                </a:moveTo>
                <a:lnTo>
                  <a:pt x="8295175" y="1873551"/>
                </a:lnTo>
                <a:lnTo>
                  <a:pt x="8275495" y="1863711"/>
                </a:lnTo>
                <a:lnTo>
                  <a:pt x="8275494" y="1863711"/>
                </a:lnTo>
                <a:lnTo>
                  <a:pt x="8295174" y="1875519"/>
                </a:lnTo>
                <a:close/>
                <a:moveTo>
                  <a:pt x="5530094" y="1857813"/>
                </a:moveTo>
                <a:lnTo>
                  <a:pt x="5510430" y="1863712"/>
                </a:lnTo>
                <a:lnTo>
                  <a:pt x="5482877" y="1863712"/>
                </a:lnTo>
                <a:lnTo>
                  <a:pt x="5475014" y="1859780"/>
                </a:lnTo>
                <a:lnTo>
                  <a:pt x="5482878" y="1865678"/>
                </a:lnTo>
                <a:lnTo>
                  <a:pt x="5510430" y="1865678"/>
                </a:lnTo>
                <a:close/>
                <a:moveTo>
                  <a:pt x="7515349" y="1857807"/>
                </a:moveTo>
                <a:lnTo>
                  <a:pt x="7527137" y="1873525"/>
                </a:lnTo>
                <a:lnTo>
                  <a:pt x="7515840" y="1857807"/>
                </a:lnTo>
                <a:close/>
                <a:moveTo>
                  <a:pt x="2316392" y="1855848"/>
                </a:moveTo>
                <a:lnTo>
                  <a:pt x="2345870" y="1863709"/>
                </a:lnTo>
                <a:lnTo>
                  <a:pt x="2373399" y="1875507"/>
                </a:lnTo>
                <a:lnTo>
                  <a:pt x="2347838" y="1863710"/>
                </a:lnTo>
                <a:close/>
                <a:moveTo>
                  <a:pt x="8310919" y="1855838"/>
                </a:moveTo>
                <a:lnTo>
                  <a:pt x="8309123" y="1857859"/>
                </a:lnTo>
                <a:lnTo>
                  <a:pt x="8354215" y="1871583"/>
                </a:lnTo>
                <a:lnTo>
                  <a:pt x="8365455" y="1901558"/>
                </a:lnTo>
                <a:lnTo>
                  <a:pt x="8366024" y="1901103"/>
                </a:lnTo>
                <a:lnTo>
                  <a:pt x="8356184" y="1869615"/>
                </a:lnTo>
                <a:close/>
                <a:moveTo>
                  <a:pt x="7389887" y="1851903"/>
                </a:moveTo>
                <a:lnTo>
                  <a:pt x="7389887" y="1851903"/>
                </a:lnTo>
                <a:lnTo>
                  <a:pt x="7401695" y="1893231"/>
                </a:lnTo>
                <a:lnTo>
                  <a:pt x="7382015" y="1908975"/>
                </a:lnTo>
                <a:lnTo>
                  <a:pt x="7401695" y="1893231"/>
                </a:lnTo>
                <a:close/>
                <a:moveTo>
                  <a:pt x="5778084" y="1847971"/>
                </a:moveTo>
                <a:lnTo>
                  <a:pt x="5795793" y="1871582"/>
                </a:lnTo>
                <a:lnTo>
                  <a:pt x="5803665" y="1905039"/>
                </a:lnTo>
                <a:lnTo>
                  <a:pt x="5815467" y="1916840"/>
                </a:lnTo>
                <a:lnTo>
                  <a:pt x="5805633" y="1905039"/>
                </a:lnTo>
                <a:lnTo>
                  <a:pt x="5797761" y="1871583"/>
                </a:lnTo>
                <a:close/>
                <a:moveTo>
                  <a:pt x="8249911" y="1845998"/>
                </a:moveTo>
                <a:lnTo>
                  <a:pt x="8249910" y="1845999"/>
                </a:lnTo>
                <a:lnTo>
                  <a:pt x="8249910" y="1863711"/>
                </a:lnTo>
                <a:lnTo>
                  <a:pt x="8263686" y="1875519"/>
                </a:lnTo>
                <a:lnTo>
                  <a:pt x="8275491" y="1863714"/>
                </a:lnTo>
                <a:lnTo>
                  <a:pt x="8263687" y="1873551"/>
                </a:lnTo>
                <a:lnTo>
                  <a:pt x="8249911" y="1863711"/>
                </a:lnTo>
                <a:close/>
                <a:moveTo>
                  <a:pt x="5360861" y="1844031"/>
                </a:moveTo>
                <a:lnTo>
                  <a:pt x="5341181" y="1855839"/>
                </a:lnTo>
                <a:lnTo>
                  <a:pt x="5347083" y="1875512"/>
                </a:lnTo>
                <a:lnTo>
                  <a:pt x="5343148" y="1855839"/>
                </a:lnTo>
                <a:lnTo>
                  <a:pt x="5360860" y="1844031"/>
                </a:lnTo>
                <a:close/>
                <a:moveTo>
                  <a:pt x="2288799" y="1840094"/>
                </a:moveTo>
                <a:lnTo>
                  <a:pt x="2316329" y="1855825"/>
                </a:lnTo>
                <a:lnTo>
                  <a:pt x="2290765" y="1840094"/>
                </a:lnTo>
                <a:close/>
                <a:moveTo>
                  <a:pt x="9324448" y="1838127"/>
                </a:moveTo>
                <a:lnTo>
                  <a:pt x="9326416" y="1845999"/>
                </a:lnTo>
                <a:lnTo>
                  <a:pt x="9322480" y="1849935"/>
                </a:lnTo>
                <a:lnTo>
                  <a:pt x="9320512" y="1847967"/>
                </a:lnTo>
                <a:lnTo>
                  <a:pt x="9322480" y="1844031"/>
                </a:lnTo>
                <a:close/>
                <a:moveTo>
                  <a:pt x="5429725" y="1836152"/>
                </a:moveTo>
                <a:lnTo>
                  <a:pt x="5429741" y="1836159"/>
                </a:lnTo>
                <a:lnTo>
                  <a:pt x="5435645" y="1855839"/>
                </a:lnTo>
                <a:lnTo>
                  <a:pt x="5447453" y="1855839"/>
                </a:lnTo>
                <a:lnTo>
                  <a:pt x="5451389" y="1875520"/>
                </a:lnTo>
                <a:lnTo>
                  <a:pt x="5437628" y="1883383"/>
                </a:lnTo>
                <a:lnTo>
                  <a:pt x="5453357" y="1875518"/>
                </a:lnTo>
                <a:lnTo>
                  <a:pt x="5449421" y="1855838"/>
                </a:lnTo>
                <a:lnTo>
                  <a:pt x="5459262" y="1855838"/>
                </a:lnTo>
                <a:lnTo>
                  <a:pt x="5459262" y="1855837"/>
                </a:lnTo>
                <a:lnTo>
                  <a:pt x="5459262" y="1855838"/>
                </a:lnTo>
                <a:lnTo>
                  <a:pt x="5435645" y="1855838"/>
                </a:lnTo>
                <a:lnTo>
                  <a:pt x="5429741" y="1836158"/>
                </a:lnTo>
                <a:close/>
                <a:moveTo>
                  <a:pt x="8804888" y="1832240"/>
                </a:moveTo>
                <a:lnTo>
                  <a:pt x="8793084" y="1887327"/>
                </a:lnTo>
                <a:lnTo>
                  <a:pt x="8779024" y="1899981"/>
                </a:lnTo>
                <a:lnTo>
                  <a:pt x="8795051" y="1889296"/>
                </a:lnTo>
                <a:close/>
                <a:moveTo>
                  <a:pt x="5486441" y="1819006"/>
                </a:moveTo>
                <a:lnTo>
                  <a:pt x="5478942" y="1830254"/>
                </a:lnTo>
                <a:lnTo>
                  <a:pt x="5478932" y="1830264"/>
                </a:lnTo>
                <a:lnTo>
                  <a:pt x="5478941" y="1830256"/>
                </a:lnTo>
                <a:close/>
                <a:moveTo>
                  <a:pt x="9348064" y="1810575"/>
                </a:moveTo>
                <a:lnTo>
                  <a:pt x="9355936" y="1810575"/>
                </a:lnTo>
                <a:lnTo>
                  <a:pt x="9355936" y="1816479"/>
                </a:lnTo>
                <a:lnTo>
                  <a:pt x="9348064" y="1822383"/>
                </a:lnTo>
                <a:lnTo>
                  <a:pt x="9344128" y="1822383"/>
                </a:lnTo>
                <a:lnTo>
                  <a:pt x="9344128" y="1816479"/>
                </a:lnTo>
                <a:close/>
                <a:moveTo>
                  <a:pt x="8119908" y="1800751"/>
                </a:moveTo>
                <a:lnTo>
                  <a:pt x="8078417" y="1806409"/>
                </a:lnTo>
                <a:lnTo>
                  <a:pt x="8078693" y="1806638"/>
                </a:lnTo>
                <a:close/>
                <a:moveTo>
                  <a:pt x="8152396" y="1798831"/>
                </a:moveTo>
                <a:lnTo>
                  <a:pt x="8120033" y="1800734"/>
                </a:lnTo>
                <a:lnTo>
                  <a:pt x="8149541" y="1800734"/>
                </a:lnTo>
                <a:close/>
                <a:moveTo>
                  <a:pt x="7462697" y="1796805"/>
                </a:moveTo>
                <a:lnTo>
                  <a:pt x="7448929" y="1810574"/>
                </a:lnTo>
                <a:lnTo>
                  <a:pt x="7450896" y="1810574"/>
                </a:lnTo>
                <a:close/>
                <a:moveTo>
                  <a:pt x="3162602" y="1790894"/>
                </a:moveTo>
                <a:lnTo>
                  <a:pt x="3176378" y="1790894"/>
                </a:lnTo>
                <a:lnTo>
                  <a:pt x="3217707" y="1826318"/>
                </a:lnTo>
                <a:lnTo>
                  <a:pt x="3209835" y="1832222"/>
                </a:lnTo>
                <a:lnTo>
                  <a:pt x="3184250" y="1828286"/>
                </a:lnTo>
                <a:lnTo>
                  <a:pt x="3162602" y="1818446"/>
                </a:lnTo>
                <a:lnTo>
                  <a:pt x="3150793" y="1802702"/>
                </a:lnTo>
                <a:close/>
                <a:moveTo>
                  <a:pt x="5109066" y="1783449"/>
                </a:moveTo>
                <a:lnTo>
                  <a:pt x="5122408" y="1788786"/>
                </a:lnTo>
                <a:lnTo>
                  <a:pt x="5120763" y="1786958"/>
                </a:lnTo>
                <a:close/>
                <a:moveTo>
                  <a:pt x="8029523" y="1781067"/>
                </a:moveTo>
                <a:lnTo>
                  <a:pt x="8066884" y="1796798"/>
                </a:lnTo>
                <a:lnTo>
                  <a:pt x="8064917" y="1794831"/>
                </a:lnTo>
                <a:close/>
                <a:moveTo>
                  <a:pt x="9369712" y="1781055"/>
                </a:moveTo>
                <a:lnTo>
                  <a:pt x="9369712" y="1790895"/>
                </a:lnTo>
                <a:lnTo>
                  <a:pt x="9363808" y="1798767"/>
                </a:lnTo>
                <a:lnTo>
                  <a:pt x="9357904" y="1798767"/>
                </a:lnTo>
                <a:lnTo>
                  <a:pt x="9359872" y="1784991"/>
                </a:lnTo>
                <a:close/>
                <a:moveTo>
                  <a:pt x="5148315" y="1769246"/>
                </a:moveTo>
                <a:lnTo>
                  <a:pt x="5138475" y="1777118"/>
                </a:lnTo>
                <a:lnTo>
                  <a:pt x="5138475" y="1804656"/>
                </a:lnTo>
                <a:lnTo>
                  <a:pt x="5140443" y="1806624"/>
                </a:lnTo>
                <a:lnTo>
                  <a:pt x="5140443" y="1788926"/>
                </a:lnTo>
                <a:lnTo>
                  <a:pt x="5140443" y="1777118"/>
                </a:lnTo>
                <a:lnTo>
                  <a:pt x="5148315" y="1769246"/>
                </a:lnTo>
                <a:lnTo>
                  <a:pt x="5154219" y="1784990"/>
                </a:lnTo>
                <a:lnTo>
                  <a:pt x="5158154" y="1810564"/>
                </a:lnTo>
                <a:lnTo>
                  <a:pt x="5154219" y="1783022"/>
                </a:lnTo>
                <a:lnTo>
                  <a:pt x="5148315" y="1769246"/>
                </a:lnTo>
                <a:close/>
                <a:moveTo>
                  <a:pt x="5453358" y="1761374"/>
                </a:moveTo>
                <a:lnTo>
                  <a:pt x="5494686" y="1798766"/>
                </a:lnTo>
                <a:lnTo>
                  <a:pt x="5508462" y="1800734"/>
                </a:lnTo>
                <a:lnTo>
                  <a:pt x="5504526" y="1814510"/>
                </a:lnTo>
                <a:lnTo>
                  <a:pt x="5486814" y="1818446"/>
                </a:lnTo>
                <a:lnTo>
                  <a:pt x="5486813" y="1818447"/>
                </a:lnTo>
                <a:lnTo>
                  <a:pt x="5506494" y="1814511"/>
                </a:lnTo>
                <a:lnTo>
                  <a:pt x="5510430" y="1798767"/>
                </a:lnTo>
                <a:lnTo>
                  <a:pt x="5532078" y="1810575"/>
                </a:lnTo>
                <a:lnTo>
                  <a:pt x="5591118" y="1802703"/>
                </a:lnTo>
                <a:lnTo>
                  <a:pt x="5608830" y="1818447"/>
                </a:lnTo>
                <a:lnTo>
                  <a:pt x="5600958" y="1840096"/>
                </a:lnTo>
                <a:lnTo>
                  <a:pt x="5589160" y="1845995"/>
                </a:lnTo>
                <a:lnTo>
                  <a:pt x="5600959" y="1842062"/>
                </a:lnTo>
                <a:lnTo>
                  <a:pt x="5621378" y="1862481"/>
                </a:lnTo>
                <a:lnTo>
                  <a:pt x="5621443" y="1862441"/>
                </a:lnTo>
                <a:lnTo>
                  <a:pt x="5600959" y="1840095"/>
                </a:lnTo>
                <a:lnTo>
                  <a:pt x="5608831" y="1818446"/>
                </a:lnTo>
                <a:lnTo>
                  <a:pt x="5620638" y="1806639"/>
                </a:lnTo>
                <a:lnTo>
                  <a:pt x="5608832" y="1816478"/>
                </a:lnTo>
                <a:lnTo>
                  <a:pt x="5591120" y="1802702"/>
                </a:lnTo>
                <a:lnTo>
                  <a:pt x="5532079" y="1810574"/>
                </a:lnTo>
                <a:lnTo>
                  <a:pt x="5510431" y="1798766"/>
                </a:lnTo>
                <a:lnTo>
                  <a:pt x="5496655" y="1798766"/>
                </a:lnTo>
                <a:close/>
                <a:moveTo>
                  <a:pt x="8222378" y="1757454"/>
                </a:moveTo>
                <a:lnTo>
                  <a:pt x="8251878" y="1781054"/>
                </a:lnTo>
                <a:lnTo>
                  <a:pt x="8253591" y="1780864"/>
                </a:lnTo>
                <a:close/>
                <a:moveTo>
                  <a:pt x="6016211" y="1755471"/>
                </a:moveTo>
                <a:lnTo>
                  <a:pt x="6014969" y="1755523"/>
                </a:lnTo>
                <a:lnTo>
                  <a:pt x="6030629" y="1767268"/>
                </a:lnTo>
                <a:close/>
                <a:moveTo>
                  <a:pt x="4949545" y="1755470"/>
                </a:moveTo>
                <a:lnTo>
                  <a:pt x="4953481" y="1757438"/>
                </a:lnTo>
                <a:lnTo>
                  <a:pt x="4945609" y="1761374"/>
                </a:lnTo>
                <a:lnTo>
                  <a:pt x="4943641" y="1757438"/>
                </a:lnTo>
                <a:close/>
                <a:moveTo>
                  <a:pt x="8200710" y="1753503"/>
                </a:moveTo>
                <a:lnTo>
                  <a:pt x="8200514" y="1753797"/>
                </a:lnTo>
                <a:lnTo>
                  <a:pt x="8222292" y="1757427"/>
                </a:lnTo>
                <a:close/>
                <a:moveTo>
                  <a:pt x="1332344" y="1749566"/>
                </a:moveTo>
                <a:lnTo>
                  <a:pt x="1352024" y="1749566"/>
                </a:lnTo>
                <a:lnTo>
                  <a:pt x="1369736" y="1773182"/>
                </a:lnTo>
                <a:lnTo>
                  <a:pt x="1403193" y="1784990"/>
                </a:lnTo>
                <a:lnTo>
                  <a:pt x="1416969" y="1784990"/>
                </a:lnTo>
                <a:lnTo>
                  <a:pt x="1428777" y="1792863"/>
                </a:lnTo>
                <a:lnTo>
                  <a:pt x="1432713" y="1806639"/>
                </a:lnTo>
                <a:lnTo>
                  <a:pt x="1452393" y="1826319"/>
                </a:lnTo>
                <a:lnTo>
                  <a:pt x="1466169" y="1834191"/>
                </a:lnTo>
                <a:lnTo>
                  <a:pt x="1474042" y="1851903"/>
                </a:lnTo>
                <a:lnTo>
                  <a:pt x="1464201" y="1855839"/>
                </a:lnTo>
                <a:lnTo>
                  <a:pt x="1448457" y="1847967"/>
                </a:lnTo>
                <a:lnTo>
                  <a:pt x="1432713" y="1847967"/>
                </a:lnTo>
                <a:lnTo>
                  <a:pt x="1415001" y="1838127"/>
                </a:lnTo>
                <a:lnTo>
                  <a:pt x="1393352" y="1814511"/>
                </a:lnTo>
                <a:lnTo>
                  <a:pt x="1381544" y="1802703"/>
                </a:lnTo>
                <a:lnTo>
                  <a:pt x="1369736" y="1802703"/>
                </a:lnTo>
                <a:lnTo>
                  <a:pt x="1357928" y="1792863"/>
                </a:lnTo>
                <a:lnTo>
                  <a:pt x="1348088" y="1792863"/>
                </a:lnTo>
                <a:lnTo>
                  <a:pt x="1332344" y="1757438"/>
                </a:lnTo>
                <a:close/>
                <a:moveTo>
                  <a:pt x="5961714" y="1748964"/>
                </a:moveTo>
                <a:lnTo>
                  <a:pt x="5967010" y="1757438"/>
                </a:lnTo>
                <a:lnTo>
                  <a:pt x="5968841" y="1757279"/>
                </a:lnTo>
                <a:close/>
                <a:moveTo>
                  <a:pt x="7637857" y="1747599"/>
                </a:moveTo>
                <a:lnTo>
                  <a:pt x="7636028" y="1747729"/>
                </a:lnTo>
                <a:lnTo>
                  <a:pt x="7653596" y="1764321"/>
                </a:lnTo>
                <a:close/>
                <a:moveTo>
                  <a:pt x="6317317" y="1745631"/>
                </a:moveTo>
                <a:lnTo>
                  <a:pt x="6315689" y="1746038"/>
                </a:lnTo>
                <a:lnTo>
                  <a:pt x="6321609" y="1753141"/>
                </a:lnTo>
                <a:close/>
                <a:moveTo>
                  <a:pt x="5128636" y="1739726"/>
                </a:moveTo>
                <a:lnTo>
                  <a:pt x="5134539" y="1747597"/>
                </a:lnTo>
                <a:lnTo>
                  <a:pt x="5134539" y="1744154"/>
                </a:lnTo>
                <a:close/>
                <a:moveTo>
                  <a:pt x="5136508" y="1739723"/>
                </a:moveTo>
                <a:lnTo>
                  <a:pt x="5136507" y="1739725"/>
                </a:lnTo>
                <a:lnTo>
                  <a:pt x="5136507" y="1742086"/>
                </a:lnTo>
                <a:lnTo>
                  <a:pt x="5144379" y="1751534"/>
                </a:lnTo>
                <a:lnTo>
                  <a:pt x="5148315" y="1769244"/>
                </a:lnTo>
                <a:lnTo>
                  <a:pt x="5144379" y="1749566"/>
                </a:lnTo>
                <a:lnTo>
                  <a:pt x="5136507" y="1739726"/>
                </a:lnTo>
                <a:close/>
                <a:moveTo>
                  <a:pt x="8344376" y="1737758"/>
                </a:moveTo>
                <a:lnTo>
                  <a:pt x="8344375" y="1737759"/>
                </a:lnTo>
                <a:lnTo>
                  <a:pt x="8348017" y="1759611"/>
                </a:lnTo>
                <a:lnTo>
                  <a:pt x="8348312" y="1759406"/>
                </a:lnTo>
                <a:close/>
                <a:moveTo>
                  <a:pt x="9395296" y="1737758"/>
                </a:moveTo>
                <a:lnTo>
                  <a:pt x="9399232" y="1737758"/>
                </a:lnTo>
                <a:lnTo>
                  <a:pt x="9395296" y="1759406"/>
                </a:lnTo>
                <a:lnTo>
                  <a:pt x="9381520" y="1763342"/>
                </a:lnTo>
                <a:lnTo>
                  <a:pt x="9373648" y="1757438"/>
                </a:lnTo>
                <a:lnTo>
                  <a:pt x="9385456" y="1747598"/>
                </a:lnTo>
                <a:close/>
                <a:moveTo>
                  <a:pt x="7740194" y="1720046"/>
                </a:moveTo>
                <a:lnTo>
                  <a:pt x="7740194" y="1720046"/>
                </a:lnTo>
                <a:lnTo>
                  <a:pt x="7740196" y="1720050"/>
                </a:lnTo>
                <a:close/>
                <a:moveTo>
                  <a:pt x="3392863" y="1720044"/>
                </a:moveTo>
                <a:lnTo>
                  <a:pt x="3349566" y="1794828"/>
                </a:lnTo>
                <a:lnTo>
                  <a:pt x="3353502" y="1806637"/>
                </a:lnTo>
                <a:lnTo>
                  <a:pt x="3369247" y="1786956"/>
                </a:lnTo>
                <a:lnTo>
                  <a:pt x="3384991" y="1790892"/>
                </a:lnTo>
                <a:lnTo>
                  <a:pt x="3381055" y="1810573"/>
                </a:lnTo>
                <a:lnTo>
                  <a:pt x="3396799" y="1810573"/>
                </a:lnTo>
                <a:lnTo>
                  <a:pt x="3396799" y="1822381"/>
                </a:lnTo>
                <a:lnTo>
                  <a:pt x="3418447" y="1814509"/>
                </a:lnTo>
                <a:lnTo>
                  <a:pt x="3442064" y="1818445"/>
                </a:lnTo>
                <a:lnTo>
                  <a:pt x="3438128" y="1855837"/>
                </a:lnTo>
                <a:lnTo>
                  <a:pt x="3469616" y="1847965"/>
                </a:lnTo>
                <a:lnTo>
                  <a:pt x="3465680" y="1871581"/>
                </a:lnTo>
                <a:lnTo>
                  <a:pt x="3453872" y="1875517"/>
                </a:lnTo>
                <a:lnTo>
                  <a:pt x="3473552" y="1887325"/>
                </a:lnTo>
                <a:lnTo>
                  <a:pt x="3469616" y="1936525"/>
                </a:lnTo>
                <a:lnTo>
                  <a:pt x="3449936" y="1936525"/>
                </a:lnTo>
                <a:lnTo>
                  <a:pt x="3446000" y="1924717"/>
                </a:lnTo>
                <a:lnTo>
                  <a:pt x="3430256" y="1920781"/>
                </a:lnTo>
                <a:lnTo>
                  <a:pt x="3434191" y="1910941"/>
                </a:lnTo>
                <a:lnTo>
                  <a:pt x="3430256" y="1895197"/>
                </a:lnTo>
                <a:lnTo>
                  <a:pt x="3414512" y="1914877"/>
                </a:lnTo>
                <a:lnTo>
                  <a:pt x="3404671" y="1910941"/>
                </a:lnTo>
                <a:lnTo>
                  <a:pt x="3400735" y="1891261"/>
                </a:lnTo>
                <a:lnTo>
                  <a:pt x="3381055" y="1899133"/>
                </a:lnTo>
                <a:lnTo>
                  <a:pt x="3373183" y="1887325"/>
                </a:lnTo>
                <a:lnTo>
                  <a:pt x="3349566" y="1895197"/>
                </a:lnTo>
                <a:lnTo>
                  <a:pt x="3329886" y="1891261"/>
                </a:lnTo>
                <a:lnTo>
                  <a:pt x="3292494" y="1895197"/>
                </a:lnTo>
                <a:lnTo>
                  <a:pt x="3276750" y="1879453"/>
                </a:lnTo>
                <a:lnTo>
                  <a:pt x="3296430" y="1859773"/>
                </a:lnTo>
                <a:lnTo>
                  <a:pt x="3280685" y="1859773"/>
                </a:lnTo>
                <a:lnTo>
                  <a:pt x="3280685" y="1851901"/>
                </a:lnTo>
                <a:lnTo>
                  <a:pt x="3304301" y="1842061"/>
                </a:lnTo>
                <a:lnTo>
                  <a:pt x="3308238" y="1830253"/>
                </a:lnTo>
                <a:lnTo>
                  <a:pt x="3320046" y="1818445"/>
                </a:lnTo>
                <a:lnTo>
                  <a:pt x="3322014" y="1790892"/>
                </a:lnTo>
                <a:lnTo>
                  <a:pt x="3341694" y="1757436"/>
                </a:lnTo>
                <a:lnTo>
                  <a:pt x="3361375" y="1725948"/>
                </a:lnTo>
                <a:close/>
                <a:moveTo>
                  <a:pt x="5146347" y="1712173"/>
                </a:moveTo>
                <a:lnTo>
                  <a:pt x="5146347" y="1712174"/>
                </a:lnTo>
                <a:lnTo>
                  <a:pt x="5146347" y="1712173"/>
                </a:lnTo>
                <a:close/>
                <a:moveTo>
                  <a:pt x="35424" y="1706270"/>
                </a:moveTo>
                <a:lnTo>
                  <a:pt x="59040" y="1706270"/>
                </a:lnTo>
                <a:lnTo>
                  <a:pt x="59040" y="1714142"/>
                </a:lnTo>
                <a:lnTo>
                  <a:pt x="31488" y="1714142"/>
                </a:lnTo>
                <a:close/>
                <a:moveTo>
                  <a:pt x="6445240" y="1702334"/>
                </a:moveTo>
                <a:lnTo>
                  <a:pt x="6455073" y="1707953"/>
                </a:lnTo>
                <a:lnTo>
                  <a:pt x="6447207" y="1702334"/>
                </a:lnTo>
                <a:close/>
                <a:moveTo>
                  <a:pt x="6673529" y="1700365"/>
                </a:moveTo>
                <a:lnTo>
                  <a:pt x="6673529" y="1702334"/>
                </a:lnTo>
                <a:lnTo>
                  <a:pt x="6685561" y="1709991"/>
                </a:lnTo>
                <a:close/>
                <a:moveTo>
                  <a:pt x="7848435" y="1696430"/>
                </a:moveTo>
                <a:lnTo>
                  <a:pt x="7897635" y="1761374"/>
                </a:lnTo>
                <a:lnTo>
                  <a:pt x="7899145" y="1760793"/>
                </a:lnTo>
                <a:close/>
                <a:moveTo>
                  <a:pt x="5146356" y="1696423"/>
                </a:moveTo>
                <a:lnTo>
                  <a:pt x="5146347" y="1696428"/>
                </a:lnTo>
                <a:lnTo>
                  <a:pt x="5142411" y="1704301"/>
                </a:lnTo>
                <a:lnTo>
                  <a:pt x="5144074" y="1707627"/>
                </a:lnTo>
                <a:lnTo>
                  <a:pt x="5142411" y="1704301"/>
                </a:lnTo>
                <a:lnTo>
                  <a:pt x="5146347" y="1696429"/>
                </a:lnTo>
                <a:close/>
                <a:moveTo>
                  <a:pt x="8568775" y="1692578"/>
                </a:moveTo>
                <a:lnTo>
                  <a:pt x="8590378" y="1733821"/>
                </a:lnTo>
                <a:lnTo>
                  <a:pt x="8595688" y="1769223"/>
                </a:lnTo>
                <a:lnTo>
                  <a:pt x="8592345" y="1735790"/>
                </a:lnTo>
                <a:close/>
                <a:moveTo>
                  <a:pt x="23616" y="1692494"/>
                </a:moveTo>
                <a:lnTo>
                  <a:pt x="35424" y="1692494"/>
                </a:lnTo>
                <a:lnTo>
                  <a:pt x="31488" y="1700366"/>
                </a:lnTo>
                <a:lnTo>
                  <a:pt x="11808" y="1714142"/>
                </a:lnTo>
                <a:lnTo>
                  <a:pt x="0" y="1714142"/>
                </a:lnTo>
                <a:lnTo>
                  <a:pt x="3936" y="1704302"/>
                </a:lnTo>
                <a:lnTo>
                  <a:pt x="23616" y="1696430"/>
                </a:lnTo>
                <a:close/>
                <a:moveTo>
                  <a:pt x="1243783" y="1682652"/>
                </a:moveTo>
                <a:lnTo>
                  <a:pt x="1251655" y="1684620"/>
                </a:lnTo>
                <a:lnTo>
                  <a:pt x="1259527" y="1688555"/>
                </a:lnTo>
                <a:lnTo>
                  <a:pt x="1257559" y="1692491"/>
                </a:lnTo>
                <a:lnTo>
                  <a:pt x="1247719" y="1688555"/>
                </a:lnTo>
                <a:close/>
                <a:moveTo>
                  <a:pt x="5922175" y="1678394"/>
                </a:moveTo>
                <a:lnTo>
                  <a:pt x="5933554" y="1722013"/>
                </a:lnTo>
                <a:lnTo>
                  <a:pt x="5935132" y="1722487"/>
                </a:lnTo>
                <a:lnTo>
                  <a:pt x="5923714" y="1678718"/>
                </a:lnTo>
                <a:close/>
                <a:moveTo>
                  <a:pt x="5886322" y="1670846"/>
                </a:moveTo>
                <a:lnTo>
                  <a:pt x="5885851" y="1671081"/>
                </a:lnTo>
                <a:lnTo>
                  <a:pt x="5892207" y="1672085"/>
                </a:lnTo>
                <a:close/>
                <a:moveTo>
                  <a:pt x="1231975" y="1666908"/>
                </a:moveTo>
                <a:lnTo>
                  <a:pt x="1243783" y="1666908"/>
                </a:lnTo>
                <a:lnTo>
                  <a:pt x="1243783" y="1670844"/>
                </a:lnTo>
                <a:lnTo>
                  <a:pt x="1231975" y="1670844"/>
                </a:lnTo>
                <a:lnTo>
                  <a:pt x="1228039" y="1670844"/>
                </a:lnTo>
                <a:close/>
                <a:moveTo>
                  <a:pt x="5168851" y="1660748"/>
                </a:moveTo>
                <a:lnTo>
                  <a:pt x="5169963" y="1662972"/>
                </a:lnTo>
                <a:lnTo>
                  <a:pt x="5169963" y="1680685"/>
                </a:lnTo>
                <a:lnTo>
                  <a:pt x="5169964" y="1680685"/>
                </a:lnTo>
                <a:lnTo>
                  <a:pt x="5169964" y="1662973"/>
                </a:lnTo>
                <a:close/>
                <a:moveTo>
                  <a:pt x="5372669" y="1659037"/>
                </a:moveTo>
                <a:lnTo>
                  <a:pt x="5398253" y="1729885"/>
                </a:lnTo>
                <a:lnTo>
                  <a:pt x="5370708" y="1733820"/>
                </a:lnTo>
                <a:lnTo>
                  <a:pt x="5398253" y="1731853"/>
                </a:lnTo>
                <a:lnTo>
                  <a:pt x="5413997" y="1737757"/>
                </a:lnTo>
                <a:lnTo>
                  <a:pt x="5433677" y="1765309"/>
                </a:lnTo>
                <a:lnTo>
                  <a:pt x="5435400" y="1764965"/>
                </a:lnTo>
                <a:lnTo>
                  <a:pt x="5415966" y="1737758"/>
                </a:lnTo>
                <a:lnTo>
                  <a:pt x="5400222" y="1729885"/>
                </a:lnTo>
                <a:close/>
                <a:moveTo>
                  <a:pt x="6683369" y="1655101"/>
                </a:moveTo>
                <a:lnTo>
                  <a:pt x="6683369" y="1655102"/>
                </a:lnTo>
                <a:lnTo>
                  <a:pt x="6683379" y="1655108"/>
                </a:lnTo>
                <a:close/>
                <a:moveTo>
                  <a:pt x="5166029" y="1655095"/>
                </a:moveTo>
                <a:lnTo>
                  <a:pt x="5166027" y="1655100"/>
                </a:lnTo>
                <a:lnTo>
                  <a:pt x="5166027" y="1655100"/>
                </a:lnTo>
                <a:close/>
                <a:moveTo>
                  <a:pt x="8393576" y="1651164"/>
                </a:moveTo>
                <a:lnTo>
                  <a:pt x="8376092" y="1654661"/>
                </a:lnTo>
                <a:lnTo>
                  <a:pt x="8375863" y="1655102"/>
                </a:lnTo>
                <a:lnTo>
                  <a:pt x="8393575" y="1651166"/>
                </a:lnTo>
                <a:lnTo>
                  <a:pt x="8393575" y="1672813"/>
                </a:lnTo>
                <a:lnTo>
                  <a:pt x="8393576" y="1672813"/>
                </a:lnTo>
                <a:close/>
                <a:moveTo>
                  <a:pt x="1228039" y="1647229"/>
                </a:moveTo>
                <a:lnTo>
                  <a:pt x="1239847" y="1651164"/>
                </a:lnTo>
                <a:lnTo>
                  <a:pt x="1239847" y="1657068"/>
                </a:lnTo>
                <a:lnTo>
                  <a:pt x="1228039" y="1657068"/>
                </a:lnTo>
                <a:lnTo>
                  <a:pt x="1220167" y="1651164"/>
                </a:lnTo>
                <a:close/>
                <a:moveTo>
                  <a:pt x="2664691" y="1643292"/>
                </a:moveTo>
                <a:lnTo>
                  <a:pt x="2676500" y="1643292"/>
                </a:lnTo>
                <a:lnTo>
                  <a:pt x="2684372" y="1655100"/>
                </a:lnTo>
                <a:lnTo>
                  <a:pt x="2684372" y="1666908"/>
                </a:lnTo>
                <a:lnTo>
                  <a:pt x="2672564" y="1666908"/>
                </a:lnTo>
                <a:lnTo>
                  <a:pt x="2666660" y="1659036"/>
                </a:lnTo>
                <a:lnTo>
                  <a:pt x="2656820" y="1655100"/>
                </a:lnTo>
                <a:lnTo>
                  <a:pt x="2656820" y="1647228"/>
                </a:lnTo>
                <a:close/>
                <a:moveTo>
                  <a:pt x="200738" y="1641326"/>
                </a:moveTo>
                <a:lnTo>
                  <a:pt x="212546" y="1643294"/>
                </a:lnTo>
                <a:lnTo>
                  <a:pt x="184994" y="1666910"/>
                </a:lnTo>
                <a:lnTo>
                  <a:pt x="181058" y="1662974"/>
                </a:lnTo>
                <a:lnTo>
                  <a:pt x="188930" y="1651166"/>
                </a:lnTo>
                <a:lnTo>
                  <a:pt x="188930" y="1643294"/>
                </a:lnTo>
                <a:close/>
                <a:moveTo>
                  <a:pt x="1277239" y="1633454"/>
                </a:moveTo>
                <a:lnTo>
                  <a:pt x="1285112" y="1635422"/>
                </a:lnTo>
                <a:lnTo>
                  <a:pt x="1292983" y="1639357"/>
                </a:lnTo>
                <a:lnTo>
                  <a:pt x="1289048" y="1643293"/>
                </a:lnTo>
                <a:lnTo>
                  <a:pt x="1273304" y="1635422"/>
                </a:lnTo>
                <a:close/>
                <a:moveTo>
                  <a:pt x="6710921" y="1625581"/>
                </a:moveTo>
                <a:lnTo>
                  <a:pt x="6685337" y="1629517"/>
                </a:lnTo>
                <a:lnTo>
                  <a:pt x="6685337" y="1629517"/>
                </a:lnTo>
                <a:lnTo>
                  <a:pt x="6710921" y="1625581"/>
                </a:lnTo>
                <a:close/>
                <a:moveTo>
                  <a:pt x="246003" y="1621645"/>
                </a:moveTo>
                <a:lnTo>
                  <a:pt x="249939" y="1625581"/>
                </a:lnTo>
                <a:lnTo>
                  <a:pt x="253875" y="1627549"/>
                </a:lnTo>
                <a:lnTo>
                  <a:pt x="230259" y="1643293"/>
                </a:lnTo>
                <a:lnTo>
                  <a:pt x="222387" y="1643293"/>
                </a:lnTo>
                <a:lnTo>
                  <a:pt x="222387" y="1639357"/>
                </a:lnTo>
                <a:close/>
                <a:moveTo>
                  <a:pt x="5886318" y="1621641"/>
                </a:moveTo>
                <a:lnTo>
                  <a:pt x="5886321" y="1621645"/>
                </a:lnTo>
                <a:lnTo>
                  <a:pt x="5882385" y="1641325"/>
                </a:lnTo>
                <a:lnTo>
                  <a:pt x="5866641" y="1641325"/>
                </a:lnTo>
                <a:lnTo>
                  <a:pt x="5856801" y="1633453"/>
                </a:lnTo>
                <a:lnTo>
                  <a:pt x="5841057" y="1633453"/>
                </a:lnTo>
                <a:lnTo>
                  <a:pt x="5844993" y="1651165"/>
                </a:lnTo>
                <a:lnTo>
                  <a:pt x="5844993" y="1651166"/>
                </a:lnTo>
                <a:lnTo>
                  <a:pt x="5841057" y="1633454"/>
                </a:lnTo>
                <a:lnTo>
                  <a:pt x="5856801" y="1633454"/>
                </a:lnTo>
                <a:lnTo>
                  <a:pt x="5866641" y="1641326"/>
                </a:lnTo>
                <a:lnTo>
                  <a:pt x="5882386" y="1641326"/>
                </a:lnTo>
                <a:lnTo>
                  <a:pt x="5886322" y="1621645"/>
                </a:lnTo>
                <a:close/>
                <a:moveTo>
                  <a:pt x="1265432" y="1605900"/>
                </a:moveTo>
                <a:lnTo>
                  <a:pt x="1273304" y="1609836"/>
                </a:lnTo>
                <a:lnTo>
                  <a:pt x="1273304" y="1617708"/>
                </a:lnTo>
                <a:lnTo>
                  <a:pt x="1265432" y="1613772"/>
                </a:lnTo>
                <a:lnTo>
                  <a:pt x="1261496" y="1613772"/>
                </a:lnTo>
                <a:close/>
                <a:moveTo>
                  <a:pt x="1218200" y="1601964"/>
                </a:moveTo>
                <a:lnTo>
                  <a:pt x="1222136" y="1605900"/>
                </a:lnTo>
                <a:lnTo>
                  <a:pt x="1226072" y="1611804"/>
                </a:lnTo>
                <a:lnTo>
                  <a:pt x="1235912" y="1609836"/>
                </a:lnTo>
                <a:lnTo>
                  <a:pt x="1233944" y="1623612"/>
                </a:lnTo>
                <a:lnTo>
                  <a:pt x="1230008" y="1643292"/>
                </a:lnTo>
                <a:lnTo>
                  <a:pt x="1210328" y="1643292"/>
                </a:lnTo>
                <a:lnTo>
                  <a:pt x="1202456" y="1623612"/>
                </a:lnTo>
                <a:lnTo>
                  <a:pt x="1202456" y="1605900"/>
                </a:lnTo>
                <a:close/>
                <a:moveTo>
                  <a:pt x="4859016" y="1594093"/>
                </a:moveTo>
                <a:lnTo>
                  <a:pt x="4859016" y="1601965"/>
                </a:lnTo>
                <a:lnTo>
                  <a:pt x="4855080" y="1611805"/>
                </a:lnTo>
                <a:lnTo>
                  <a:pt x="4847208" y="1605901"/>
                </a:lnTo>
                <a:lnTo>
                  <a:pt x="4847208" y="1598029"/>
                </a:lnTo>
                <a:close/>
                <a:moveTo>
                  <a:pt x="7139949" y="1590157"/>
                </a:moveTo>
                <a:lnTo>
                  <a:pt x="7139949" y="1592124"/>
                </a:lnTo>
                <a:lnTo>
                  <a:pt x="7147818" y="1621634"/>
                </a:lnTo>
                <a:close/>
                <a:moveTo>
                  <a:pt x="5376605" y="1588189"/>
                </a:moveTo>
                <a:lnTo>
                  <a:pt x="5388413" y="1590157"/>
                </a:lnTo>
                <a:lnTo>
                  <a:pt x="5376605" y="1594093"/>
                </a:lnTo>
                <a:close/>
                <a:moveTo>
                  <a:pt x="4748810" y="1582281"/>
                </a:moveTo>
                <a:lnTo>
                  <a:pt x="4748806" y="1582285"/>
                </a:lnTo>
                <a:lnTo>
                  <a:pt x="4748806" y="1590157"/>
                </a:lnTo>
                <a:lnTo>
                  <a:pt x="4758646" y="1601965"/>
                </a:lnTo>
                <a:lnTo>
                  <a:pt x="4759958" y="1601309"/>
                </a:lnTo>
                <a:lnTo>
                  <a:pt x="4748807" y="1590158"/>
                </a:lnTo>
                <a:lnTo>
                  <a:pt x="4748807" y="1582285"/>
                </a:lnTo>
                <a:close/>
                <a:moveTo>
                  <a:pt x="5555251" y="1575410"/>
                </a:moveTo>
                <a:lnTo>
                  <a:pt x="5579311" y="1582284"/>
                </a:lnTo>
                <a:lnTo>
                  <a:pt x="5617821" y="1578617"/>
                </a:lnTo>
                <a:lnTo>
                  <a:pt x="5617733" y="1578442"/>
                </a:lnTo>
                <a:lnTo>
                  <a:pt x="5579311" y="1582284"/>
                </a:lnTo>
                <a:close/>
                <a:moveTo>
                  <a:pt x="5541918" y="1574412"/>
                </a:moveTo>
                <a:lnTo>
                  <a:pt x="5541919" y="1574412"/>
                </a:lnTo>
                <a:lnTo>
                  <a:pt x="5551759" y="1574412"/>
                </a:lnTo>
                <a:lnTo>
                  <a:pt x="5551758" y="1574412"/>
                </a:lnTo>
                <a:close/>
                <a:moveTo>
                  <a:pt x="9013501" y="1570477"/>
                </a:moveTo>
                <a:lnTo>
                  <a:pt x="9025309" y="1570477"/>
                </a:lnTo>
                <a:lnTo>
                  <a:pt x="9029245" y="1578349"/>
                </a:lnTo>
                <a:lnTo>
                  <a:pt x="9033181" y="1588189"/>
                </a:lnTo>
                <a:lnTo>
                  <a:pt x="9041054" y="1615741"/>
                </a:lnTo>
                <a:lnTo>
                  <a:pt x="9041054" y="1645261"/>
                </a:lnTo>
                <a:lnTo>
                  <a:pt x="9041054" y="1668878"/>
                </a:lnTo>
                <a:lnTo>
                  <a:pt x="9048926" y="1718078"/>
                </a:lnTo>
                <a:lnTo>
                  <a:pt x="9054830" y="1747599"/>
                </a:lnTo>
                <a:lnTo>
                  <a:pt x="9062702" y="1783023"/>
                </a:lnTo>
                <a:lnTo>
                  <a:pt x="9076478" y="1800735"/>
                </a:lnTo>
                <a:lnTo>
                  <a:pt x="9078446" y="1814511"/>
                </a:lnTo>
                <a:lnTo>
                  <a:pt x="9076478" y="1820415"/>
                </a:lnTo>
                <a:lnTo>
                  <a:pt x="9068606" y="1818447"/>
                </a:lnTo>
                <a:lnTo>
                  <a:pt x="9066638" y="1814511"/>
                </a:lnTo>
                <a:lnTo>
                  <a:pt x="9052862" y="1796799"/>
                </a:lnTo>
                <a:lnTo>
                  <a:pt x="9041054" y="1792863"/>
                </a:lnTo>
                <a:lnTo>
                  <a:pt x="9033181" y="1800735"/>
                </a:lnTo>
                <a:lnTo>
                  <a:pt x="9031213" y="1828287"/>
                </a:lnTo>
                <a:lnTo>
                  <a:pt x="9027277" y="1836159"/>
                </a:lnTo>
                <a:lnTo>
                  <a:pt x="9027277" y="1845999"/>
                </a:lnTo>
                <a:lnTo>
                  <a:pt x="9021373" y="1855839"/>
                </a:lnTo>
                <a:lnTo>
                  <a:pt x="9021373" y="1881424"/>
                </a:lnTo>
                <a:lnTo>
                  <a:pt x="9033181" y="1895200"/>
                </a:lnTo>
                <a:lnTo>
                  <a:pt x="9046958" y="1908976"/>
                </a:lnTo>
                <a:lnTo>
                  <a:pt x="9046958" y="1926688"/>
                </a:lnTo>
                <a:lnTo>
                  <a:pt x="9041054" y="1932592"/>
                </a:lnTo>
                <a:lnTo>
                  <a:pt x="9029245" y="1918816"/>
                </a:lnTo>
                <a:lnTo>
                  <a:pt x="9021373" y="1914880"/>
                </a:lnTo>
                <a:lnTo>
                  <a:pt x="9013501" y="1920784"/>
                </a:lnTo>
                <a:lnTo>
                  <a:pt x="9007597" y="1934560"/>
                </a:lnTo>
                <a:lnTo>
                  <a:pt x="8999725" y="1934560"/>
                </a:lnTo>
                <a:lnTo>
                  <a:pt x="9001693" y="1891264"/>
                </a:lnTo>
                <a:lnTo>
                  <a:pt x="9003661" y="1873552"/>
                </a:lnTo>
                <a:lnTo>
                  <a:pt x="9007597" y="1847967"/>
                </a:lnTo>
                <a:lnTo>
                  <a:pt x="8999725" y="1834191"/>
                </a:lnTo>
                <a:lnTo>
                  <a:pt x="9007597" y="1804671"/>
                </a:lnTo>
                <a:lnTo>
                  <a:pt x="9011533" y="1783023"/>
                </a:lnTo>
                <a:lnTo>
                  <a:pt x="9007597" y="1765311"/>
                </a:lnTo>
                <a:lnTo>
                  <a:pt x="9007597" y="1714142"/>
                </a:lnTo>
                <a:lnTo>
                  <a:pt x="8999725" y="1706270"/>
                </a:lnTo>
                <a:lnTo>
                  <a:pt x="8993821" y="1672814"/>
                </a:lnTo>
                <a:lnTo>
                  <a:pt x="8999725" y="1664942"/>
                </a:lnTo>
                <a:lnTo>
                  <a:pt x="8993821" y="1657070"/>
                </a:lnTo>
                <a:lnTo>
                  <a:pt x="8999725" y="1629517"/>
                </a:lnTo>
                <a:lnTo>
                  <a:pt x="8993821" y="1615741"/>
                </a:lnTo>
                <a:lnTo>
                  <a:pt x="9007597" y="1607869"/>
                </a:lnTo>
                <a:lnTo>
                  <a:pt x="9015469" y="1609837"/>
                </a:lnTo>
                <a:lnTo>
                  <a:pt x="9019405" y="1603933"/>
                </a:lnTo>
                <a:lnTo>
                  <a:pt x="9013501" y="1576381"/>
                </a:lnTo>
                <a:close/>
                <a:moveTo>
                  <a:pt x="7002226" y="1568524"/>
                </a:moveTo>
                <a:lnTo>
                  <a:pt x="7041548" y="1584252"/>
                </a:lnTo>
                <a:lnTo>
                  <a:pt x="7045181" y="1604235"/>
                </a:lnTo>
                <a:lnTo>
                  <a:pt x="7043516" y="1584253"/>
                </a:lnTo>
                <a:close/>
                <a:moveTo>
                  <a:pt x="5841047" y="1564462"/>
                </a:moveTo>
                <a:lnTo>
                  <a:pt x="5841057" y="1564573"/>
                </a:lnTo>
                <a:lnTo>
                  <a:pt x="5841062" y="1564581"/>
                </a:lnTo>
                <a:lnTo>
                  <a:pt x="5841057" y="1564573"/>
                </a:lnTo>
                <a:close/>
                <a:moveTo>
                  <a:pt x="432962" y="1556700"/>
                </a:moveTo>
                <a:lnTo>
                  <a:pt x="436898" y="1560636"/>
                </a:lnTo>
                <a:lnTo>
                  <a:pt x="429026" y="1572444"/>
                </a:lnTo>
                <a:lnTo>
                  <a:pt x="425091" y="1564572"/>
                </a:lnTo>
                <a:close/>
                <a:moveTo>
                  <a:pt x="5290012" y="1552764"/>
                </a:moveTo>
                <a:lnTo>
                  <a:pt x="5301820" y="1556700"/>
                </a:lnTo>
                <a:lnTo>
                  <a:pt x="5301820" y="1566540"/>
                </a:lnTo>
                <a:lnTo>
                  <a:pt x="5290012" y="1566540"/>
                </a:lnTo>
                <a:lnTo>
                  <a:pt x="5284108" y="1556700"/>
                </a:lnTo>
                <a:close/>
                <a:moveTo>
                  <a:pt x="5325436" y="1548828"/>
                </a:moveTo>
                <a:lnTo>
                  <a:pt x="5331340" y="1548828"/>
                </a:lnTo>
                <a:lnTo>
                  <a:pt x="5329372" y="1552764"/>
                </a:lnTo>
                <a:lnTo>
                  <a:pt x="5317564" y="1560636"/>
                </a:lnTo>
                <a:lnTo>
                  <a:pt x="5313628" y="1556700"/>
                </a:lnTo>
                <a:close/>
                <a:moveTo>
                  <a:pt x="1198523" y="1548827"/>
                </a:moveTo>
                <a:lnTo>
                  <a:pt x="1210331" y="1568507"/>
                </a:lnTo>
                <a:lnTo>
                  <a:pt x="1206395" y="1572443"/>
                </a:lnTo>
                <a:lnTo>
                  <a:pt x="1194587" y="1552763"/>
                </a:lnTo>
                <a:close/>
                <a:moveTo>
                  <a:pt x="413282" y="1548827"/>
                </a:moveTo>
                <a:lnTo>
                  <a:pt x="417219" y="1552763"/>
                </a:lnTo>
                <a:lnTo>
                  <a:pt x="409347" y="1560635"/>
                </a:lnTo>
                <a:lnTo>
                  <a:pt x="405411" y="1552763"/>
                </a:lnTo>
                <a:close/>
                <a:moveTo>
                  <a:pt x="4762583" y="1544893"/>
                </a:moveTo>
                <a:lnTo>
                  <a:pt x="4764550" y="1544893"/>
                </a:lnTo>
                <a:lnTo>
                  <a:pt x="4778327" y="1544893"/>
                </a:lnTo>
                <a:lnTo>
                  <a:pt x="4782263" y="1548829"/>
                </a:lnTo>
                <a:lnTo>
                  <a:pt x="4799975" y="1548829"/>
                </a:lnTo>
                <a:lnTo>
                  <a:pt x="4815720" y="1570477"/>
                </a:lnTo>
                <a:lnTo>
                  <a:pt x="4823592" y="1574413"/>
                </a:lnTo>
                <a:lnTo>
                  <a:pt x="4815720" y="1594094"/>
                </a:lnTo>
                <a:lnTo>
                  <a:pt x="4800901" y="1605207"/>
                </a:lnTo>
                <a:lnTo>
                  <a:pt x="4801943" y="1605902"/>
                </a:lnTo>
                <a:lnTo>
                  <a:pt x="4801943" y="1631486"/>
                </a:lnTo>
                <a:lnTo>
                  <a:pt x="4801943" y="1643294"/>
                </a:lnTo>
                <a:lnTo>
                  <a:pt x="4798007" y="1659038"/>
                </a:lnTo>
                <a:lnTo>
                  <a:pt x="4790135" y="1692494"/>
                </a:lnTo>
                <a:lnTo>
                  <a:pt x="4770454" y="1696431"/>
                </a:lnTo>
                <a:lnTo>
                  <a:pt x="4744870" y="1708239"/>
                </a:lnTo>
                <a:lnTo>
                  <a:pt x="4721254" y="1720047"/>
                </a:lnTo>
                <a:lnTo>
                  <a:pt x="4705510" y="1727919"/>
                </a:lnTo>
                <a:lnTo>
                  <a:pt x="4695670" y="1723983"/>
                </a:lnTo>
                <a:lnTo>
                  <a:pt x="4691734" y="1716111"/>
                </a:lnTo>
                <a:lnTo>
                  <a:pt x="4683862" y="1712175"/>
                </a:lnTo>
                <a:lnTo>
                  <a:pt x="4679926" y="1692494"/>
                </a:lnTo>
                <a:lnTo>
                  <a:pt x="4687798" y="1684622"/>
                </a:lnTo>
                <a:lnTo>
                  <a:pt x="4713382" y="1676750"/>
                </a:lnTo>
                <a:lnTo>
                  <a:pt x="4713382" y="1674782"/>
                </a:lnTo>
                <a:lnTo>
                  <a:pt x="4705510" y="1670846"/>
                </a:lnTo>
                <a:lnTo>
                  <a:pt x="4705510" y="1655102"/>
                </a:lnTo>
                <a:lnTo>
                  <a:pt x="4713382" y="1639358"/>
                </a:lnTo>
                <a:lnTo>
                  <a:pt x="4705510" y="1635422"/>
                </a:lnTo>
                <a:lnTo>
                  <a:pt x="4695670" y="1639358"/>
                </a:lnTo>
                <a:lnTo>
                  <a:pt x="4687798" y="1635422"/>
                </a:lnTo>
                <a:lnTo>
                  <a:pt x="4695670" y="1627550"/>
                </a:lnTo>
                <a:lnTo>
                  <a:pt x="4699606" y="1621646"/>
                </a:lnTo>
                <a:lnTo>
                  <a:pt x="4687798" y="1605902"/>
                </a:lnTo>
                <a:lnTo>
                  <a:pt x="4695670" y="1594093"/>
                </a:lnTo>
                <a:lnTo>
                  <a:pt x="4705510" y="1590157"/>
                </a:lnTo>
                <a:lnTo>
                  <a:pt x="4721254" y="1594093"/>
                </a:lnTo>
                <a:lnTo>
                  <a:pt x="4733062" y="1586221"/>
                </a:lnTo>
                <a:lnTo>
                  <a:pt x="4729126" y="1574413"/>
                </a:lnTo>
                <a:lnTo>
                  <a:pt x="4733062" y="1556701"/>
                </a:lnTo>
                <a:lnTo>
                  <a:pt x="4740934" y="1548829"/>
                </a:lnTo>
                <a:lnTo>
                  <a:pt x="4762583" y="1545221"/>
                </a:lnTo>
                <a:close/>
                <a:moveTo>
                  <a:pt x="9729859" y="1538988"/>
                </a:moveTo>
                <a:lnTo>
                  <a:pt x="9745603" y="1558668"/>
                </a:lnTo>
                <a:lnTo>
                  <a:pt x="9733795" y="1562604"/>
                </a:lnTo>
                <a:lnTo>
                  <a:pt x="9720019" y="1550796"/>
                </a:lnTo>
                <a:lnTo>
                  <a:pt x="9716083" y="1540956"/>
                </a:lnTo>
                <a:close/>
                <a:moveTo>
                  <a:pt x="8856060" y="1535052"/>
                </a:moveTo>
                <a:lnTo>
                  <a:pt x="8865900" y="1537020"/>
                </a:lnTo>
                <a:lnTo>
                  <a:pt x="8859996" y="1540956"/>
                </a:lnTo>
                <a:lnTo>
                  <a:pt x="8854092" y="1540956"/>
                </a:lnTo>
                <a:lnTo>
                  <a:pt x="8848188" y="1538988"/>
                </a:lnTo>
                <a:close/>
                <a:moveTo>
                  <a:pt x="8877708" y="1533084"/>
                </a:moveTo>
                <a:lnTo>
                  <a:pt x="8889516" y="1533084"/>
                </a:lnTo>
                <a:lnTo>
                  <a:pt x="8897388" y="1538988"/>
                </a:lnTo>
                <a:lnTo>
                  <a:pt x="8885580" y="1552764"/>
                </a:lnTo>
                <a:lnTo>
                  <a:pt x="8871804" y="1546860"/>
                </a:lnTo>
                <a:lnTo>
                  <a:pt x="8871804" y="1538988"/>
                </a:lnTo>
                <a:close/>
                <a:moveTo>
                  <a:pt x="5260492" y="1523244"/>
                </a:moveTo>
                <a:lnTo>
                  <a:pt x="5276236" y="1527180"/>
                </a:lnTo>
                <a:lnTo>
                  <a:pt x="5278204" y="1533084"/>
                </a:lnTo>
                <a:lnTo>
                  <a:pt x="5272300" y="1544892"/>
                </a:lnTo>
                <a:lnTo>
                  <a:pt x="5256556" y="1540956"/>
                </a:lnTo>
                <a:lnTo>
                  <a:pt x="5248684" y="1531116"/>
                </a:lnTo>
                <a:close/>
                <a:moveTo>
                  <a:pt x="9674755" y="1513404"/>
                </a:moveTo>
                <a:lnTo>
                  <a:pt x="9686563" y="1521276"/>
                </a:lnTo>
                <a:lnTo>
                  <a:pt x="9704275" y="1546860"/>
                </a:lnTo>
                <a:lnTo>
                  <a:pt x="9704275" y="1554732"/>
                </a:lnTo>
                <a:lnTo>
                  <a:pt x="9686563" y="1546860"/>
                </a:lnTo>
                <a:lnTo>
                  <a:pt x="9670819" y="1525212"/>
                </a:lnTo>
                <a:close/>
                <a:moveTo>
                  <a:pt x="4798008" y="1513404"/>
                </a:moveTo>
                <a:lnTo>
                  <a:pt x="4805880" y="1513404"/>
                </a:lnTo>
                <a:lnTo>
                  <a:pt x="4805880" y="1527180"/>
                </a:lnTo>
                <a:lnTo>
                  <a:pt x="4798008" y="1527180"/>
                </a:lnTo>
                <a:close/>
                <a:moveTo>
                  <a:pt x="1190651" y="1503564"/>
                </a:moveTo>
                <a:lnTo>
                  <a:pt x="1198523" y="1503564"/>
                </a:lnTo>
                <a:lnTo>
                  <a:pt x="1218204" y="1525212"/>
                </a:lnTo>
                <a:lnTo>
                  <a:pt x="1228044" y="1564572"/>
                </a:lnTo>
                <a:lnTo>
                  <a:pt x="1226076" y="1568508"/>
                </a:lnTo>
                <a:lnTo>
                  <a:pt x="1194587" y="1533084"/>
                </a:lnTo>
                <a:close/>
                <a:moveTo>
                  <a:pt x="5307724" y="1503563"/>
                </a:moveTo>
                <a:lnTo>
                  <a:pt x="5319532" y="1507499"/>
                </a:lnTo>
                <a:lnTo>
                  <a:pt x="5319532" y="1521275"/>
                </a:lnTo>
                <a:lnTo>
                  <a:pt x="5323468" y="1529147"/>
                </a:lnTo>
                <a:lnTo>
                  <a:pt x="5319532" y="1540955"/>
                </a:lnTo>
                <a:lnTo>
                  <a:pt x="5307724" y="1544891"/>
                </a:lnTo>
                <a:lnTo>
                  <a:pt x="5305756" y="1540955"/>
                </a:lnTo>
                <a:lnTo>
                  <a:pt x="5295916" y="1540955"/>
                </a:lnTo>
                <a:lnTo>
                  <a:pt x="5290012" y="1533083"/>
                </a:lnTo>
                <a:lnTo>
                  <a:pt x="5278204" y="1517339"/>
                </a:lnTo>
                <a:lnTo>
                  <a:pt x="5282140" y="1515371"/>
                </a:lnTo>
                <a:lnTo>
                  <a:pt x="5295916" y="1511435"/>
                </a:lnTo>
                <a:close/>
                <a:moveTo>
                  <a:pt x="5786532" y="1501018"/>
                </a:moveTo>
                <a:lnTo>
                  <a:pt x="5793825" y="1507500"/>
                </a:lnTo>
                <a:lnTo>
                  <a:pt x="5795158" y="1507056"/>
                </a:lnTo>
                <a:close/>
                <a:moveTo>
                  <a:pt x="2729638" y="1481915"/>
                </a:moveTo>
                <a:lnTo>
                  <a:pt x="2729638" y="1489787"/>
                </a:lnTo>
                <a:lnTo>
                  <a:pt x="2725702" y="1503563"/>
                </a:lnTo>
                <a:lnTo>
                  <a:pt x="2711926" y="1513403"/>
                </a:lnTo>
                <a:lnTo>
                  <a:pt x="2707989" y="1505531"/>
                </a:lnTo>
                <a:lnTo>
                  <a:pt x="2719798" y="1495691"/>
                </a:lnTo>
                <a:lnTo>
                  <a:pt x="2723734" y="1485851"/>
                </a:lnTo>
                <a:close/>
                <a:moveTo>
                  <a:pt x="5583246" y="1477979"/>
                </a:moveTo>
                <a:lnTo>
                  <a:pt x="5583245" y="1477980"/>
                </a:lnTo>
                <a:lnTo>
                  <a:pt x="5642287" y="1477980"/>
                </a:lnTo>
                <a:lnTo>
                  <a:pt x="5695423" y="1489788"/>
                </a:lnTo>
                <a:lnTo>
                  <a:pt x="5717071" y="1519308"/>
                </a:lnTo>
                <a:lnTo>
                  <a:pt x="5701327" y="1544892"/>
                </a:lnTo>
                <a:lnTo>
                  <a:pt x="5691487" y="1568509"/>
                </a:lnTo>
                <a:lnTo>
                  <a:pt x="5691486" y="1568509"/>
                </a:lnTo>
                <a:lnTo>
                  <a:pt x="5691488" y="1568509"/>
                </a:lnTo>
                <a:lnTo>
                  <a:pt x="5703296" y="1544892"/>
                </a:lnTo>
                <a:lnTo>
                  <a:pt x="5718384" y="1518487"/>
                </a:lnTo>
                <a:lnTo>
                  <a:pt x="5695424" y="1489787"/>
                </a:lnTo>
                <a:lnTo>
                  <a:pt x="5644255" y="1477979"/>
                </a:lnTo>
                <a:close/>
                <a:moveTo>
                  <a:pt x="1169002" y="1466171"/>
                </a:moveTo>
                <a:lnTo>
                  <a:pt x="1172938" y="1470107"/>
                </a:lnTo>
                <a:lnTo>
                  <a:pt x="1176874" y="1503563"/>
                </a:lnTo>
                <a:lnTo>
                  <a:pt x="1169002" y="1503563"/>
                </a:lnTo>
                <a:lnTo>
                  <a:pt x="1165066" y="1470107"/>
                </a:lnTo>
                <a:close/>
                <a:moveTo>
                  <a:pt x="1180810" y="1458299"/>
                </a:moveTo>
                <a:lnTo>
                  <a:pt x="1194586" y="1466171"/>
                </a:lnTo>
                <a:lnTo>
                  <a:pt x="1202458" y="1474043"/>
                </a:lnTo>
                <a:lnTo>
                  <a:pt x="1202458" y="1477979"/>
                </a:lnTo>
                <a:lnTo>
                  <a:pt x="1192618" y="1474043"/>
                </a:lnTo>
                <a:lnTo>
                  <a:pt x="1194586" y="1481915"/>
                </a:lnTo>
                <a:lnTo>
                  <a:pt x="1184746" y="1481915"/>
                </a:lnTo>
                <a:lnTo>
                  <a:pt x="1176873" y="1466171"/>
                </a:lnTo>
                <a:close/>
                <a:moveTo>
                  <a:pt x="1149323" y="1458299"/>
                </a:moveTo>
                <a:lnTo>
                  <a:pt x="1153258" y="1474043"/>
                </a:lnTo>
                <a:lnTo>
                  <a:pt x="1159163" y="1491755"/>
                </a:lnTo>
                <a:lnTo>
                  <a:pt x="1149323" y="1495691"/>
                </a:lnTo>
                <a:lnTo>
                  <a:pt x="1141450" y="1474043"/>
                </a:lnTo>
                <a:close/>
                <a:moveTo>
                  <a:pt x="5447453" y="1446491"/>
                </a:moveTo>
                <a:lnTo>
                  <a:pt x="5437613" y="1481915"/>
                </a:lnTo>
                <a:lnTo>
                  <a:pt x="5433677" y="1481915"/>
                </a:lnTo>
                <a:lnTo>
                  <a:pt x="5433677" y="1477979"/>
                </a:lnTo>
                <a:lnTo>
                  <a:pt x="5441549" y="1458299"/>
                </a:lnTo>
                <a:lnTo>
                  <a:pt x="5441549" y="1450427"/>
                </a:lnTo>
                <a:close/>
                <a:moveTo>
                  <a:pt x="4798007" y="1418939"/>
                </a:moveTo>
                <a:lnTo>
                  <a:pt x="4805879" y="1418939"/>
                </a:lnTo>
                <a:lnTo>
                  <a:pt x="4801943" y="1436651"/>
                </a:lnTo>
                <a:lnTo>
                  <a:pt x="4792103" y="1436651"/>
                </a:lnTo>
                <a:lnTo>
                  <a:pt x="4796039" y="1422875"/>
                </a:lnTo>
                <a:close/>
                <a:moveTo>
                  <a:pt x="617957" y="1418939"/>
                </a:moveTo>
                <a:lnTo>
                  <a:pt x="653382" y="1418939"/>
                </a:lnTo>
                <a:lnTo>
                  <a:pt x="657318" y="1426811"/>
                </a:lnTo>
                <a:lnTo>
                  <a:pt x="649446" y="1434683"/>
                </a:lnTo>
                <a:lnTo>
                  <a:pt x="625830" y="1450427"/>
                </a:lnTo>
                <a:lnTo>
                  <a:pt x="625830" y="1458299"/>
                </a:lnTo>
                <a:lnTo>
                  <a:pt x="610085" y="1458299"/>
                </a:lnTo>
                <a:lnTo>
                  <a:pt x="604181" y="1466171"/>
                </a:lnTo>
                <a:lnTo>
                  <a:pt x="592373" y="1462235"/>
                </a:lnTo>
                <a:lnTo>
                  <a:pt x="592373" y="1454363"/>
                </a:lnTo>
                <a:lnTo>
                  <a:pt x="580565" y="1446491"/>
                </a:lnTo>
                <a:lnTo>
                  <a:pt x="580565" y="1434683"/>
                </a:lnTo>
                <a:lnTo>
                  <a:pt x="588436" y="1430747"/>
                </a:lnTo>
                <a:lnTo>
                  <a:pt x="604181" y="1426811"/>
                </a:lnTo>
                <a:close/>
                <a:moveTo>
                  <a:pt x="5268364" y="1413035"/>
                </a:moveTo>
                <a:lnTo>
                  <a:pt x="5268364" y="1436651"/>
                </a:lnTo>
                <a:lnTo>
                  <a:pt x="5266396" y="1446491"/>
                </a:lnTo>
                <a:lnTo>
                  <a:pt x="5242780" y="1446491"/>
                </a:lnTo>
                <a:lnTo>
                  <a:pt x="5230972" y="1458300"/>
                </a:lnTo>
                <a:lnTo>
                  <a:pt x="5219163" y="1462236"/>
                </a:lnTo>
                <a:lnTo>
                  <a:pt x="5203419" y="1474044"/>
                </a:lnTo>
                <a:lnTo>
                  <a:pt x="5203419" y="1458300"/>
                </a:lnTo>
                <a:lnTo>
                  <a:pt x="5219163" y="1444523"/>
                </a:lnTo>
                <a:lnTo>
                  <a:pt x="5230972" y="1438619"/>
                </a:lnTo>
                <a:lnTo>
                  <a:pt x="5242780" y="1432715"/>
                </a:lnTo>
                <a:lnTo>
                  <a:pt x="5254588" y="1420907"/>
                </a:lnTo>
                <a:close/>
                <a:moveTo>
                  <a:pt x="1161131" y="1401227"/>
                </a:moveTo>
                <a:lnTo>
                  <a:pt x="1172940" y="1416971"/>
                </a:lnTo>
                <a:lnTo>
                  <a:pt x="1176876" y="1446491"/>
                </a:lnTo>
                <a:lnTo>
                  <a:pt x="1165067" y="1454363"/>
                </a:lnTo>
                <a:lnTo>
                  <a:pt x="1159163" y="1450427"/>
                </a:lnTo>
                <a:lnTo>
                  <a:pt x="1159163" y="1409099"/>
                </a:lnTo>
                <a:close/>
                <a:moveTo>
                  <a:pt x="5494686" y="1401226"/>
                </a:moveTo>
                <a:lnTo>
                  <a:pt x="5504526" y="1405162"/>
                </a:lnTo>
                <a:lnTo>
                  <a:pt x="5504526" y="1428778"/>
                </a:lnTo>
                <a:lnTo>
                  <a:pt x="5494686" y="1432714"/>
                </a:lnTo>
                <a:lnTo>
                  <a:pt x="5490750" y="1420906"/>
                </a:lnTo>
                <a:lnTo>
                  <a:pt x="5486814" y="1413034"/>
                </a:lnTo>
                <a:close/>
                <a:moveTo>
                  <a:pt x="1123738" y="1393355"/>
                </a:moveTo>
                <a:lnTo>
                  <a:pt x="1139482" y="1397291"/>
                </a:lnTo>
                <a:lnTo>
                  <a:pt x="1147355" y="1405163"/>
                </a:lnTo>
                <a:lnTo>
                  <a:pt x="1147355" y="1409099"/>
                </a:lnTo>
                <a:lnTo>
                  <a:pt x="1135546" y="1405163"/>
                </a:lnTo>
                <a:lnTo>
                  <a:pt x="1135546" y="1413035"/>
                </a:lnTo>
                <a:lnTo>
                  <a:pt x="1147355" y="1424843"/>
                </a:lnTo>
                <a:lnTo>
                  <a:pt x="1143419" y="1428779"/>
                </a:lnTo>
                <a:lnTo>
                  <a:pt x="1127674" y="1416971"/>
                </a:lnTo>
                <a:lnTo>
                  <a:pt x="1123738" y="1420907"/>
                </a:lnTo>
                <a:lnTo>
                  <a:pt x="1127674" y="1440587"/>
                </a:lnTo>
                <a:lnTo>
                  <a:pt x="1119802" y="1436651"/>
                </a:lnTo>
                <a:lnTo>
                  <a:pt x="1111930" y="1424843"/>
                </a:lnTo>
                <a:lnTo>
                  <a:pt x="1102090" y="1409099"/>
                </a:lnTo>
                <a:lnTo>
                  <a:pt x="1102090" y="1401227"/>
                </a:lnTo>
                <a:close/>
                <a:moveTo>
                  <a:pt x="625828" y="1389419"/>
                </a:moveTo>
                <a:lnTo>
                  <a:pt x="649444" y="1389419"/>
                </a:lnTo>
                <a:lnTo>
                  <a:pt x="661252" y="1397291"/>
                </a:lnTo>
                <a:lnTo>
                  <a:pt x="657315" y="1405163"/>
                </a:lnTo>
                <a:lnTo>
                  <a:pt x="621892" y="1405163"/>
                </a:lnTo>
                <a:lnTo>
                  <a:pt x="621892" y="1397291"/>
                </a:lnTo>
                <a:close/>
                <a:moveTo>
                  <a:pt x="5679680" y="1389419"/>
                </a:moveTo>
                <a:lnTo>
                  <a:pt x="5662005" y="1393346"/>
                </a:lnTo>
                <a:lnTo>
                  <a:pt x="5680553" y="1389637"/>
                </a:lnTo>
                <a:close/>
                <a:moveTo>
                  <a:pt x="4798007" y="1377611"/>
                </a:moveTo>
                <a:lnTo>
                  <a:pt x="4798007" y="1393355"/>
                </a:lnTo>
                <a:lnTo>
                  <a:pt x="4790135" y="1401227"/>
                </a:lnTo>
                <a:lnTo>
                  <a:pt x="4778327" y="1409099"/>
                </a:lnTo>
                <a:lnTo>
                  <a:pt x="4778327" y="1397291"/>
                </a:lnTo>
                <a:lnTo>
                  <a:pt x="4790135" y="1385483"/>
                </a:lnTo>
                <a:close/>
                <a:moveTo>
                  <a:pt x="4890505" y="1369739"/>
                </a:moveTo>
                <a:lnTo>
                  <a:pt x="4890505" y="1381547"/>
                </a:lnTo>
                <a:lnTo>
                  <a:pt x="4870825" y="1397291"/>
                </a:lnTo>
                <a:lnTo>
                  <a:pt x="4866889" y="1415003"/>
                </a:lnTo>
                <a:lnTo>
                  <a:pt x="4894441" y="1415003"/>
                </a:lnTo>
                <a:lnTo>
                  <a:pt x="4920025" y="1415003"/>
                </a:lnTo>
                <a:lnTo>
                  <a:pt x="4923961" y="1430747"/>
                </a:lnTo>
                <a:lnTo>
                  <a:pt x="4900345" y="1472076"/>
                </a:lnTo>
                <a:lnTo>
                  <a:pt x="4900345" y="1495692"/>
                </a:lnTo>
                <a:lnTo>
                  <a:pt x="4890505" y="1503564"/>
                </a:lnTo>
                <a:lnTo>
                  <a:pt x="4894441" y="1509468"/>
                </a:lnTo>
                <a:lnTo>
                  <a:pt x="4908217" y="1507500"/>
                </a:lnTo>
                <a:lnTo>
                  <a:pt x="4923961" y="1509468"/>
                </a:lnTo>
                <a:lnTo>
                  <a:pt x="4935769" y="1537020"/>
                </a:lnTo>
                <a:lnTo>
                  <a:pt x="4939706" y="1570477"/>
                </a:lnTo>
                <a:lnTo>
                  <a:pt x="4951514" y="1574413"/>
                </a:lnTo>
                <a:lnTo>
                  <a:pt x="4969226" y="1601965"/>
                </a:lnTo>
                <a:lnTo>
                  <a:pt x="4977098" y="1609837"/>
                </a:lnTo>
                <a:lnTo>
                  <a:pt x="4981034" y="1655102"/>
                </a:lnTo>
                <a:lnTo>
                  <a:pt x="4988906" y="1662974"/>
                </a:lnTo>
                <a:lnTo>
                  <a:pt x="5016458" y="1662974"/>
                </a:lnTo>
                <a:lnTo>
                  <a:pt x="5020394" y="1688558"/>
                </a:lnTo>
                <a:lnTo>
                  <a:pt x="5012522" y="1704302"/>
                </a:lnTo>
                <a:lnTo>
                  <a:pt x="4996778" y="1720046"/>
                </a:lnTo>
                <a:lnTo>
                  <a:pt x="4984970" y="1723982"/>
                </a:lnTo>
                <a:lnTo>
                  <a:pt x="4981034" y="1727918"/>
                </a:lnTo>
                <a:lnTo>
                  <a:pt x="4996778" y="1727918"/>
                </a:lnTo>
                <a:lnTo>
                  <a:pt x="5012522" y="1727918"/>
                </a:lnTo>
                <a:lnTo>
                  <a:pt x="5012522" y="1737759"/>
                </a:lnTo>
                <a:lnTo>
                  <a:pt x="4984970" y="1753503"/>
                </a:lnTo>
                <a:lnTo>
                  <a:pt x="4961354" y="1753503"/>
                </a:lnTo>
                <a:lnTo>
                  <a:pt x="4951514" y="1749567"/>
                </a:lnTo>
                <a:lnTo>
                  <a:pt x="4908217" y="1761375"/>
                </a:lnTo>
                <a:lnTo>
                  <a:pt x="4904281" y="1757439"/>
                </a:lnTo>
                <a:lnTo>
                  <a:pt x="4882633" y="1765311"/>
                </a:lnTo>
                <a:lnTo>
                  <a:pt x="4882633" y="1773183"/>
                </a:lnTo>
                <a:lnTo>
                  <a:pt x="4847209" y="1777119"/>
                </a:lnTo>
                <a:lnTo>
                  <a:pt x="4839336" y="1786959"/>
                </a:lnTo>
                <a:lnTo>
                  <a:pt x="4827528" y="1786959"/>
                </a:lnTo>
                <a:lnTo>
                  <a:pt x="4827528" y="1781055"/>
                </a:lnTo>
                <a:lnTo>
                  <a:pt x="4843272" y="1769247"/>
                </a:lnTo>
                <a:lnTo>
                  <a:pt x="4847209" y="1753503"/>
                </a:lnTo>
                <a:lnTo>
                  <a:pt x="4859017" y="1749567"/>
                </a:lnTo>
                <a:lnTo>
                  <a:pt x="4862953" y="1737759"/>
                </a:lnTo>
                <a:lnTo>
                  <a:pt x="4878697" y="1733822"/>
                </a:lnTo>
                <a:lnTo>
                  <a:pt x="4894441" y="1731854"/>
                </a:lnTo>
                <a:lnTo>
                  <a:pt x="4896409" y="1723982"/>
                </a:lnTo>
                <a:lnTo>
                  <a:pt x="4890505" y="1723982"/>
                </a:lnTo>
                <a:lnTo>
                  <a:pt x="4886569" y="1727918"/>
                </a:lnTo>
                <a:lnTo>
                  <a:pt x="4874761" y="1723982"/>
                </a:lnTo>
                <a:lnTo>
                  <a:pt x="4862953" y="1716110"/>
                </a:lnTo>
                <a:lnTo>
                  <a:pt x="4831464" y="1716110"/>
                </a:lnTo>
                <a:lnTo>
                  <a:pt x="4827528" y="1708238"/>
                </a:lnTo>
                <a:lnTo>
                  <a:pt x="4831464" y="1700366"/>
                </a:lnTo>
                <a:lnTo>
                  <a:pt x="4843272" y="1696430"/>
                </a:lnTo>
                <a:lnTo>
                  <a:pt x="4855081" y="1692494"/>
                </a:lnTo>
                <a:lnTo>
                  <a:pt x="4859017" y="1659038"/>
                </a:lnTo>
                <a:lnTo>
                  <a:pt x="4851145" y="1659038"/>
                </a:lnTo>
                <a:lnTo>
                  <a:pt x="4855081" y="1643293"/>
                </a:lnTo>
                <a:lnTo>
                  <a:pt x="4874761" y="1639357"/>
                </a:lnTo>
                <a:lnTo>
                  <a:pt x="4890505" y="1631485"/>
                </a:lnTo>
                <a:lnTo>
                  <a:pt x="4896409" y="1623613"/>
                </a:lnTo>
                <a:lnTo>
                  <a:pt x="4894441" y="1609837"/>
                </a:lnTo>
                <a:lnTo>
                  <a:pt x="4890505" y="1605901"/>
                </a:lnTo>
                <a:lnTo>
                  <a:pt x="4882633" y="1598029"/>
                </a:lnTo>
                <a:lnTo>
                  <a:pt x="4878697" y="1582285"/>
                </a:lnTo>
                <a:lnTo>
                  <a:pt x="4882633" y="1564573"/>
                </a:lnTo>
                <a:lnTo>
                  <a:pt x="4866889" y="1570477"/>
                </a:lnTo>
                <a:lnTo>
                  <a:pt x="4835400" y="1570477"/>
                </a:lnTo>
                <a:lnTo>
                  <a:pt x="4831464" y="1568509"/>
                </a:lnTo>
                <a:lnTo>
                  <a:pt x="4831464" y="1552765"/>
                </a:lnTo>
                <a:lnTo>
                  <a:pt x="4843272" y="1544893"/>
                </a:lnTo>
                <a:lnTo>
                  <a:pt x="4843272" y="1537020"/>
                </a:lnTo>
                <a:lnTo>
                  <a:pt x="4839336" y="1525212"/>
                </a:lnTo>
                <a:lnTo>
                  <a:pt x="4839336" y="1517340"/>
                </a:lnTo>
                <a:lnTo>
                  <a:pt x="4835400" y="1509468"/>
                </a:lnTo>
                <a:lnTo>
                  <a:pt x="4825560" y="1517340"/>
                </a:lnTo>
                <a:lnTo>
                  <a:pt x="4825560" y="1529148"/>
                </a:lnTo>
                <a:lnTo>
                  <a:pt x="4817688" y="1537020"/>
                </a:lnTo>
                <a:lnTo>
                  <a:pt x="4813752" y="1529148"/>
                </a:lnTo>
                <a:lnTo>
                  <a:pt x="4813752" y="1509468"/>
                </a:lnTo>
                <a:lnTo>
                  <a:pt x="4817688" y="1499628"/>
                </a:lnTo>
                <a:lnTo>
                  <a:pt x="4825560" y="1483884"/>
                </a:lnTo>
                <a:lnTo>
                  <a:pt x="4825560" y="1476012"/>
                </a:lnTo>
                <a:lnTo>
                  <a:pt x="4825560" y="1472076"/>
                </a:lnTo>
                <a:lnTo>
                  <a:pt x="4813752" y="1479948"/>
                </a:lnTo>
                <a:lnTo>
                  <a:pt x="4813752" y="1491756"/>
                </a:lnTo>
                <a:lnTo>
                  <a:pt x="4805880" y="1499628"/>
                </a:lnTo>
                <a:lnTo>
                  <a:pt x="4801944" y="1491756"/>
                </a:lnTo>
                <a:lnTo>
                  <a:pt x="4801944" y="1476012"/>
                </a:lnTo>
                <a:lnTo>
                  <a:pt x="4805880" y="1464204"/>
                </a:lnTo>
                <a:lnTo>
                  <a:pt x="4817688" y="1454364"/>
                </a:lnTo>
                <a:lnTo>
                  <a:pt x="4817688" y="1438620"/>
                </a:lnTo>
                <a:lnTo>
                  <a:pt x="4813752" y="1430747"/>
                </a:lnTo>
                <a:lnTo>
                  <a:pt x="4813752" y="1418939"/>
                </a:lnTo>
                <a:lnTo>
                  <a:pt x="4825560" y="1405163"/>
                </a:lnTo>
                <a:lnTo>
                  <a:pt x="4831464" y="1385483"/>
                </a:lnTo>
                <a:lnTo>
                  <a:pt x="4839336" y="1373675"/>
                </a:lnTo>
                <a:lnTo>
                  <a:pt x="4878697" y="1373675"/>
                </a:lnTo>
                <a:close/>
                <a:moveTo>
                  <a:pt x="5606863" y="1363834"/>
                </a:moveTo>
                <a:lnTo>
                  <a:pt x="5626543" y="1367770"/>
                </a:lnTo>
                <a:lnTo>
                  <a:pt x="5630479" y="1375642"/>
                </a:lnTo>
                <a:lnTo>
                  <a:pt x="5606863" y="1385482"/>
                </a:lnTo>
                <a:lnTo>
                  <a:pt x="5602927" y="1393354"/>
                </a:lnTo>
                <a:lnTo>
                  <a:pt x="5595055" y="1393354"/>
                </a:lnTo>
                <a:lnTo>
                  <a:pt x="5591119" y="1375642"/>
                </a:lnTo>
                <a:close/>
                <a:moveTo>
                  <a:pt x="5608831" y="1340218"/>
                </a:moveTo>
                <a:lnTo>
                  <a:pt x="5614735" y="1340218"/>
                </a:lnTo>
                <a:lnTo>
                  <a:pt x="5618671" y="1346122"/>
                </a:lnTo>
                <a:lnTo>
                  <a:pt x="5604895" y="1352026"/>
                </a:lnTo>
                <a:lnTo>
                  <a:pt x="5600959" y="1342186"/>
                </a:lnTo>
                <a:close/>
                <a:moveTo>
                  <a:pt x="1135536" y="1318569"/>
                </a:moveTo>
                <a:lnTo>
                  <a:pt x="1134163" y="1318912"/>
                </a:lnTo>
                <a:lnTo>
                  <a:pt x="1143484" y="1324350"/>
                </a:lnTo>
                <a:close/>
                <a:moveTo>
                  <a:pt x="9639330" y="1316603"/>
                </a:moveTo>
                <a:lnTo>
                  <a:pt x="9641298" y="1340219"/>
                </a:lnTo>
                <a:lnTo>
                  <a:pt x="9617682" y="1355963"/>
                </a:lnTo>
                <a:lnTo>
                  <a:pt x="9605874" y="1355963"/>
                </a:lnTo>
                <a:lnTo>
                  <a:pt x="9605874" y="1346123"/>
                </a:lnTo>
                <a:lnTo>
                  <a:pt x="9615714" y="1342187"/>
                </a:lnTo>
                <a:lnTo>
                  <a:pt x="9617682" y="1328411"/>
                </a:lnTo>
                <a:close/>
                <a:moveTo>
                  <a:pt x="769494" y="1292986"/>
                </a:moveTo>
                <a:lnTo>
                  <a:pt x="769495" y="1292986"/>
                </a:lnTo>
                <a:lnTo>
                  <a:pt x="777365" y="1292986"/>
                </a:lnTo>
                <a:lnTo>
                  <a:pt x="777367" y="1292986"/>
                </a:lnTo>
                <a:lnTo>
                  <a:pt x="773432" y="1300858"/>
                </a:lnTo>
                <a:lnTo>
                  <a:pt x="773429" y="1300857"/>
                </a:lnTo>
                <a:lnTo>
                  <a:pt x="773429" y="1300858"/>
                </a:lnTo>
                <a:lnTo>
                  <a:pt x="765557" y="1296922"/>
                </a:lnTo>
                <a:close/>
                <a:moveTo>
                  <a:pt x="797046" y="1285114"/>
                </a:moveTo>
                <a:lnTo>
                  <a:pt x="797048" y="1285114"/>
                </a:lnTo>
                <a:lnTo>
                  <a:pt x="804918" y="1285114"/>
                </a:lnTo>
                <a:lnTo>
                  <a:pt x="804920" y="1285114"/>
                </a:lnTo>
                <a:lnTo>
                  <a:pt x="804920" y="1292986"/>
                </a:lnTo>
                <a:lnTo>
                  <a:pt x="785239" y="1312666"/>
                </a:lnTo>
                <a:lnTo>
                  <a:pt x="785238" y="1312666"/>
                </a:lnTo>
                <a:lnTo>
                  <a:pt x="777367" y="1312666"/>
                </a:lnTo>
                <a:lnTo>
                  <a:pt x="777366" y="1312666"/>
                </a:lnTo>
                <a:lnTo>
                  <a:pt x="777366" y="1306762"/>
                </a:lnTo>
                <a:close/>
                <a:moveTo>
                  <a:pt x="249939" y="1285114"/>
                </a:moveTo>
                <a:lnTo>
                  <a:pt x="267651" y="1292986"/>
                </a:lnTo>
                <a:lnTo>
                  <a:pt x="267651" y="1312666"/>
                </a:lnTo>
                <a:lnTo>
                  <a:pt x="255843" y="1312666"/>
                </a:lnTo>
                <a:lnTo>
                  <a:pt x="246003" y="1320538"/>
                </a:lnTo>
                <a:lnTo>
                  <a:pt x="230259" y="1306762"/>
                </a:lnTo>
                <a:lnTo>
                  <a:pt x="218450" y="1304794"/>
                </a:lnTo>
                <a:lnTo>
                  <a:pt x="218450" y="1292986"/>
                </a:lnTo>
                <a:lnTo>
                  <a:pt x="234195" y="1289050"/>
                </a:lnTo>
                <a:close/>
                <a:moveTo>
                  <a:pt x="1009637" y="1275236"/>
                </a:moveTo>
                <a:lnTo>
                  <a:pt x="1009583" y="1275272"/>
                </a:lnTo>
                <a:lnTo>
                  <a:pt x="1005648" y="1292981"/>
                </a:lnTo>
                <a:lnTo>
                  <a:pt x="1005655" y="1292985"/>
                </a:lnTo>
                <a:lnTo>
                  <a:pt x="1009591" y="1275273"/>
                </a:lnTo>
                <a:close/>
                <a:moveTo>
                  <a:pt x="777366" y="1273306"/>
                </a:moveTo>
                <a:lnTo>
                  <a:pt x="777367" y="1273307"/>
                </a:lnTo>
                <a:lnTo>
                  <a:pt x="777367" y="1273306"/>
                </a:lnTo>
                <a:lnTo>
                  <a:pt x="783272" y="1281178"/>
                </a:lnTo>
                <a:lnTo>
                  <a:pt x="777367" y="1285114"/>
                </a:lnTo>
                <a:lnTo>
                  <a:pt x="777367" y="1285113"/>
                </a:lnTo>
                <a:lnTo>
                  <a:pt x="777366" y="1285114"/>
                </a:lnTo>
                <a:lnTo>
                  <a:pt x="773429" y="1277242"/>
                </a:lnTo>
                <a:close/>
                <a:moveTo>
                  <a:pt x="824600" y="1269370"/>
                </a:moveTo>
                <a:lnTo>
                  <a:pt x="824600" y="1269370"/>
                </a:lnTo>
                <a:lnTo>
                  <a:pt x="824601" y="1269370"/>
                </a:lnTo>
                <a:lnTo>
                  <a:pt x="828536" y="1281178"/>
                </a:lnTo>
                <a:lnTo>
                  <a:pt x="816729" y="1289050"/>
                </a:lnTo>
                <a:lnTo>
                  <a:pt x="816729" y="1289049"/>
                </a:lnTo>
                <a:lnTo>
                  <a:pt x="816728" y="1289050"/>
                </a:lnTo>
                <a:lnTo>
                  <a:pt x="812792" y="1281178"/>
                </a:lnTo>
                <a:lnTo>
                  <a:pt x="812792" y="1273306"/>
                </a:lnTo>
                <a:close/>
                <a:moveTo>
                  <a:pt x="5528142" y="1267401"/>
                </a:moveTo>
                <a:lnTo>
                  <a:pt x="5536014" y="1267401"/>
                </a:lnTo>
                <a:lnTo>
                  <a:pt x="5532078" y="1277241"/>
                </a:lnTo>
                <a:lnTo>
                  <a:pt x="5528142" y="1275273"/>
                </a:lnTo>
                <a:close/>
                <a:moveTo>
                  <a:pt x="1021391" y="1267400"/>
                </a:moveTo>
                <a:lnTo>
                  <a:pt x="1020160" y="1268221"/>
                </a:lnTo>
                <a:lnTo>
                  <a:pt x="1035175" y="1285113"/>
                </a:lnTo>
                <a:lnTo>
                  <a:pt x="1076503" y="1348090"/>
                </a:lnTo>
                <a:lnTo>
                  <a:pt x="1092247" y="1348090"/>
                </a:lnTo>
                <a:lnTo>
                  <a:pt x="1092299" y="1348018"/>
                </a:lnTo>
                <a:lnTo>
                  <a:pt x="1092240" y="1348089"/>
                </a:lnTo>
                <a:lnTo>
                  <a:pt x="1078464" y="1348089"/>
                </a:lnTo>
                <a:lnTo>
                  <a:pt x="1037135" y="1285113"/>
                </a:lnTo>
                <a:close/>
                <a:moveTo>
                  <a:pt x="3038618" y="1263465"/>
                </a:moveTo>
                <a:lnTo>
                  <a:pt x="3042554" y="1271336"/>
                </a:lnTo>
                <a:lnTo>
                  <a:pt x="3038618" y="1277240"/>
                </a:lnTo>
                <a:lnTo>
                  <a:pt x="3026810" y="1277240"/>
                </a:lnTo>
                <a:lnTo>
                  <a:pt x="3026810" y="1271336"/>
                </a:lnTo>
                <a:close/>
                <a:moveTo>
                  <a:pt x="5313629" y="1239847"/>
                </a:moveTo>
                <a:lnTo>
                  <a:pt x="5313628" y="1239849"/>
                </a:lnTo>
                <a:lnTo>
                  <a:pt x="5329372" y="1255593"/>
                </a:lnTo>
                <a:lnTo>
                  <a:pt x="5325436" y="1275274"/>
                </a:lnTo>
                <a:lnTo>
                  <a:pt x="5313628" y="1287082"/>
                </a:lnTo>
                <a:lnTo>
                  <a:pt x="5313626" y="1287098"/>
                </a:lnTo>
                <a:lnTo>
                  <a:pt x="5313628" y="1287082"/>
                </a:lnTo>
                <a:lnTo>
                  <a:pt x="5325436" y="1275274"/>
                </a:lnTo>
                <a:lnTo>
                  <a:pt x="5329373" y="1255593"/>
                </a:lnTo>
                <a:lnTo>
                  <a:pt x="5313628" y="1239849"/>
                </a:lnTo>
                <a:close/>
                <a:moveTo>
                  <a:pt x="3119306" y="1192616"/>
                </a:moveTo>
                <a:lnTo>
                  <a:pt x="3125211" y="1200488"/>
                </a:lnTo>
                <a:lnTo>
                  <a:pt x="3129148" y="1216232"/>
                </a:lnTo>
                <a:lnTo>
                  <a:pt x="3121275" y="1216232"/>
                </a:lnTo>
                <a:lnTo>
                  <a:pt x="3111434" y="1204424"/>
                </a:lnTo>
                <a:close/>
                <a:moveTo>
                  <a:pt x="2723733" y="1151288"/>
                </a:moveTo>
                <a:lnTo>
                  <a:pt x="2725701" y="1170968"/>
                </a:lnTo>
                <a:lnTo>
                  <a:pt x="2719797" y="1186712"/>
                </a:lnTo>
                <a:lnTo>
                  <a:pt x="2715862" y="1202456"/>
                </a:lnTo>
                <a:lnTo>
                  <a:pt x="2702085" y="1190648"/>
                </a:lnTo>
                <a:lnTo>
                  <a:pt x="2702085" y="1163096"/>
                </a:lnTo>
                <a:lnTo>
                  <a:pt x="2709957" y="1157192"/>
                </a:lnTo>
                <a:close/>
                <a:moveTo>
                  <a:pt x="5836158" y="1144377"/>
                </a:moveTo>
                <a:lnTo>
                  <a:pt x="5809569" y="1172936"/>
                </a:lnTo>
                <a:lnTo>
                  <a:pt x="5792465" y="1199161"/>
                </a:lnTo>
                <a:lnTo>
                  <a:pt x="5811537" y="1172938"/>
                </a:lnTo>
                <a:close/>
                <a:moveTo>
                  <a:pt x="2652887" y="1117832"/>
                </a:moveTo>
                <a:lnTo>
                  <a:pt x="2650919" y="1131608"/>
                </a:lnTo>
                <a:lnTo>
                  <a:pt x="2623367" y="1155224"/>
                </a:lnTo>
                <a:lnTo>
                  <a:pt x="2603686" y="1157192"/>
                </a:lnTo>
                <a:lnTo>
                  <a:pt x="2607622" y="1131608"/>
                </a:lnTo>
                <a:lnTo>
                  <a:pt x="2623367" y="1119800"/>
                </a:lnTo>
                <a:close/>
                <a:moveTo>
                  <a:pt x="2747350" y="1094216"/>
                </a:moveTo>
                <a:lnTo>
                  <a:pt x="2763095" y="1094216"/>
                </a:lnTo>
                <a:lnTo>
                  <a:pt x="2768999" y="1102088"/>
                </a:lnTo>
                <a:lnTo>
                  <a:pt x="2763095" y="1117832"/>
                </a:lnTo>
                <a:lnTo>
                  <a:pt x="2751287" y="1107992"/>
                </a:lnTo>
                <a:close/>
                <a:moveTo>
                  <a:pt x="90528" y="1090281"/>
                </a:moveTo>
                <a:lnTo>
                  <a:pt x="110209" y="1092249"/>
                </a:lnTo>
                <a:lnTo>
                  <a:pt x="139729" y="1092249"/>
                </a:lnTo>
                <a:lnTo>
                  <a:pt x="167281" y="1107993"/>
                </a:lnTo>
                <a:lnTo>
                  <a:pt x="184993" y="1111929"/>
                </a:lnTo>
                <a:lnTo>
                  <a:pt x="181057" y="1119801"/>
                </a:lnTo>
                <a:lnTo>
                  <a:pt x="163345" y="1123737"/>
                </a:lnTo>
                <a:lnTo>
                  <a:pt x="151537" y="1127673"/>
                </a:lnTo>
                <a:lnTo>
                  <a:pt x="122017" y="1107993"/>
                </a:lnTo>
                <a:lnTo>
                  <a:pt x="94464" y="1115865"/>
                </a:lnTo>
                <a:lnTo>
                  <a:pt x="86592" y="1104057"/>
                </a:lnTo>
                <a:close/>
                <a:moveTo>
                  <a:pt x="2780807" y="1078472"/>
                </a:moveTo>
                <a:lnTo>
                  <a:pt x="2796551" y="1088312"/>
                </a:lnTo>
                <a:lnTo>
                  <a:pt x="2796551" y="1096184"/>
                </a:lnTo>
                <a:lnTo>
                  <a:pt x="2784743" y="1096184"/>
                </a:lnTo>
                <a:lnTo>
                  <a:pt x="2776871" y="1088312"/>
                </a:lnTo>
                <a:lnTo>
                  <a:pt x="2776871" y="1080440"/>
                </a:lnTo>
                <a:close/>
                <a:moveTo>
                  <a:pt x="5821049" y="1077161"/>
                </a:moveTo>
                <a:lnTo>
                  <a:pt x="5821377" y="1078471"/>
                </a:lnTo>
                <a:lnTo>
                  <a:pt x="5839089" y="1086343"/>
                </a:lnTo>
                <a:lnTo>
                  <a:pt x="5848702" y="1098360"/>
                </a:lnTo>
                <a:lnTo>
                  <a:pt x="5839089" y="1084377"/>
                </a:lnTo>
                <a:close/>
                <a:moveTo>
                  <a:pt x="2768999" y="1054854"/>
                </a:moveTo>
                <a:lnTo>
                  <a:pt x="2776871" y="1062725"/>
                </a:lnTo>
                <a:lnTo>
                  <a:pt x="2768999" y="1068629"/>
                </a:lnTo>
                <a:lnTo>
                  <a:pt x="2761127" y="1058790"/>
                </a:lnTo>
                <a:close/>
                <a:moveTo>
                  <a:pt x="5331340" y="1046983"/>
                </a:moveTo>
                <a:lnTo>
                  <a:pt x="5313628" y="1062728"/>
                </a:lnTo>
                <a:lnTo>
                  <a:pt x="5313628" y="1111928"/>
                </a:lnTo>
                <a:lnTo>
                  <a:pt x="5319532" y="1184745"/>
                </a:lnTo>
                <a:lnTo>
                  <a:pt x="5331340" y="1198521"/>
                </a:lnTo>
                <a:lnTo>
                  <a:pt x="5331340" y="1222137"/>
                </a:lnTo>
                <a:lnTo>
                  <a:pt x="5331337" y="1222139"/>
                </a:lnTo>
                <a:lnTo>
                  <a:pt x="5331341" y="1222137"/>
                </a:lnTo>
                <a:lnTo>
                  <a:pt x="5331341" y="1198521"/>
                </a:lnTo>
                <a:lnTo>
                  <a:pt x="5319532" y="1184745"/>
                </a:lnTo>
                <a:lnTo>
                  <a:pt x="5313628" y="1111928"/>
                </a:lnTo>
                <a:lnTo>
                  <a:pt x="5313628" y="1062728"/>
                </a:lnTo>
                <a:lnTo>
                  <a:pt x="5331341" y="1046984"/>
                </a:lnTo>
                <a:close/>
                <a:moveTo>
                  <a:pt x="5825313" y="1025335"/>
                </a:moveTo>
                <a:lnTo>
                  <a:pt x="5825313" y="1043047"/>
                </a:lnTo>
                <a:lnTo>
                  <a:pt x="5825309" y="1043056"/>
                </a:lnTo>
                <a:lnTo>
                  <a:pt x="5825313" y="1043048"/>
                </a:lnTo>
                <a:lnTo>
                  <a:pt x="5825313" y="1025336"/>
                </a:lnTo>
                <a:close/>
                <a:moveTo>
                  <a:pt x="5813508" y="1001713"/>
                </a:moveTo>
                <a:lnTo>
                  <a:pt x="5813505" y="1001718"/>
                </a:lnTo>
                <a:lnTo>
                  <a:pt x="5813505" y="1001719"/>
                </a:lnTo>
                <a:close/>
                <a:moveTo>
                  <a:pt x="5806249" y="978632"/>
                </a:moveTo>
                <a:lnTo>
                  <a:pt x="5805633" y="980070"/>
                </a:lnTo>
                <a:lnTo>
                  <a:pt x="5814103" y="985364"/>
                </a:lnTo>
                <a:close/>
                <a:moveTo>
                  <a:pt x="2544645" y="938742"/>
                </a:moveTo>
                <a:lnTo>
                  <a:pt x="2556453" y="938742"/>
                </a:lnTo>
                <a:lnTo>
                  <a:pt x="2560389" y="960390"/>
                </a:lnTo>
                <a:lnTo>
                  <a:pt x="2574165" y="976134"/>
                </a:lnTo>
                <a:lnTo>
                  <a:pt x="2582037" y="972198"/>
                </a:lnTo>
                <a:lnTo>
                  <a:pt x="2609590" y="980070"/>
                </a:lnTo>
                <a:lnTo>
                  <a:pt x="2621397" y="995814"/>
                </a:lnTo>
                <a:lnTo>
                  <a:pt x="2654854" y="1009590"/>
                </a:lnTo>
                <a:lnTo>
                  <a:pt x="2658790" y="1033206"/>
                </a:lnTo>
                <a:lnTo>
                  <a:pt x="2654854" y="1056823"/>
                </a:lnTo>
                <a:lnTo>
                  <a:pt x="2686342" y="1060759"/>
                </a:lnTo>
                <a:lnTo>
                  <a:pt x="2690279" y="1066663"/>
                </a:lnTo>
                <a:lnTo>
                  <a:pt x="2686342" y="1086343"/>
                </a:lnTo>
                <a:lnTo>
                  <a:pt x="2654854" y="1082407"/>
                </a:lnTo>
                <a:lnTo>
                  <a:pt x="2639110" y="1074535"/>
                </a:lnTo>
                <a:lnTo>
                  <a:pt x="2635174" y="1062727"/>
                </a:lnTo>
                <a:lnTo>
                  <a:pt x="2627302" y="1052887"/>
                </a:lnTo>
                <a:lnTo>
                  <a:pt x="2613526" y="1056823"/>
                </a:lnTo>
                <a:lnTo>
                  <a:pt x="2601717" y="1074535"/>
                </a:lnTo>
                <a:lnTo>
                  <a:pt x="2585973" y="1078471"/>
                </a:lnTo>
                <a:lnTo>
                  <a:pt x="2568261" y="1106023"/>
                </a:lnTo>
                <a:lnTo>
                  <a:pt x="2552516" y="1113895"/>
                </a:lnTo>
                <a:lnTo>
                  <a:pt x="2548580" y="1078471"/>
                </a:lnTo>
                <a:lnTo>
                  <a:pt x="2513156" y="1074535"/>
                </a:lnTo>
                <a:lnTo>
                  <a:pt x="2511188" y="1066663"/>
                </a:lnTo>
                <a:lnTo>
                  <a:pt x="2536772" y="1013526"/>
                </a:lnTo>
                <a:lnTo>
                  <a:pt x="2536772" y="960390"/>
                </a:lnTo>
                <a:lnTo>
                  <a:pt x="2540708" y="946614"/>
                </a:lnTo>
                <a:close/>
                <a:moveTo>
                  <a:pt x="2570230" y="919062"/>
                </a:moveTo>
                <a:lnTo>
                  <a:pt x="2578102" y="926934"/>
                </a:lnTo>
                <a:lnTo>
                  <a:pt x="2580070" y="944646"/>
                </a:lnTo>
                <a:lnTo>
                  <a:pt x="2570230" y="944646"/>
                </a:lnTo>
                <a:lnTo>
                  <a:pt x="2566293" y="926934"/>
                </a:lnTo>
                <a:close/>
                <a:moveTo>
                  <a:pt x="2589909" y="915126"/>
                </a:moveTo>
                <a:lnTo>
                  <a:pt x="2595814" y="922998"/>
                </a:lnTo>
                <a:lnTo>
                  <a:pt x="2603686" y="930870"/>
                </a:lnTo>
                <a:lnTo>
                  <a:pt x="2607621" y="938742"/>
                </a:lnTo>
                <a:lnTo>
                  <a:pt x="2595814" y="938742"/>
                </a:lnTo>
                <a:lnTo>
                  <a:pt x="2584006" y="922998"/>
                </a:lnTo>
                <a:close/>
                <a:moveTo>
                  <a:pt x="5813505" y="895447"/>
                </a:moveTo>
                <a:lnTo>
                  <a:pt x="5813504" y="895451"/>
                </a:lnTo>
                <a:lnTo>
                  <a:pt x="5813505" y="895447"/>
                </a:lnTo>
                <a:close/>
                <a:moveTo>
                  <a:pt x="5384480" y="895445"/>
                </a:moveTo>
                <a:lnTo>
                  <a:pt x="5384476" y="895446"/>
                </a:lnTo>
                <a:lnTo>
                  <a:pt x="5372668" y="911190"/>
                </a:lnTo>
                <a:lnTo>
                  <a:pt x="5384476" y="930870"/>
                </a:lnTo>
                <a:lnTo>
                  <a:pt x="5376604" y="984007"/>
                </a:lnTo>
                <a:lnTo>
                  <a:pt x="5358892" y="1009591"/>
                </a:lnTo>
                <a:lnTo>
                  <a:pt x="5372668" y="1037143"/>
                </a:lnTo>
                <a:lnTo>
                  <a:pt x="5358892" y="1050920"/>
                </a:lnTo>
                <a:lnTo>
                  <a:pt x="5358893" y="1050920"/>
                </a:lnTo>
                <a:lnTo>
                  <a:pt x="5372669" y="1037143"/>
                </a:lnTo>
                <a:lnTo>
                  <a:pt x="5358893" y="1009591"/>
                </a:lnTo>
                <a:lnTo>
                  <a:pt x="5376605" y="984007"/>
                </a:lnTo>
                <a:lnTo>
                  <a:pt x="5384477" y="930870"/>
                </a:lnTo>
                <a:lnTo>
                  <a:pt x="5372669" y="911190"/>
                </a:lnTo>
                <a:lnTo>
                  <a:pt x="5384477" y="895446"/>
                </a:lnTo>
                <a:close/>
                <a:moveTo>
                  <a:pt x="4514613" y="879703"/>
                </a:moveTo>
                <a:lnTo>
                  <a:pt x="4536261" y="879703"/>
                </a:lnTo>
                <a:lnTo>
                  <a:pt x="4540197" y="891511"/>
                </a:lnTo>
                <a:lnTo>
                  <a:pt x="4559877" y="891511"/>
                </a:lnTo>
                <a:lnTo>
                  <a:pt x="4567749" y="887575"/>
                </a:lnTo>
                <a:lnTo>
                  <a:pt x="4571686" y="895447"/>
                </a:lnTo>
                <a:lnTo>
                  <a:pt x="4559877" y="903319"/>
                </a:lnTo>
                <a:lnTo>
                  <a:pt x="4563813" y="913159"/>
                </a:lnTo>
                <a:lnTo>
                  <a:pt x="4563813" y="936775"/>
                </a:lnTo>
                <a:lnTo>
                  <a:pt x="4571686" y="936775"/>
                </a:lnTo>
                <a:lnTo>
                  <a:pt x="4577590" y="948584"/>
                </a:lnTo>
                <a:lnTo>
                  <a:pt x="4589398" y="948584"/>
                </a:lnTo>
                <a:lnTo>
                  <a:pt x="4597270" y="970232"/>
                </a:lnTo>
                <a:lnTo>
                  <a:pt x="4581526" y="1001720"/>
                </a:lnTo>
                <a:lnTo>
                  <a:pt x="4559877" y="1017464"/>
                </a:lnTo>
                <a:lnTo>
                  <a:pt x="4552005" y="1035176"/>
                </a:lnTo>
                <a:lnTo>
                  <a:pt x="4524453" y="1039112"/>
                </a:lnTo>
                <a:lnTo>
                  <a:pt x="4506741" y="1058793"/>
                </a:lnTo>
                <a:lnTo>
                  <a:pt x="4487061" y="1062729"/>
                </a:lnTo>
                <a:lnTo>
                  <a:pt x="4465412" y="1086345"/>
                </a:lnTo>
                <a:lnTo>
                  <a:pt x="4412276" y="1090281"/>
                </a:lnTo>
                <a:lnTo>
                  <a:pt x="4380788" y="1066665"/>
                </a:lnTo>
                <a:lnTo>
                  <a:pt x="4351267" y="1062729"/>
                </a:lnTo>
                <a:lnTo>
                  <a:pt x="4335523" y="1054857"/>
                </a:lnTo>
                <a:lnTo>
                  <a:pt x="4335523" y="1043048"/>
                </a:lnTo>
                <a:lnTo>
                  <a:pt x="4359139" y="1043048"/>
                </a:lnTo>
                <a:lnTo>
                  <a:pt x="4359139" y="1029272"/>
                </a:lnTo>
                <a:lnTo>
                  <a:pt x="4347331" y="1013528"/>
                </a:lnTo>
                <a:lnTo>
                  <a:pt x="4347331" y="1001720"/>
                </a:lnTo>
                <a:lnTo>
                  <a:pt x="4335523" y="997784"/>
                </a:lnTo>
                <a:lnTo>
                  <a:pt x="4302067" y="1001720"/>
                </a:lnTo>
                <a:lnTo>
                  <a:pt x="4306003" y="989912"/>
                </a:lnTo>
                <a:lnTo>
                  <a:pt x="4321747" y="985976"/>
                </a:lnTo>
                <a:lnTo>
                  <a:pt x="4343395" y="982040"/>
                </a:lnTo>
                <a:lnTo>
                  <a:pt x="4363075" y="985976"/>
                </a:lnTo>
                <a:lnTo>
                  <a:pt x="4367012" y="978104"/>
                </a:lnTo>
                <a:lnTo>
                  <a:pt x="4339459" y="966296"/>
                </a:lnTo>
                <a:lnTo>
                  <a:pt x="4351267" y="960392"/>
                </a:lnTo>
                <a:lnTo>
                  <a:pt x="4347331" y="948584"/>
                </a:lnTo>
                <a:lnTo>
                  <a:pt x="4309939" y="948584"/>
                </a:lnTo>
                <a:lnTo>
                  <a:pt x="4290259" y="952520"/>
                </a:lnTo>
                <a:lnTo>
                  <a:pt x="4286323" y="940711"/>
                </a:lnTo>
                <a:lnTo>
                  <a:pt x="4313875" y="909223"/>
                </a:lnTo>
                <a:lnTo>
                  <a:pt x="4321747" y="913159"/>
                </a:lnTo>
                <a:lnTo>
                  <a:pt x="4323715" y="921031"/>
                </a:lnTo>
                <a:lnTo>
                  <a:pt x="4339459" y="917095"/>
                </a:lnTo>
                <a:lnTo>
                  <a:pt x="4327651" y="903319"/>
                </a:lnTo>
                <a:lnTo>
                  <a:pt x="4321747" y="883639"/>
                </a:lnTo>
                <a:lnTo>
                  <a:pt x="4339459" y="883639"/>
                </a:lnTo>
                <a:lnTo>
                  <a:pt x="4367012" y="907255"/>
                </a:lnTo>
                <a:lnTo>
                  <a:pt x="4363075" y="928903"/>
                </a:lnTo>
                <a:lnTo>
                  <a:pt x="4370948" y="952520"/>
                </a:lnTo>
                <a:lnTo>
                  <a:pt x="4380788" y="960392"/>
                </a:lnTo>
                <a:lnTo>
                  <a:pt x="4384724" y="952520"/>
                </a:lnTo>
                <a:lnTo>
                  <a:pt x="4380788" y="944647"/>
                </a:lnTo>
                <a:lnTo>
                  <a:pt x="4400468" y="940711"/>
                </a:lnTo>
                <a:lnTo>
                  <a:pt x="4404404" y="932839"/>
                </a:lnTo>
                <a:lnTo>
                  <a:pt x="4392596" y="921031"/>
                </a:lnTo>
                <a:lnTo>
                  <a:pt x="4400468" y="917095"/>
                </a:lnTo>
                <a:lnTo>
                  <a:pt x="4412276" y="917095"/>
                </a:lnTo>
                <a:lnTo>
                  <a:pt x="4424084" y="932839"/>
                </a:lnTo>
                <a:lnTo>
                  <a:pt x="4424084" y="913159"/>
                </a:lnTo>
                <a:lnTo>
                  <a:pt x="4445732" y="909223"/>
                </a:lnTo>
                <a:lnTo>
                  <a:pt x="4457540" y="924967"/>
                </a:lnTo>
                <a:lnTo>
                  <a:pt x="4465412" y="921031"/>
                </a:lnTo>
                <a:lnTo>
                  <a:pt x="4461476" y="909223"/>
                </a:lnTo>
                <a:lnTo>
                  <a:pt x="4475253" y="907255"/>
                </a:lnTo>
                <a:lnTo>
                  <a:pt x="4490997" y="913159"/>
                </a:lnTo>
                <a:lnTo>
                  <a:pt x="4514613" y="907255"/>
                </a:lnTo>
                <a:close/>
                <a:moveTo>
                  <a:pt x="356214" y="879702"/>
                </a:moveTo>
                <a:lnTo>
                  <a:pt x="368022" y="879702"/>
                </a:lnTo>
                <a:lnTo>
                  <a:pt x="368022" y="883638"/>
                </a:lnTo>
                <a:lnTo>
                  <a:pt x="371958" y="891510"/>
                </a:lnTo>
                <a:lnTo>
                  <a:pt x="368022" y="899382"/>
                </a:lnTo>
                <a:close/>
                <a:moveTo>
                  <a:pt x="5628511" y="836405"/>
                </a:moveTo>
                <a:lnTo>
                  <a:pt x="5628511" y="836406"/>
                </a:lnTo>
                <a:lnTo>
                  <a:pt x="5628521" y="836411"/>
                </a:lnTo>
                <a:close/>
                <a:moveTo>
                  <a:pt x="2855595" y="816725"/>
                </a:moveTo>
                <a:lnTo>
                  <a:pt x="2871339" y="816725"/>
                </a:lnTo>
                <a:lnTo>
                  <a:pt x="2883146" y="826564"/>
                </a:lnTo>
                <a:lnTo>
                  <a:pt x="2867402" y="826564"/>
                </a:lnTo>
                <a:lnTo>
                  <a:pt x="2855595" y="820660"/>
                </a:lnTo>
                <a:close/>
                <a:moveTo>
                  <a:pt x="2522996" y="816725"/>
                </a:moveTo>
                <a:lnTo>
                  <a:pt x="2530869" y="820660"/>
                </a:lnTo>
                <a:lnTo>
                  <a:pt x="2517092" y="826564"/>
                </a:lnTo>
                <a:lnTo>
                  <a:pt x="2511188" y="822628"/>
                </a:lnTo>
                <a:lnTo>
                  <a:pt x="2513157" y="820660"/>
                </a:lnTo>
                <a:close/>
                <a:moveTo>
                  <a:pt x="5457295" y="808853"/>
                </a:moveTo>
                <a:lnTo>
                  <a:pt x="5457293" y="808853"/>
                </a:lnTo>
                <a:lnTo>
                  <a:pt x="5449421" y="820661"/>
                </a:lnTo>
                <a:lnTo>
                  <a:pt x="5425805" y="840342"/>
                </a:lnTo>
                <a:lnTo>
                  <a:pt x="5433677" y="844278"/>
                </a:lnTo>
                <a:lnTo>
                  <a:pt x="5433677" y="858054"/>
                </a:lnTo>
                <a:lnTo>
                  <a:pt x="5433665" y="858065"/>
                </a:lnTo>
                <a:lnTo>
                  <a:pt x="5433677" y="858054"/>
                </a:lnTo>
                <a:lnTo>
                  <a:pt x="5433677" y="842310"/>
                </a:lnTo>
                <a:lnTo>
                  <a:pt x="5425805" y="840342"/>
                </a:lnTo>
                <a:lnTo>
                  <a:pt x="5449422" y="820661"/>
                </a:lnTo>
                <a:lnTo>
                  <a:pt x="5457294" y="808853"/>
                </a:lnTo>
                <a:close/>
                <a:moveTo>
                  <a:pt x="2808362" y="804917"/>
                </a:moveTo>
                <a:lnTo>
                  <a:pt x="2837882" y="808853"/>
                </a:lnTo>
                <a:lnTo>
                  <a:pt x="2837882" y="824597"/>
                </a:lnTo>
                <a:lnTo>
                  <a:pt x="2841819" y="830501"/>
                </a:lnTo>
                <a:lnTo>
                  <a:pt x="2841819" y="838373"/>
                </a:lnTo>
                <a:lnTo>
                  <a:pt x="2816234" y="850181"/>
                </a:lnTo>
                <a:lnTo>
                  <a:pt x="2792618" y="854117"/>
                </a:lnTo>
                <a:lnTo>
                  <a:pt x="2784745" y="846245"/>
                </a:lnTo>
                <a:lnTo>
                  <a:pt x="2780809" y="824597"/>
                </a:lnTo>
                <a:close/>
                <a:moveTo>
                  <a:pt x="5352988" y="800981"/>
                </a:moveTo>
                <a:lnTo>
                  <a:pt x="5360860" y="800981"/>
                </a:lnTo>
                <a:lnTo>
                  <a:pt x="5360860" y="804917"/>
                </a:lnTo>
                <a:lnTo>
                  <a:pt x="5352988" y="812789"/>
                </a:lnTo>
                <a:lnTo>
                  <a:pt x="5341180" y="814757"/>
                </a:lnTo>
                <a:lnTo>
                  <a:pt x="5331340" y="822629"/>
                </a:lnTo>
                <a:lnTo>
                  <a:pt x="5335276" y="812789"/>
                </a:lnTo>
                <a:close/>
                <a:moveTo>
                  <a:pt x="1993600" y="795078"/>
                </a:moveTo>
                <a:lnTo>
                  <a:pt x="2013280" y="795078"/>
                </a:lnTo>
                <a:lnTo>
                  <a:pt x="2017216" y="797046"/>
                </a:lnTo>
                <a:lnTo>
                  <a:pt x="2009344" y="800981"/>
                </a:lnTo>
                <a:lnTo>
                  <a:pt x="1997536" y="797046"/>
                </a:lnTo>
                <a:close/>
                <a:moveTo>
                  <a:pt x="5384477" y="795077"/>
                </a:moveTo>
                <a:lnTo>
                  <a:pt x="5392349" y="795077"/>
                </a:lnTo>
                <a:lnTo>
                  <a:pt x="5392349" y="797045"/>
                </a:lnTo>
                <a:lnTo>
                  <a:pt x="5380541" y="800981"/>
                </a:lnTo>
                <a:lnTo>
                  <a:pt x="5376605" y="797045"/>
                </a:lnTo>
                <a:close/>
                <a:moveTo>
                  <a:pt x="2729642" y="789172"/>
                </a:moveTo>
                <a:lnTo>
                  <a:pt x="2739483" y="789172"/>
                </a:lnTo>
                <a:lnTo>
                  <a:pt x="2739483" y="800980"/>
                </a:lnTo>
                <a:lnTo>
                  <a:pt x="2729642" y="797044"/>
                </a:lnTo>
                <a:close/>
                <a:moveTo>
                  <a:pt x="2841817" y="785236"/>
                </a:moveTo>
                <a:lnTo>
                  <a:pt x="2837882" y="797044"/>
                </a:lnTo>
                <a:lnTo>
                  <a:pt x="2830009" y="797044"/>
                </a:lnTo>
                <a:lnTo>
                  <a:pt x="2830009" y="789172"/>
                </a:lnTo>
                <a:close/>
                <a:moveTo>
                  <a:pt x="5486813" y="783269"/>
                </a:moveTo>
                <a:lnTo>
                  <a:pt x="5486809" y="783280"/>
                </a:lnTo>
                <a:lnTo>
                  <a:pt x="5486814" y="783269"/>
                </a:lnTo>
                <a:close/>
                <a:moveTo>
                  <a:pt x="2086097" y="781301"/>
                </a:moveTo>
                <a:lnTo>
                  <a:pt x="2095938" y="781301"/>
                </a:lnTo>
                <a:lnTo>
                  <a:pt x="2095938" y="785237"/>
                </a:lnTo>
                <a:lnTo>
                  <a:pt x="2086097" y="795076"/>
                </a:lnTo>
                <a:lnTo>
                  <a:pt x="2078225" y="791140"/>
                </a:lnTo>
                <a:lnTo>
                  <a:pt x="2078225" y="785237"/>
                </a:lnTo>
                <a:close/>
                <a:moveTo>
                  <a:pt x="5768258" y="779311"/>
                </a:moveTo>
                <a:lnTo>
                  <a:pt x="5768240" y="779332"/>
                </a:lnTo>
                <a:lnTo>
                  <a:pt x="5768240" y="795077"/>
                </a:lnTo>
                <a:lnTo>
                  <a:pt x="5781022" y="799993"/>
                </a:lnTo>
                <a:lnTo>
                  <a:pt x="5768241" y="793110"/>
                </a:lnTo>
                <a:lnTo>
                  <a:pt x="5768241" y="779334"/>
                </a:lnTo>
                <a:close/>
                <a:moveTo>
                  <a:pt x="1968017" y="777365"/>
                </a:moveTo>
                <a:lnTo>
                  <a:pt x="1975889" y="781301"/>
                </a:lnTo>
                <a:lnTo>
                  <a:pt x="1975889" y="789173"/>
                </a:lnTo>
                <a:lnTo>
                  <a:pt x="1960144" y="793109"/>
                </a:lnTo>
                <a:lnTo>
                  <a:pt x="1948336" y="804917"/>
                </a:lnTo>
                <a:lnTo>
                  <a:pt x="1918816" y="804917"/>
                </a:lnTo>
                <a:lnTo>
                  <a:pt x="1899136" y="800981"/>
                </a:lnTo>
                <a:lnTo>
                  <a:pt x="1910943" y="785237"/>
                </a:lnTo>
                <a:lnTo>
                  <a:pt x="1940464" y="785237"/>
                </a:lnTo>
                <a:close/>
                <a:moveTo>
                  <a:pt x="5410061" y="773429"/>
                </a:moveTo>
                <a:lnTo>
                  <a:pt x="5417933" y="777365"/>
                </a:lnTo>
                <a:lnTo>
                  <a:pt x="5429741" y="773429"/>
                </a:lnTo>
                <a:lnTo>
                  <a:pt x="5437613" y="777365"/>
                </a:lnTo>
                <a:lnTo>
                  <a:pt x="5425805" y="785237"/>
                </a:lnTo>
                <a:lnTo>
                  <a:pt x="5417933" y="797045"/>
                </a:lnTo>
                <a:lnTo>
                  <a:pt x="5406125" y="800981"/>
                </a:lnTo>
                <a:lnTo>
                  <a:pt x="5402189" y="797045"/>
                </a:lnTo>
                <a:lnTo>
                  <a:pt x="5406125" y="785237"/>
                </a:lnTo>
                <a:close/>
                <a:moveTo>
                  <a:pt x="5380541" y="773429"/>
                </a:moveTo>
                <a:lnTo>
                  <a:pt x="5394317" y="773429"/>
                </a:lnTo>
                <a:lnTo>
                  <a:pt x="5394317" y="781301"/>
                </a:lnTo>
                <a:lnTo>
                  <a:pt x="5380541" y="781301"/>
                </a:lnTo>
                <a:lnTo>
                  <a:pt x="5376605" y="777365"/>
                </a:lnTo>
                <a:close/>
                <a:moveTo>
                  <a:pt x="2133331" y="773429"/>
                </a:moveTo>
                <a:lnTo>
                  <a:pt x="2133331" y="781301"/>
                </a:lnTo>
                <a:lnTo>
                  <a:pt x="2125458" y="785237"/>
                </a:lnTo>
                <a:lnTo>
                  <a:pt x="2119554" y="781301"/>
                </a:lnTo>
                <a:lnTo>
                  <a:pt x="2125458" y="777365"/>
                </a:lnTo>
                <a:close/>
                <a:moveTo>
                  <a:pt x="5650159" y="771461"/>
                </a:moveTo>
                <a:lnTo>
                  <a:pt x="5631136" y="779070"/>
                </a:lnTo>
                <a:lnTo>
                  <a:pt x="5632447" y="779332"/>
                </a:lnTo>
                <a:lnTo>
                  <a:pt x="5652126" y="771461"/>
                </a:lnTo>
                <a:close/>
                <a:moveTo>
                  <a:pt x="5707230" y="759654"/>
                </a:moveTo>
                <a:lnTo>
                  <a:pt x="5683615" y="779332"/>
                </a:lnTo>
                <a:lnTo>
                  <a:pt x="5685584" y="779332"/>
                </a:lnTo>
                <a:close/>
                <a:moveTo>
                  <a:pt x="5539950" y="759653"/>
                </a:moveTo>
                <a:lnTo>
                  <a:pt x="5532078" y="783269"/>
                </a:lnTo>
                <a:lnTo>
                  <a:pt x="5516334" y="787205"/>
                </a:lnTo>
                <a:lnTo>
                  <a:pt x="5532078" y="783269"/>
                </a:lnTo>
                <a:lnTo>
                  <a:pt x="5539950" y="759653"/>
                </a:lnTo>
                <a:close/>
                <a:moveTo>
                  <a:pt x="5555694" y="759653"/>
                </a:moveTo>
                <a:lnTo>
                  <a:pt x="5555694" y="759653"/>
                </a:lnTo>
                <a:lnTo>
                  <a:pt x="5555694" y="759653"/>
                </a:lnTo>
                <a:lnTo>
                  <a:pt x="5559630" y="775397"/>
                </a:lnTo>
                <a:lnTo>
                  <a:pt x="5581279" y="787205"/>
                </a:lnTo>
                <a:lnTo>
                  <a:pt x="5600959" y="787205"/>
                </a:lnTo>
                <a:lnTo>
                  <a:pt x="5638351" y="812789"/>
                </a:lnTo>
                <a:lnTo>
                  <a:pt x="5628516" y="836395"/>
                </a:lnTo>
                <a:lnTo>
                  <a:pt x="5640319" y="812789"/>
                </a:lnTo>
                <a:lnTo>
                  <a:pt x="5602927" y="787204"/>
                </a:lnTo>
                <a:lnTo>
                  <a:pt x="5583247" y="787204"/>
                </a:lnTo>
                <a:lnTo>
                  <a:pt x="5559630" y="775396"/>
                </a:lnTo>
                <a:close/>
                <a:moveTo>
                  <a:pt x="5421869" y="755717"/>
                </a:moveTo>
                <a:lnTo>
                  <a:pt x="5429741" y="755717"/>
                </a:lnTo>
                <a:lnTo>
                  <a:pt x="5413997" y="765557"/>
                </a:lnTo>
                <a:lnTo>
                  <a:pt x="5406125" y="769493"/>
                </a:lnTo>
                <a:lnTo>
                  <a:pt x="5398253" y="765557"/>
                </a:lnTo>
                <a:lnTo>
                  <a:pt x="5402189" y="763589"/>
                </a:lnTo>
                <a:close/>
                <a:moveTo>
                  <a:pt x="2739481" y="755716"/>
                </a:moveTo>
                <a:lnTo>
                  <a:pt x="2751289" y="755716"/>
                </a:lnTo>
                <a:lnTo>
                  <a:pt x="2751289" y="767524"/>
                </a:lnTo>
                <a:lnTo>
                  <a:pt x="2731608" y="777364"/>
                </a:lnTo>
                <a:lnTo>
                  <a:pt x="2711928" y="777364"/>
                </a:lnTo>
                <a:lnTo>
                  <a:pt x="2711928" y="773428"/>
                </a:lnTo>
                <a:lnTo>
                  <a:pt x="2727672" y="767524"/>
                </a:lnTo>
                <a:lnTo>
                  <a:pt x="2727672" y="759652"/>
                </a:lnTo>
                <a:close/>
                <a:moveTo>
                  <a:pt x="2780810" y="751780"/>
                </a:moveTo>
                <a:lnTo>
                  <a:pt x="2788682" y="751780"/>
                </a:lnTo>
                <a:lnTo>
                  <a:pt x="2792618" y="755716"/>
                </a:lnTo>
                <a:lnTo>
                  <a:pt x="2780810" y="767524"/>
                </a:lnTo>
                <a:lnTo>
                  <a:pt x="2776874" y="755716"/>
                </a:lnTo>
                <a:close/>
                <a:moveTo>
                  <a:pt x="5799995" y="750450"/>
                </a:moveTo>
                <a:lnTo>
                  <a:pt x="5787921" y="754979"/>
                </a:lnTo>
                <a:lnTo>
                  <a:pt x="5787921" y="755156"/>
                </a:lnTo>
                <a:lnTo>
                  <a:pt x="5799729" y="751782"/>
                </a:lnTo>
                <a:close/>
                <a:moveTo>
                  <a:pt x="5463197" y="743909"/>
                </a:moveTo>
                <a:lnTo>
                  <a:pt x="5475005" y="747845"/>
                </a:lnTo>
                <a:lnTo>
                  <a:pt x="5463197" y="755717"/>
                </a:lnTo>
                <a:lnTo>
                  <a:pt x="5459261" y="763589"/>
                </a:lnTo>
                <a:lnTo>
                  <a:pt x="5447453" y="763589"/>
                </a:lnTo>
                <a:lnTo>
                  <a:pt x="5439581" y="763589"/>
                </a:lnTo>
                <a:lnTo>
                  <a:pt x="5443517" y="751781"/>
                </a:lnTo>
                <a:close/>
                <a:moveTo>
                  <a:pt x="6350774" y="741941"/>
                </a:moveTo>
                <a:lnTo>
                  <a:pt x="6362582" y="753749"/>
                </a:lnTo>
                <a:lnTo>
                  <a:pt x="6382262" y="757685"/>
                </a:lnTo>
                <a:lnTo>
                  <a:pt x="6380294" y="771461"/>
                </a:lnTo>
                <a:lnTo>
                  <a:pt x="6352742" y="779333"/>
                </a:lnTo>
                <a:lnTo>
                  <a:pt x="6317317" y="775397"/>
                </a:lnTo>
                <a:lnTo>
                  <a:pt x="6319285" y="763589"/>
                </a:lnTo>
                <a:lnTo>
                  <a:pt x="6325189" y="743909"/>
                </a:lnTo>
                <a:close/>
                <a:moveTo>
                  <a:pt x="2759162" y="736036"/>
                </a:moveTo>
                <a:lnTo>
                  <a:pt x="2765067" y="736036"/>
                </a:lnTo>
                <a:lnTo>
                  <a:pt x="2743418" y="747844"/>
                </a:lnTo>
                <a:lnTo>
                  <a:pt x="2735545" y="747844"/>
                </a:lnTo>
                <a:lnTo>
                  <a:pt x="2735545" y="743908"/>
                </a:lnTo>
                <a:close/>
                <a:moveTo>
                  <a:pt x="2719801" y="736036"/>
                </a:moveTo>
                <a:lnTo>
                  <a:pt x="2719801" y="739972"/>
                </a:lnTo>
                <a:lnTo>
                  <a:pt x="2702089" y="747844"/>
                </a:lnTo>
                <a:lnTo>
                  <a:pt x="2696185" y="743908"/>
                </a:lnTo>
                <a:lnTo>
                  <a:pt x="2698153" y="739972"/>
                </a:lnTo>
                <a:close/>
                <a:moveTo>
                  <a:pt x="2200244" y="732101"/>
                </a:moveTo>
                <a:lnTo>
                  <a:pt x="2210085" y="736037"/>
                </a:lnTo>
                <a:lnTo>
                  <a:pt x="2225829" y="743909"/>
                </a:lnTo>
                <a:lnTo>
                  <a:pt x="2233701" y="751781"/>
                </a:lnTo>
                <a:lnTo>
                  <a:pt x="2239606" y="755717"/>
                </a:lnTo>
                <a:lnTo>
                  <a:pt x="2243542" y="759653"/>
                </a:lnTo>
                <a:lnTo>
                  <a:pt x="2271094" y="779333"/>
                </a:lnTo>
                <a:lnTo>
                  <a:pt x="2259286" y="787205"/>
                </a:lnTo>
                <a:lnTo>
                  <a:pt x="2239606" y="795077"/>
                </a:lnTo>
                <a:lnTo>
                  <a:pt x="2229765" y="795077"/>
                </a:lnTo>
                <a:lnTo>
                  <a:pt x="2206149" y="783269"/>
                </a:lnTo>
                <a:lnTo>
                  <a:pt x="2176628" y="779333"/>
                </a:lnTo>
                <a:lnTo>
                  <a:pt x="2158916" y="779333"/>
                </a:lnTo>
                <a:lnTo>
                  <a:pt x="2151044" y="767525"/>
                </a:lnTo>
                <a:lnTo>
                  <a:pt x="2188436" y="755717"/>
                </a:lnTo>
                <a:lnTo>
                  <a:pt x="2188436" y="739973"/>
                </a:lnTo>
                <a:close/>
                <a:moveTo>
                  <a:pt x="5707232" y="730132"/>
                </a:moveTo>
                <a:lnTo>
                  <a:pt x="5707231" y="730133"/>
                </a:lnTo>
                <a:lnTo>
                  <a:pt x="5707231" y="759653"/>
                </a:lnTo>
                <a:lnTo>
                  <a:pt x="5707232" y="759652"/>
                </a:lnTo>
                <a:close/>
                <a:moveTo>
                  <a:pt x="5490750" y="728165"/>
                </a:moveTo>
                <a:lnTo>
                  <a:pt x="5500590" y="728165"/>
                </a:lnTo>
                <a:lnTo>
                  <a:pt x="5500590" y="736037"/>
                </a:lnTo>
                <a:lnTo>
                  <a:pt x="5490750" y="743909"/>
                </a:lnTo>
                <a:lnTo>
                  <a:pt x="5471070" y="739973"/>
                </a:lnTo>
                <a:lnTo>
                  <a:pt x="5478942" y="732101"/>
                </a:lnTo>
                <a:close/>
                <a:moveTo>
                  <a:pt x="5500590" y="718324"/>
                </a:moveTo>
                <a:lnTo>
                  <a:pt x="5516334" y="718324"/>
                </a:lnTo>
                <a:lnTo>
                  <a:pt x="5520270" y="724228"/>
                </a:lnTo>
                <a:lnTo>
                  <a:pt x="5496654" y="724228"/>
                </a:lnTo>
                <a:lnTo>
                  <a:pt x="5496654" y="722260"/>
                </a:lnTo>
                <a:close/>
                <a:moveTo>
                  <a:pt x="5760278" y="716363"/>
                </a:moveTo>
                <a:lnTo>
                  <a:pt x="5732815" y="718324"/>
                </a:lnTo>
                <a:lnTo>
                  <a:pt x="5707249" y="730125"/>
                </a:lnTo>
                <a:lnTo>
                  <a:pt x="5734784" y="718324"/>
                </a:lnTo>
                <a:close/>
                <a:moveTo>
                  <a:pt x="9745603" y="708485"/>
                </a:moveTo>
                <a:lnTo>
                  <a:pt x="9771187" y="718325"/>
                </a:lnTo>
                <a:lnTo>
                  <a:pt x="9771187" y="724229"/>
                </a:lnTo>
                <a:lnTo>
                  <a:pt x="9765283" y="730133"/>
                </a:lnTo>
                <a:lnTo>
                  <a:pt x="9749539" y="728165"/>
                </a:lnTo>
                <a:lnTo>
                  <a:pt x="9727891" y="720293"/>
                </a:lnTo>
                <a:lnTo>
                  <a:pt x="9735763" y="712421"/>
                </a:lnTo>
                <a:close/>
                <a:moveTo>
                  <a:pt x="5500590" y="706516"/>
                </a:moveTo>
                <a:lnTo>
                  <a:pt x="5516334" y="706516"/>
                </a:lnTo>
                <a:lnTo>
                  <a:pt x="5516334" y="710452"/>
                </a:lnTo>
                <a:lnTo>
                  <a:pt x="5500590" y="710452"/>
                </a:lnTo>
                <a:close/>
                <a:moveTo>
                  <a:pt x="6634168" y="704549"/>
                </a:moveTo>
                <a:lnTo>
                  <a:pt x="6661720" y="718325"/>
                </a:lnTo>
                <a:lnTo>
                  <a:pt x="6661720" y="728165"/>
                </a:lnTo>
                <a:lnTo>
                  <a:pt x="6651880" y="728165"/>
                </a:lnTo>
                <a:lnTo>
                  <a:pt x="6628264" y="718325"/>
                </a:lnTo>
                <a:lnTo>
                  <a:pt x="6620392" y="706517"/>
                </a:lnTo>
                <a:close/>
                <a:moveTo>
                  <a:pt x="5555694" y="704548"/>
                </a:moveTo>
                <a:lnTo>
                  <a:pt x="5559630" y="710452"/>
                </a:lnTo>
                <a:lnTo>
                  <a:pt x="5551758" y="716356"/>
                </a:lnTo>
                <a:lnTo>
                  <a:pt x="5541918" y="716356"/>
                </a:lnTo>
                <a:lnTo>
                  <a:pt x="5547822" y="710452"/>
                </a:lnTo>
                <a:close/>
                <a:moveTo>
                  <a:pt x="5528142" y="704548"/>
                </a:moveTo>
                <a:lnTo>
                  <a:pt x="5532078" y="706516"/>
                </a:lnTo>
                <a:lnTo>
                  <a:pt x="5532078" y="716356"/>
                </a:lnTo>
                <a:lnTo>
                  <a:pt x="5524206" y="716356"/>
                </a:lnTo>
                <a:lnTo>
                  <a:pt x="5520270" y="710452"/>
                </a:lnTo>
                <a:close/>
                <a:moveTo>
                  <a:pt x="5616703" y="694710"/>
                </a:moveTo>
                <a:lnTo>
                  <a:pt x="5618671" y="698646"/>
                </a:lnTo>
                <a:lnTo>
                  <a:pt x="5618671" y="704548"/>
                </a:lnTo>
                <a:lnTo>
                  <a:pt x="5616703" y="704548"/>
                </a:lnTo>
                <a:lnTo>
                  <a:pt x="5612767" y="698646"/>
                </a:lnTo>
                <a:close/>
                <a:moveTo>
                  <a:pt x="5638351" y="688805"/>
                </a:moveTo>
                <a:lnTo>
                  <a:pt x="5640319" y="692741"/>
                </a:lnTo>
                <a:lnTo>
                  <a:pt x="5634415" y="694710"/>
                </a:lnTo>
                <a:lnTo>
                  <a:pt x="5630479" y="692741"/>
                </a:lnTo>
                <a:close/>
                <a:moveTo>
                  <a:pt x="5650159" y="680933"/>
                </a:moveTo>
                <a:lnTo>
                  <a:pt x="5658031" y="680933"/>
                </a:lnTo>
                <a:lnTo>
                  <a:pt x="5654095" y="682902"/>
                </a:lnTo>
                <a:lnTo>
                  <a:pt x="5646223" y="682902"/>
                </a:lnTo>
                <a:close/>
                <a:moveTo>
                  <a:pt x="5616703" y="676998"/>
                </a:moveTo>
                <a:lnTo>
                  <a:pt x="5626543" y="676998"/>
                </a:lnTo>
                <a:lnTo>
                  <a:pt x="5622607" y="682902"/>
                </a:lnTo>
                <a:lnTo>
                  <a:pt x="5600959" y="692741"/>
                </a:lnTo>
                <a:lnTo>
                  <a:pt x="5589151" y="692741"/>
                </a:lnTo>
                <a:lnTo>
                  <a:pt x="5585215" y="688805"/>
                </a:lnTo>
                <a:lnTo>
                  <a:pt x="5604895" y="682902"/>
                </a:lnTo>
                <a:close/>
                <a:moveTo>
                  <a:pt x="5646223" y="665190"/>
                </a:moveTo>
                <a:lnTo>
                  <a:pt x="5654095" y="665190"/>
                </a:lnTo>
                <a:lnTo>
                  <a:pt x="5654095" y="671093"/>
                </a:lnTo>
                <a:lnTo>
                  <a:pt x="5646223" y="671093"/>
                </a:lnTo>
                <a:lnTo>
                  <a:pt x="5638351" y="671093"/>
                </a:lnTo>
                <a:close/>
                <a:moveTo>
                  <a:pt x="5687552" y="663221"/>
                </a:moveTo>
                <a:lnTo>
                  <a:pt x="5699360" y="663221"/>
                </a:lnTo>
                <a:lnTo>
                  <a:pt x="5703296" y="665190"/>
                </a:lnTo>
                <a:lnTo>
                  <a:pt x="5691488" y="671093"/>
                </a:lnTo>
                <a:close/>
                <a:moveTo>
                  <a:pt x="5673775" y="663221"/>
                </a:moveTo>
                <a:lnTo>
                  <a:pt x="5675743" y="665190"/>
                </a:lnTo>
                <a:lnTo>
                  <a:pt x="5665903" y="665190"/>
                </a:lnTo>
                <a:close/>
                <a:moveTo>
                  <a:pt x="6447206" y="645511"/>
                </a:moveTo>
                <a:lnTo>
                  <a:pt x="6468854" y="659289"/>
                </a:lnTo>
                <a:lnTo>
                  <a:pt x="6466886" y="665191"/>
                </a:lnTo>
                <a:lnTo>
                  <a:pt x="6437366" y="649450"/>
                </a:lnTo>
                <a:close/>
                <a:moveTo>
                  <a:pt x="10046710" y="631734"/>
                </a:moveTo>
                <a:lnTo>
                  <a:pt x="10068358" y="637640"/>
                </a:lnTo>
                <a:lnTo>
                  <a:pt x="10095911" y="635671"/>
                </a:lnTo>
                <a:lnTo>
                  <a:pt x="10115591" y="633702"/>
                </a:lnTo>
                <a:lnTo>
                  <a:pt x="10129367" y="643542"/>
                </a:lnTo>
                <a:lnTo>
                  <a:pt x="10143143" y="643542"/>
                </a:lnTo>
                <a:lnTo>
                  <a:pt x="10145111" y="647479"/>
                </a:lnTo>
                <a:lnTo>
                  <a:pt x="10143143" y="655351"/>
                </a:lnTo>
                <a:lnTo>
                  <a:pt x="10127399" y="665191"/>
                </a:lnTo>
                <a:lnTo>
                  <a:pt x="10080166" y="665191"/>
                </a:lnTo>
                <a:lnTo>
                  <a:pt x="10054582" y="655351"/>
                </a:lnTo>
                <a:lnTo>
                  <a:pt x="10032934" y="641575"/>
                </a:lnTo>
                <a:lnTo>
                  <a:pt x="10038838" y="633702"/>
                </a:lnTo>
                <a:close/>
                <a:moveTo>
                  <a:pt x="8858028" y="631734"/>
                </a:moveTo>
                <a:lnTo>
                  <a:pt x="8861964" y="631734"/>
                </a:lnTo>
                <a:lnTo>
                  <a:pt x="8877708" y="631734"/>
                </a:lnTo>
                <a:lnTo>
                  <a:pt x="8883612" y="635671"/>
                </a:lnTo>
                <a:lnTo>
                  <a:pt x="8865900" y="635671"/>
                </a:lnTo>
                <a:close/>
                <a:moveTo>
                  <a:pt x="2286829" y="623859"/>
                </a:moveTo>
                <a:lnTo>
                  <a:pt x="2298637" y="627795"/>
                </a:lnTo>
                <a:lnTo>
                  <a:pt x="2306509" y="635668"/>
                </a:lnTo>
                <a:lnTo>
                  <a:pt x="2320285" y="635668"/>
                </a:lnTo>
                <a:lnTo>
                  <a:pt x="2332094" y="639604"/>
                </a:lnTo>
                <a:lnTo>
                  <a:pt x="2336030" y="651412"/>
                </a:lnTo>
                <a:lnTo>
                  <a:pt x="2343902" y="659284"/>
                </a:lnTo>
                <a:lnTo>
                  <a:pt x="2347838" y="680932"/>
                </a:lnTo>
                <a:lnTo>
                  <a:pt x="2381295" y="706516"/>
                </a:lnTo>
                <a:lnTo>
                  <a:pt x="2381295" y="718324"/>
                </a:lnTo>
                <a:lnTo>
                  <a:pt x="2361614" y="718324"/>
                </a:lnTo>
                <a:lnTo>
                  <a:pt x="2357678" y="718324"/>
                </a:lnTo>
                <a:lnTo>
                  <a:pt x="2357678" y="722260"/>
                </a:lnTo>
                <a:lnTo>
                  <a:pt x="2351774" y="732100"/>
                </a:lnTo>
                <a:lnTo>
                  <a:pt x="2373422" y="743908"/>
                </a:lnTo>
                <a:lnTo>
                  <a:pt x="2393103" y="739972"/>
                </a:lnTo>
                <a:lnTo>
                  <a:pt x="2410815" y="751780"/>
                </a:lnTo>
                <a:lnTo>
                  <a:pt x="2410815" y="755716"/>
                </a:lnTo>
                <a:lnTo>
                  <a:pt x="2397039" y="755716"/>
                </a:lnTo>
                <a:lnTo>
                  <a:pt x="2393103" y="759652"/>
                </a:lnTo>
                <a:lnTo>
                  <a:pt x="2410815" y="773428"/>
                </a:lnTo>
                <a:lnTo>
                  <a:pt x="2410815" y="797044"/>
                </a:lnTo>
                <a:lnTo>
                  <a:pt x="2418687" y="804916"/>
                </a:lnTo>
                <a:lnTo>
                  <a:pt x="2430495" y="800980"/>
                </a:lnTo>
                <a:lnTo>
                  <a:pt x="2434431" y="781300"/>
                </a:lnTo>
                <a:lnTo>
                  <a:pt x="2434431" y="771460"/>
                </a:lnTo>
                <a:lnTo>
                  <a:pt x="2450175" y="763588"/>
                </a:lnTo>
                <a:lnTo>
                  <a:pt x="2458047" y="771460"/>
                </a:lnTo>
                <a:lnTo>
                  <a:pt x="2483631" y="781300"/>
                </a:lnTo>
                <a:lnTo>
                  <a:pt x="2491504" y="793108"/>
                </a:lnTo>
                <a:lnTo>
                  <a:pt x="2491504" y="804916"/>
                </a:lnTo>
                <a:lnTo>
                  <a:pt x="2475760" y="804916"/>
                </a:lnTo>
                <a:lnTo>
                  <a:pt x="2475760" y="830501"/>
                </a:lnTo>
                <a:lnTo>
                  <a:pt x="2503312" y="854117"/>
                </a:lnTo>
                <a:lnTo>
                  <a:pt x="2507248" y="854117"/>
                </a:lnTo>
                <a:lnTo>
                  <a:pt x="2511185" y="842309"/>
                </a:lnTo>
                <a:lnTo>
                  <a:pt x="2521024" y="838373"/>
                </a:lnTo>
                <a:lnTo>
                  <a:pt x="2528896" y="830501"/>
                </a:lnTo>
                <a:lnTo>
                  <a:pt x="2540705" y="816725"/>
                </a:lnTo>
                <a:lnTo>
                  <a:pt x="2548576" y="797044"/>
                </a:lnTo>
                <a:lnTo>
                  <a:pt x="2552512" y="781300"/>
                </a:lnTo>
                <a:lnTo>
                  <a:pt x="2566289" y="773428"/>
                </a:lnTo>
                <a:lnTo>
                  <a:pt x="2566289" y="767524"/>
                </a:lnTo>
                <a:lnTo>
                  <a:pt x="2560385" y="763588"/>
                </a:lnTo>
                <a:lnTo>
                  <a:pt x="2564321" y="736036"/>
                </a:lnTo>
                <a:lnTo>
                  <a:pt x="2566289" y="732100"/>
                </a:lnTo>
                <a:lnTo>
                  <a:pt x="2585969" y="728164"/>
                </a:lnTo>
                <a:lnTo>
                  <a:pt x="2597777" y="736036"/>
                </a:lnTo>
                <a:lnTo>
                  <a:pt x="2613521" y="736036"/>
                </a:lnTo>
                <a:lnTo>
                  <a:pt x="2639106" y="736036"/>
                </a:lnTo>
                <a:lnTo>
                  <a:pt x="2646978" y="743908"/>
                </a:lnTo>
                <a:lnTo>
                  <a:pt x="2639106" y="747844"/>
                </a:lnTo>
                <a:lnTo>
                  <a:pt x="2643042" y="751780"/>
                </a:lnTo>
                <a:lnTo>
                  <a:pt x="2654850" y="759652"/>
                </a:lnTo>
                <a:lnTo>
                  <a:pt x="2666658" y="759652"/>
                </a:lnTo>
                <a:lnTo>
                  <a:pt x="2670594" y="767524"/>
                </a:lnTo>
                <a:lnTo>
                  <a:pt x="2658786" y="777364"/>
                </a:lnTo>
                <a:lnTo>
                  <a:pt x="2670594" y="785236"/>
                </a:lnTo>
                <a:lnTo>
                  <a:pt x="2666658" y="800980"/>
                </a:lnTo>
                <a:lnTo>
                  <a:pt x="2650913" y="800980"/>
                </a:lnTo>
                <a:lnTo>
                  <a:pt x="2643042" y="804916"/>
                </a:lnTo>
                <a:lnTo>
                  <a:pt x="2650913" y="816725"/>
                </a:lnTo>
                <a:lnTo>
                  <a:pt x="2660754" y="822629"/>
                </a:lnTo>
                <a:lnTo>
                  <a:pt x="2676498" y="838373"/>
                </a:lnTo>
                <a:lnTo>
                  <a:pt x="2660754" y="861989"/>
                </a:lnTo>
                <a:lnTo>
                  <a:pt x="2660754" y="867893"/>
                </a:lnTo>
                <a:lnTo>
                  <a:pt x="2639106" y="879701"/>
                </a:lnTo>
                <a:lnTo>
                  <a:pt x="2627298" y="887573"/>
                </a:lnTo>
                <a:lnTo>
                  <a:pt x="2609586" y="883637"/>
                </a:lnTo>
                <a:lnTo>
                  <a:pt x="2601713" y="871829"/>
                </a:lnTo>
                <a:lnTo>
                  <a:pt x="2593841" y="865925"/>
                </a:lnTo>
                <a:lnTo>
                  <a:pt x="2578097" y="865925"/>
                </a:lnTo>
                <a:lnTo>
                  <a:pt x="2570225" y="867893"/>
                </a:lnTo>
                <a:lnTo>
                  <a:pt x="2578097" y="871829"/>
                </a:lnTo>
                <a:lnTo>
                  <a:pt x="2597777" y="887573"/>
                </a:lnTo>
                <a:lnTo>
                  <a:pt x="2597777" y="899381"/>
                </a:lnTo>
                <a:lnTo>
                  <a:pt x="2578097" y="907253"/>
                </a:lnTo>
                <a:lnTo>
                  <a:pt x="2566289" y="903317"/>
                </a:lnTo>
                <a:lnTo>
                  <a:pt x="2556449" y="899381"/>
                </a:lnTo>
                <a:lnTo>
                  <a:pt x="2548576" y="883637"/>
                </a:lnTo>
                <a:lnTo>
                  <a:pt x="2524960" y="883637"/>
                </a:lnTo>
                <a:lnTo>
                  <a:pt x="2521024" y="895445"/>
                </a:lnTo>
                <a:lnTo>
                  <a:pt x="2532832" y="903317"/>
                </a:lnTo>
                <a:lnTo>
                  <a:pt x="2544640" y="907253"/>
                </a:lnTo>
                <a:lnTo>
                  <a:pt x="2544640" y="924965"/>
                </a:lnTo>
                <a:lnTo>
                  <a:pt x="2517088" y="944646"/>
                </a:lnTo>
                <a:lnTo>
                  <a:pt x="2503312" y="964326"/>
                </a:lnTo>
                <a:lnTo>
                  <a:pt x="2475760" y="960390"/>
                </a:lnTo>
                <a:lnTo>
                  <a:pt x="2454111" y="936774"/>
                </a:lnTo>
                <a:lnTo>
                  <a:pt x="2430495" y="928902"/>
                </a:lnTo>
                <a:lnTo>
                  <a:pt x="2422623" y="936774"/>
                </a:lnTo>
                <a:lnTo>
                  <a:pt x="2434431" y="944646"/>
                </a:lnTo>
                <a:lnTo>
                  <a:pt x="2461984" y="972198"/>
                </a:lnTo>
                <a:lnTo>
                  <a:pt x="2491504" y="972198"/>
                </a:lnTo>
                <a:lnTo>
                  <a:pt x="2499376" y="978102"/>
                </a:lnTo>
                <a:lnTo>
                  <a:pt x="2507248" y="989910"/>
                </a:lnTo>
                <a:lnTo>
                  <a:pt x="2499376" y="1013526"/>
                </a:lnTo>
                <a:lnTo>
                  <a:pt x="2499376" y="1025334"/>
                </a:lnTo>
                <a:lnTo>
                  <a:pt x="2479696" y="1039110"/>
                </a:lnTo>
                <a:lnTo>
                  <a:pt x="2467887" y="1062727"/>
                </a:lnTo>
                <a:lnTo>
                  <a:pt x="2446239" y="1062727"/>
                </a:lnTo>
                <a:lnTo>
                  <a:pt x="2438367" y="1054855"/>
                </a:lnTo>
                <a:lnTo>
                  <a:pt x="2422623" y="1074535"/>
                </a:lnTo>
                <a:lnTo>
                  <a:pt x="2404910" y="1074535"/>
                </a:lnTo>
                <a:lnTo>
                  <a:pt x="2393103" y="1070599"/>
                </a:lnTo>
                <a:lnTo>
                  <a:pt x="2381295" y="1074535"/>
                </a:lnTo>
                <a:lnTo>
                  <a:pt x="2397039" y="1088311"/>
                </a:lnTo>
                <a:lnTo>
                  <a:pt x="2406879" y="1100119"/>
                </a:lnTo>
                <a:lnTo>
                  <a:pt x="2406879" y="1115863"/>
                </a:lnTo>
                <a:lnTo>
                  <a:pt x="2385230" y="1123735"/>
                </a:lnTo>
                <a:lnTo>
                  <a:pt x="2373422" y="1123735"/>
                </a:lnTo>
                <a:lnTo>
                  <a:pt x="2365550" y="1115863"/>
                </a:lnTo>
                <a:lnTo>
                  <a:pt x="2357678" y="1123735"/>
                </a:lnTo>
                <a:lnTo>
                  <a:pt x="2365550" y="1145383"/>
                </a:lnTo>
                <a:lnTo>
                  <a:pt x="2351774" y="1153255"/>
                </a:lnTo>
                <a:lnTo>
                  <a:pt x="2343902" y="1172936"/>
                </a:lnTo>
                <a:lnTo>
                  <a:pt x="2328158" y="1172936"/>
                </a:lnTo>
                <a:lnTo>
                  <a:pt x="2328158" y="1190648"/>
                </a:lnTo>
                <a:lnTo>
                  <a:pt x="2316349" y="1202456"/>
                </a:lnTo>
                <a:lnTo>
                  <a:pt x="2306509" y="1231976"/>
                </a:lnTo>
                <a:lnTo>
                  <a:pt x="2294701" y="1255592"/>
                </a:lnTo>
                <a:lnTo>
                  <a:pt x="2290765" y="1304793"/>
                </a:lnTo>
                <a:lnTo>
                  <a:pt x="2290765" y="1306761"/>
                </a:lnTo>
                <a:lnTo>
                  <a:pt x="2290765" y="1336281"/>
                </a:lnTo>
                <a:lnTo>
                  <a:pt x="2306509" y="1355961"/>
                </a:lnTo>
                <a:lnTo>
                  <a:pt x="2324221" y="1359897"/>
                </a:lnTo>
                <a:lnTo>
                  <a:pt x="2339966" y="1363833"/>
                </a:lnTo>
                <a:lnTo>
                  <a:pt x="2347838" y="1405162"/>
                </a:lnTo>
                <a:lnTo>
                  <a:pt x="2357678" y="1424842"/>
                </a:lnTo>
                <a:lnTo>
                  <a:pt x="2353742" y="1446490"/>
                </a:lnTo>
                <a:lnTo>
                  <a:pt x="2353742" y="1450426"/>
                </a:lnTo>
                <a:lnTo>
                  <a:pt x="2381295" y="1442554"/>
                </a:lnTo>
                <a:lnTo>
                  <a:pt x="2404910" y="1442554"/>
                </a:lnTo>
                <a:lnTo>
                  <a:pt x="2410815" y="1446490"/>
                </a:lnTo>
                <a:lnTo>
                  <a:pt x="2422623" y="1446490"/>
                </a:lnTo>
                <a:lnTo>
                  <a:pt x="2458047" y="1466170"/>
                </a:lnTo>
                <a:lnTo>
                  <a:pt x="2471823" y="1476010"/>
                </a:lnTo>
                <a:lnTo>
                  <a:pt x="2479696" y="1476010"/>
                </a:lnTo>
                <a:lnTo>
                  <a:pt x="2487567" y="1481914"/>
                </a:lnTo>
                <a:lnTo>
                  <a:pt x="2491504" y="1499626"/>
                </a:lnTo>
                <a:lnTo>
                  <a:pt x="2507248" y="1511435"/>
                </a:lnTo>
                <a:lnTo>
                  <a:pt x="2536768" y="1515371"/>
                </a:lnTo>
                <a:lnTo>
                  <a:pt x="2552512" y="1533083"/>
                </a:lnTo>
                <a:lnTo>
                  <a:pt x="2574161" y="1533083"/>
                </a:lnTo>
                <a:lnTo>
                  <a:pt x="2585969" y="1540955"/>
                </a:lnTo>
                <a:lnTo>
                  <a:pt x="2609586" y="1544891"/>
                </a:lnTo>
                <a:lnTo>
                  <a:pt x="2635169" y="1540955"/>
                </a:lnTo>
                <a:lnTo>
                  <a:pt x="2646978" y="1552763"/>
                </a:lnTo>
                <a:lnTo>
                  <a:pt x="2646978" y="1590155"/>
                </a:lnTo>
                <a:lnTo>
                  <a:pt x="2654850" y="1609835"/>
                </a:lnTo>
                <a:lnTo>
                  <a:pt x="2650913" y="1647228"/>
                </a:lnTo>
                <a:lnTo>
                  <a:pt x="2643042" y="1655100"/>
                </a:lnTo>
                <a:lnTo>
                  <a:pt x="2643042" y="1666908"/>
                </a:lnTo>
                <a:lnTo>
                  <a:pt x="2660754" y="1682652"/>
                </a:lnTo>
                <a:lnTo>
                  <a:pt x="2660754" y="1692492"/>
                </a:lnTo>
                <a:lnTo>
                  <a:pt x="2676498" y="1696428"/>
                </a:lnTo>
                <a:lnTo>
                  <a:pt x="2690275" y="1720044"/>
                </a:lnTo>
                <a:lnTo>
                  <a:pt x="2690275" y="1731852"/>
                </a:lnTo>
                <a:lnTo>
                  <a:pt x="2702082" y="1731852"/>
                </a:lnTo>
                <a:lnTo>
                  <a:pt x="2713890" y="1733820"/>
                </a:lnTo>
                <a:lnTo>
                  <a:pt x="2723731" y="1716108"/>
                </a:lnTo>
                <a:lnTo>
                  <a:pt x="2731603" y="1727916"/>
                </a:lnTo>
                <a:lnTo>
                  <a:pt x="2735539" y="1712172"/>
                </a:lnTo>
                <a:lnTo>
                  <a:pt x="2747347" y="1692492"/>
                </a:lnTo>
                <a:lnTo>
                  <a:pt x="2747347" y="1682652"/>
                </a:lnTo>
                <a:lnTo>
                  <a:pt x="2741443" y="1670844"/>
                </a:lnTo>
                <a:lnTo>
                  <a:pt x="2731603" y="1655100"/>
                </a:lnTo>
                <a:lnTo>
                  <a:pt x="2731603" y="1621643"/>
                </a:lnTo>
                <a:lnTo>
                  <a:pt x="2729635" y="1594091"/>
                </a:lnTo>
                <a:lnTo>
                  <a:pt x="2717826" y="1580315"/>
                </a:lnTo>
                <a:lnTo>
                  <a:pt x="2723731" y="1568507"/>
                </a:lnTo>
                <a:lnTo>
                  <a:pt x="2741443" y="1568507"/>
                </a:lnTo>
                <a:lnTo>
                  <a:pt x="2741443" y="1556699"/>
                </a:lnTo>
                <a:lnTo>
                  <a:pt x="2755219" y="1548827"/>
                </a:lnTo>
                <a:lnTo>
                  <a:pt x="2770964" y="1533083"/>
                </a:lnTo>
                <a:lnTo>
                  <a:pt x="2778835" y="1527179"/>
                </a:lnTo>
                <a:lnTo>
                  <a:pt x="2792612" y="1511435"/>
                </a:lnTo>
                <a:lnTo>
                  <a:pt x="2800484" y="1462234"/>
                </a:lnTo>
                <a:lnTo>
                  <a:pt x="2788676" y="1413034"/>
                </a:lnTo>
                <a:lnTo>
                  <a:pt x="2770964" y="1393354"/>
                </a:lnTo>
                <a:lnTo>
                  <a:pt x="2747347" y="1371705"/>
                </a:lnTo>
                <a:lnTo>
                  <a:pt x="2743411" y="1355961"/>
                </a:lnTo>
                <a:lnTo>
                  <a:pt x="2755219" y="1340217"/>
                </a:lnTo>
                <a:lnTo>
                  <a:pt x="2755219" y="1328409"/>
                </a:lnTo>
                <a:lnTo>
                  <a:pt x="2770964" y="1312665"/>
                </a:lnTo>
                <a:lnTo>
                  <a:pt x="2778835" y="1292985"/>
                </a:lnTo>
                <a:lnTo>
                  <a:pt x="2770964" y="1281177"/>
                </a:lnTo>
                <a:lnTo>
                  <a:pt x="2767027" y="1259528"/>
                </a:lnTo>
                <a:lnTo>
                  <a:pt x="2755219" y="1243784"/>
                </a:lnTo>
                <a:lnTo>
                  <a:pt x="2753251" y="1231976"/>
                </a:lnTo>
                <a:lnTo>
                  <a:pt x="2759155" y="1231976"/>
                </a:lnTo>
                <a:lnTo>
                  <a:pt x="2770964" y="1226072"/>
                </a:lnTo>
                <a:lnTo>
                  <a:pt x="2770964" y="1206392"/>
                </a:lnTo>
                <a:lnTo>
                  <a:pt x="2755219" y="1186712"/>
                </a:lnTo>
                <a:lnTo>
                  <a:pt x="2755219" y="1149319"/>
                </a:lnTo>
                <a:lnTo>
                  <a:pt x="2767027" y="1145383"/>
                </a:lnTo>
                <a:lnTo>
                  <a:pt x="2780803" y="1145383"/>
                </a:lnTo>
                <a:lnTo>
                  <a:pt x="2788676" y="1149319"/>
                </a:lnTo>
                <a:lnTo>
                  <a:pt x="2812292" y="1165064"/>
                </a:lnTo>
                <a:lnTo>
                  <a:pt x="2833940" y="1165064"/>
                </a:lnTo>
                <a:lnTo>
                  <a:pt x="2849684" y="1169000"/>
                </a:lnTo>
                <a:lnTo>
                  <a:pt x="2853621" y="1157191"/>
                </a:lnTo>
                <a:lnTo>
                  <a:pt x="2881173" y="1153255"/>
                </a:lnTo>
                <a:lnTo>
                  <a:pt x="2894949" y="1161128"/>
                </a:lnTo>
                <a:lnTo>
                  <a:pt x="2902821" y="1172936"/>
                </a:lnTo>
                <a:lnTo>
                  <a:pt x="2918566" y="1176872"/>
                </a:lnTo>
                <a:lnTo>
                  <a:pt x="2926437" y="1198520"/>
                </a:lnTo>
                <a:lnTo>
                  <a:pt x="2938246" y="1202456"/>
                </a:lnTo>
                <a:lnTo>
                  <a:pt x="2934310" y="1214264"/>
                </a:lnTo>
                <a:lnTo>
                  <a:pt x="2940214" y="1228040"/>
                </a:lnTo>
                <a:lnTo>
                  <a:pt x="2975638" y="1228040"/>
                </a:lnTo>
                <a:lnTo>
                  <a:pt x="2983510" y="1239848"/>
                </a:lnTo>
                <a:lnTo>
                  <a:pt x="2989414" y="1231976"/>
                </a:lnTo>
                <a:lnTo>
                  <a:pt x="3001223" y="1235912"/>
                </a:lnTo>
                <a:lnTo>
                  <a:pt x="3001223" y="1251656"/>
                </a:lnTo>
                <a:lnTo>
                  <a:pt x="2993350" y="1259528"/>
                </a:lnTo>
                <a:lnTo>
                  <a:pt x="2993350" y="1285113"/>
                </a:lnTo>
                <a:lnTo>
                  <a:pt x="2983510" y="1296921"/>
                </a:lnTo>
                <a:lnTo>
                  <a:pt x="2993350" y="1306761"/>
                </a:lnTo>
                <a:lnTo>
                  <a:pt x="2993350" y="1318569"/>
                </a:lnTo>
                <a:lnTo>
                  <a:pt x="2989414" y="1324473"/>
                </a:lnTo>
                <a:lnTo>
                  <a:pt x="2983510" y="1324473"/>
                </a:lnTo>
                <a:lnTo>
                  <a:pt x="2983510" y="1328409"/>
                </a:lnTo>
                <a:lnTo>
                  <a:pt x="2987446" y="1334313"/>
                </a:lnTo>
                <a:lnTo>
                  <a:pt x="2993350" y="1334313"/>
                </a:lnTo>
                <a:lnTo>
                  <a:pt x="3001223" y="1336281"/>
                </a:lnTo>
                <a:lnTo>
                  <a:pt x="2997286" y="1348089"/>
                </a:lnTo>
                <a:lnTo>
                  <a:pt x="2979574" y="1359897"/>
                </a:lnTo>
                <a:lnTo>
                  <a:pt x="2979574" y="1367769"/>
                </a:lnTo>
                <a:lnTo>
                  <a:pt x="2997286" y="1363833"/>
                </a:lnTo>
                <a:lnTo>
                  <a:pt x="3009094" y="1348089"/>
                </a:lnTo>
                <a:lnTo>
                  <a:pt x="3034679" y="1373673"/>
                </a:lnTo>
                <a:lnTo>
                  <a:pt x="3034679" y="1385481"/>
                </a:lnTo>
                <a:lnTo>
                  <a:pt x="3050423" y="1397290"/>
                </a:lnTo>
                <a:lnTo>
                  <a:pt x="3058295" y="1385481"/>
                </a:lnTo>
                <a:lnTo>
                  <a:pt x="3074039" y="1379577"/>
                </a:lnTo>
                <a:lnTo>
                  <a:pt x="3074039" y="1363833"/>
                </a:lnTo>
                <a:lnTo>
                  <a:pt x="3085848" y="1359897"/>
                </a:lnTo>
                <a:lnTo>
                  <a:pt x="3091752" y="1363833"/>
                </a:lnTo>
                <a:lnTo>
                  <a:pt x="3091752" y="1371705"/>
                </a:lnTo>
                <a:lnTo>
                  <a:pt x="3099624" y="1363833"/>
                </a:lnTo>
                <a:lnTo>
                  <a:pt x="3115368" y="1328409"/>
                </a:lnTo>
                <a:lnTo>
                  <a:pt x="3111432" y="1306761"/>
                </a:lnTo>
                <a:lnTo>
                  <a:pt x="3123240" y="1300857"/>
                </a:lnTo>
                <a:lnTo>
                  <a:pt x="3123240" y="1289049"/>
                </a:lnTo>
                <a:lnTo>
                  <a:pt x="3131112" y="1271336"/>
                </a:lnTo>
                <a:lnTo>
                  <a:pt x="3142920" y="1275272"/>
                </a:lnTo>
                <a:lnTo>
                  <a:pt x="3144888" y="1300857"/>
                </a:lnTo>
                <a:lnTo>
                  <a:pt x="3160632" y="1312665"/>
                </a:lnTo>
                <a:lnTo>
                  <a:pt x="3168505" y="1346121"/>
                </a:lnTo>
                <a:lnTo>
                  <a:pt x="3180313" y="1346121"/>
                </a:lnTo>
                <a:lnTo>
                  <a:pt x="3180313" y="1371705"/>
                </a:lnTo>
                <a:lnTo>
                  <a:pt x="3192121" y="1379577"/>
                </a:lnTo>
                <a:lnTo>
                  <a:pt x="3192121" y="1397290"/>
                </a:lnTo>
                <a:lnTo>
                  <a:pt x="3209833" y="1413034"/>
                </a:lnTo>
                <a:lnTo>
                  <a:pt x="3213769" y="1442554"/>
                </a:lnTo>
                <a:lnTo>
                  <a:pt x="3225577" y="1446490"/>
                </a:lnTo>
                <a:lnTo>
                  <a:pt x="3229513" y="1458298"/>
                </a:lnTo>
                <a:lnTo>
                  <a:pt x="3213769" y="1470106"/>
                </a:lnTo>
                <a:lnTo>
                  <a:pt x="3217705" y="1491754"/>
                </a:lnTo>
                <a:lnTo>
                  <a:pt x="3233449" y="1499626"/>
                </a:lnTo>
                <a:lnTo>
                  <a:pt x="3233449" y="1503562"/>
                </a:lnTo>
                <a:lnTo>
                  <a:pt x="3249194" y="1511435"/>
                </a:lnTo>
                <a:lnTo>
                  <a:pt x="3259033" y="1533083"/>
                </a:lnTo>
                <a:lnTo>
                  <a:pt x="3262970" y="1544891"/>
                </a:lnTo>
                <a:lnTo>
                  <a:pt x="3278714" y="1556699"/>
                </a:lnTo>
                <a:lnTo>
                  <a:pt x="3290522" y="1552763"/>
                </a:lnTo>
                <a:lnTo>
                  <a:pt x="3312171" y="1560635"/>
                </a:lnTo>
                <a:lnTo>
                  <a:pt x="3323978" y="1568507"/>
                </a:lnTo>
                <a:lnTo>
                  <a:pt x="3347595" y="1576379"/>
                </a:lnTo>
                <a:lnTo>
                  <a:pt x="3343659" y="1584251"/>
                </a:lnTo>
                <a:lnTo>
                  <a:pt x="3316106" y="1594091"/>
                </a:lnTo>
                <a:lnTo>
                  <a:pt x="3282650" y="1613771"/>
                </a:lnTo>
                <a:lnTo>
                  <a:pt x="3262970" y="1625580"/>
                </a:lnTo>
                <a:lnTo>
                  <a:pt x="3251162" y="1621643"/>
                </a:lnTo>
                <a:lnTo>
                  <a:pt x="3255097" y="1639356"/>
                </a:lnTo>
                <a:lnTo>
                  <a:pt x="3270842" y="1639356"/>
                </a:lnTo>
                <a:lnTo>
                  <a:pt x="3294458" y="1621643"/>
                </a:lnTo>
                <a:lnTo>
                  <a:pt x="3302330" y="1621643"/>
                </a:lnTo>
                <a:lnTo>
                  <a:pt x="3304298" y="1613771"/>
                </a:lnTo>
                <a:lnTo>
                  <a:pt x="3327915" y="1598027"/>
                </a:lnTo>
                <a:lnTo>
                  <a:pt x="3347595" y="1601963"/>
                </a:lnTo>
                <a:lnTo>
                  <a:pt x="3339722" y="1621643"/>
                </a:lnTo>
                <a:lnTo>
                  <a:pt x="3339722" y="1629516"/>
                </a:lnTo>
                <a:lnTo>
                  <a:pt x="3357435" y="1617707"/>
                </a:lnTo>
                <a:lnTo>
                  <a:pt x="3384987" y="1625580"/>
                </a:lnTo>
                <a:lnTo>
                  <a:pt x="3392859" y="1655100"/>
                </a:lnTo>
                <a:lnTo>
                  <a:pt x="3381052" y="1666908"/>
                </a:lnTo>
                <a:lnTo>
                  <a:pt x="3392859" y="1688556"/>
                </a:lnTo>
                <a:lnTo>
                  <a:pt x="3388923" y="1700364"/>
                </a:lnTo>
                <a:lnTo>
                  <a:pt x="3381052" y="1704300"/>
                </a:lnTo>
                <a:lnTo>
                  <a:pt x="3357435" y="1723980"/>
                </a:lnTo>
                <a:lnTo>
                  <a:pt x="3323978" y="1727916"/>
                </a:lnTo>
                <a:lnTo>
                  <a:pt x="3304298" y="1737757"/>
                </a:lnTo>
                <a:lnTo>
                  <a:pt x="3286586" y="1773181"/>
                </a:lnTo>
                <a:lnTo>
                  <a:pt x="3266906" y="1783021"/>
                </a:lnTo>
                <a:lnTo>
                  <a:pt x="3237385" y="1783021"/>
                </a:lnTo>
                <a:lnTo>
                  <a:pt x="3217705" y="1781053"/>
                </a:lnTo>
                <a:lnTo>
                  <a:pt x="3192121" y="1783021"/>
                </a:lnTo>
                <a:lnTo>
                  <a:pt x="3180313" y="1777117"/>
                </a:lnTo>
                <a:lnTo>
                  <a:pt x="3152761" y="1783021"/>
                </a:lnTo>
                <a:lnTo>
                  <a:pt x="3111432" y="1786957"/>
                </a:lnTo>
                <a:lnTo>
                  <a:pt x="3107496" y="1783021"/>
                </a:lnTo>
                <a:lnTo>
                  <a:pt x="3089783" y="1781053"/>
                </a:lnTo>
                <a:lnTo>
                  <a:pt x="3070103" y="1802701"/>
                </a:lnTo>
                <a:lnTo>
                  <a:pt x="3058295" y="1810573"/>
                </a:lnTo>
                <a:lnTo>
                  <a:pt x="3058295" y="1822382"/>
                </a:lnTo>
                <a:lnTo>
                  <a:pt x="3020903" y="1830254"/>
                </a:lnTo>
                <a:lnTo>
                  <a:pt x="3005158" y="1855838"/>
                </a:lnTo>
                <a:lnTo>
                  <a:pt x="2987446" y="1875518"/>
                </a:lnTo>
                <a:lnTo>
                  <a:pt x="2979574" y="1885358"/>
                </a:lnTo>
                <a:lnTo>
                  <a:pt x="2955958" y="1901102"/>
                </a:lnTo>
                <a:lnTo>
                  <a:pt x="2952022" y="1928654"/>
                </a:lnTo>
                <a:lnTo>
                  <a:pt x="2959894" y="1932591"/>
                </a:lnTo>
                <a:lnTo>
                  <a:pt x="2975638" y="1912910"/>
                </a:lnTo>
                <a:lnTo>
                  <a:pt x="2987446" y="1908974"/>
                </a:lnTo>
                <a:lnTo>
                  <a:pt x="2987446" y="1897166"/>
                </a:lnTo>
                <a:lnTo>
                  <a:pt x="3016967" y="1867646"/>
                </a:lnTo>
                <a:lnTo>
                  <a:pt x="3024838" y="1867646"/>
                </a:lnTo>
                <a:lnTo>
                  <a:pt x="3042551" y="1844030"/>
                </a:lnTo>
                <a:lnTo>
                  <a:pt x="3070103" y="1836158"/>
                </a:lnTo>
                <a:lnTo>
                  <a:pt x="3085848" y="1822382"/>
                </a:lnTo>
                <a:lnTo>
                  <a:pt x="3115368" y="1822382"/>
                </a:lnTo>
                <a:lnTo>
                  <a:pt x="3138984" y="1836158"/>
                </a:lnTo>
                <a:lnTo>
                  <a:pt x="3142920" y="1840094"/>
                </a:lnTo>
                <a:lnTo>
                  <a:pt x="3148825" y="1851902"/>
                </a:lnTo>
                <a:lnTo>
                  <a:pt x="3123240" y="1875518"/>
                </a:lnTo>
                <a:lnTo>
                  <a:pt x="3111432" y="1867646"/>
                </a:lnTo>
                <a:lnTo>
                  <a:pt x="3089783" y="1863710"/>
                </a:lnTo>
                <a:lnTo>
                  <a:pt x="3077975" y="1871582"/>
                </a:lnTo>
                <a:lnTo>
                  <a:pt x="3081912" y="1879454"/>
                </a:lnTo>
                <a:lnTo>
                  <a:pt x="3095687" y="1883390"/>
                </a:lnTo>
                <a:lnTo>
                  <a:pt x="3107496" y="1889294"/>
                </a:lnTo>
                <a:lnTo>
                  <a:pt x="3127176" y="1885358"/>
                </a:lnTo>
                <a:lnTo>
                  <a:pt x="3127176" y="1901102"/>
                </a:lnTo>
                <a:lnTo>
                  <a:pt x="3123240" y="1908974"/>
                </a:lnTo>
                <a:lnTo>
                  <a:pt x="3127176" y="1936527"/>
                </a:lnTo>
                <a:lnTo>
                  <a:pt x="3152761" y="1958175"/>
                </a:lnTo>
                <a:lnTo>
                  <a:pt x="3164569" y="1964079"/>
                </a:lnTo>
                <a:lnTo>
                  <a:pt x="3176376" y="1975887"/>
                </a:lnTo>
                <a:lnTo>
                  <a:pt x="3196057" y="1975887"/>
                </a:lnTo>
                <a:lnTo>
                  <a:pt x="3209833" y="1969983"/>
                </a:lnTo>
                <a:lnTo>
                  <a:pt x="3213769" y="1981791"/>
                </a:lnTo>
                <a:lnTo>
                  <a:pt x="3225577" y="1981791"/>
                </a:lnTo>
                <a:lnTo>
                  <a:pt x="3225577" y="1993599"/>
                </a:lnTo>
                <a:lnTo>
                  <a:pt x="3209833" y="2009343"/>
                </a:lnTo>
                <a:lnTo>
                  <a:pt x="3196057" y="2009343"/>
                </a:lnTo>
                <a:lnTo>
                  <a:pt x="3184249" y="2013279"/>
                </a:lnTo>
                <a:lnTo>
                  <a:pt x="3176376" y="2017215"/>
                </a:lnTo>
                <a:lnTo>
                  <a:pt x="3168505" y="2017215"/>
                </a:lnTo>
                <a:lnTo>
                  <a:pt x="3160632" y="2009343"/>
                </a:lnTo>
                <a:lnTo>
                  <a:pt x="3135048" y="2036895"/>
                </a:lnTo>
                <a:lnTo>
                  <a:pt x="3131112" y="2042799"/>
                </a:lnTo>
                <a:lnTo>
                  <a:pt x="3119304" y="2054608"/>
                </a:lnTo>
                <a:lnTo>
                  <a:pt x="3103560" y="2054608"/>
                </a:lnTo>
                <a:lnTo>
                  <a:pt x="3089783" y="2042799"/>
                </a:lnTo>
                <a:lnTo>
                  <a:pt x="3095687" y="2021151"/>
                </a:lnTo>
                <a:lnTo>
                  <a:pt x="3107496" y="2017215"/>
                </a:lnTo>
                <a:lnTo>
                  <a:pt x="3127176" y="1997535"/>
                </a:lnTo>
                <a:lnTo>
                  <a:pt x="3138984" y="1997535"/>
                </a:lnTo>
                <a:lnTo>
                  <a:pt x="3148825" y="1987695"/>
                </a:lnTo>
                <a:lnTo>
                  <a:pt x="3144888" y="1981791"/>
                </a:lnTo>
                <a:lnTo>
                  <a:pt x="3142920" y="1983759"/>
                </a:lnTo>
                <a:lnTo>
                  <a:pt x="3135048" y="1981791"/>
                </a:lnTo>
                <a:lnTo>
                  <a:pt x="3138984" y="1971951"/>
                </a:lnTo>
                <a:lnTo>
                  <a:pt x="3131112" y="1969983"/>
                </a:lnTo>
                <a:lnTo>
                  <a:pt x="3119304" y="1975887"/>
                </a:lnTo>
                <a:lnTo>
                  <a:pt x="3099624" y="1987695"/>
                </a:lnTo>
                <a:lnTo>
                  <a:pt x="3081912" y="1989663"/>
                </a:lnTo>
                <a:lnTo>
                  <a:pt x="3074039" y="2005407"/>
                </a:lnTo>
                <a:lnTo>
                  <a:pt x="3062231" y="2009343"/>
                </a:lnTo>
                <a:lnTo>
                  <a:pt x="3062231" y="2009343"/>
                </a:lnTo>
                <a:lnTo>
                  <a:pt x="3036647" y="2029022"/>
                </a:lnTo>
                <a:lnTo>
                  <a:pt x="3024839" y="2029022"/>
                </a:lnTo>
                <a:lnTo>
                  <a:pt x="3016967" y="2021150"/>
                </a:lnTo>
                <a:lnTo>
                  <a:pt x="3013031" y="2025086"/>
                </a:lnTo>
                <a:lnTo>
                  <a:pt x="3009095" y="2034927"/>
                </a:lnTo>
                <a:lnTo>
                  <a:pt x="3005159" y="2042799"/>
                </a:lnTo>
                <a:lnTo>
                  <a:pt x="2979575" y="2042799"/>
                </a:lnTo>
                <a:lnTo>
                  <a:pt x="2979575" y="2054607"/>
                </a:lnTo>
                <a:lnTo>
                  <a:pt x="2967766" y="2070351"/>
                </a:lnTo>
                <a:lnTo>
                  <a:pt x="2963830" y="2080191"/>
                </a:lnTo>
                <a:lnTo>
                  <a:pt x="2952022" y="2099871"/>
                </a:lnTo>
                <a:lnTo>
                  <a:pt x="2959894" y="2111679"/>
                </a:lnTo>
                <a:lnTo>
                  <a:pt x="2959894" y="2123487"/>
                </a:lnTo>
                <a:lnTo>
                  <a:pt x="2975639" y="2127423"/>
                </a:lnTo>
                <a:lnTo>
                  <a:pt x="2963830" y="2137263"/>
                </a:lnTo>
                <a:lnTo>
                  <a:pt x="2952022" y="2141199"/>
                </a:lnTo>
                <a:lnTo>
                  <a:pt x="2940214" y="2131359"/>
                </a:lnTo>
                <a:lnTo>
                  <a:pt x="2926438" y="2141199"/>
                </a:lnTo>
                <a:lnTo>
                  <a:pt x="2910694" y="2145135"/>
                </a:lnTo>
                <a:lnTo>
                  <a:pt x="2898885" y="2137263"/>
                </a:lnTo>
                <a:lnTo>
                  <a:pt x="2887077" y="2141199"/>
                </a:lnTo>
                <a:lnTo>
                  <a:pt x="2883141" y="2156943"/>
                </a:lnTo>
                <a:lnTo>
                  <a:pt x="2873301" y="2160879"/>
                </a:lnTo>
                <a:lnTo>
                  <a:pt x="2877237" y="2164815"/>
                </a:lnTo>
                <a:lnTo>
                  <a:pt x="2879206" y="2178592"/>
                </a:lnTo>
                <a:lnTo>
                  <a:pt x="2865429" y="2194336"/>
                </a:lnTo>
                <a:lnTo>
                  <a:pt x="2861493" y="2210080"/>
                </a:lnTo>
                <a:lnTo>
                  <a:pt x="2845749" y="2225824"/>
                </a:lnTo>
                <a:lnTo>
                  <a:pt x="2833941" y="2217952"/>
                </a:lnTo>
                <a:lnTo>
                  <a:pt x="2830005" y="2221888"/>
                </a:lnTo>
                <a:lnTo>
                  <a:pt x="2837877" y="2235664"/>
                </a:lnTo>
                <a:lnTo>
                  <a:pt x="2837877" y="2263216"/>
                </a:lnTo>
                <a:lnTo>
                  <a:pt x="2826069" y="2284864"/>
                </a:lnTo>
                <a:lnTo>
                  <a:pt x="2820164" y="2280928"/>
                </a:lnTo>
                <a:lnTo>
                  <a:pt x="2812293" y="2263216"/>
                </a:lnTo>
                <a:lnTo>
                  <a:pt x="2808356" y="2231728"/>
                </a:lnTo>
                <a:lnTo>
                  <a:pt x="2812293" y="2210080"/>
                </a:lnTo>
                <a:lnTo>
                  <a:pt x="2796548" y="2214016"/>
                </a:lnTo>
                <a:lnTo>
                  <a:pt x="2788676" y="2231728"/>
                </a:lnTo>
                <a:lnTo>
                  <a:pt x="2800484" y="2255344"/>
                </a:lnTo>
                <a:lnTo>
                  <a:pt x="2800484" y="2292736"/>
                </a:lnTo>
                <a:lnTo>
                  <a:pt x="2808356" y="2308480"/>
                </a:lnTo>
                <a:lnTo>
                  <a:pt x="2812293" y="2322257"/>
                </a:lnTo>
                <a:lnTo>
                  <a:pt x="2804420" y="2330129"/>
                </a:lnTo>
                <a:lnTo>
                  <a:pt x="2816228" y="2341937"/>
                </a:lnTo>
                <a:lnTo>
                  <a:pt x="2812293" y="2353745"/>
                </a:lnTo>
                <a:lnTo>
                  <a:pt x="2792612" y="2365553"/>
                </a:lnTo>
                <a:lnTo>
                  <a:pt x="2788676" y="2379329"/>
                </a:lnTo>
                <a:lnTo>
                  <a:pt x="2776868" y="2391137"/>
                </a:lnTo>
                <a:lnTo>
                  <a:pt x="2763092" y="2410817"/>
                </a:lnTo>
                <a:lnTo>
                  <a:pt x="2741444" y="2414753"/>
                </a:lnTo>
                <a:lnTo>
                  <a:pt x="2700115" y="2452145"/>
                </a:lnTo>
                <a:lnTo>
                  <a:pt x="2688306" y="2456082"/>
                </a:lnTo>
                <a:lnTo>
                  <a:pt x="2688306" y="2465922"/>
                </a:lnTo>
                <a:lnTo>
                  <a:pt x="2666659" y="2497410"/>
                </a:lnTo>
                <a:lnTo>
                  <a:pt x="2666659" y="2526930"/>
                </a:lnTo>
                <a:lnTo>
                  <a:pt x="2678467" y="2550546"/>
                </a:lnTo>
                <a:lnTo>
                  <a:pt x="2690275" y="2595811"/>
                </a:lnTo>
                <a:lnTo>
                  <a:pt x="2707987" y="2639107"/>
                </a:lnTo>
                <a:lnTo>
                  <a:pt x="2700115" y="2684371"/>
                </a:lnTo>
                <a:lnTo>
                  <a:pt x="2684371" y="2688307"/>
                </a:lnTo>
                <a:lnTo>
                  <a:pt x="2672562" y="2688307"/>
                </a:lnTo>
                <a:lnTo>
                  <a:pt x="2666659" y="2664691"/>
                </a:lnTo>
                <a:lnTo>
                  <a:pt x="2646978" y="2646979"/>
                </a:lnTo>
                <a:lnTo>
                  <a:pt x="2646978" y="2623363"/>
                </a:lnTo>
                <a:lnTo>
                  <a:pt x="2635170" y="2611555"/>
                </a:lnTo>
                <a:lnTo>
                  <a:pt x="2635170" y="2587938"/>
                </a:lnTo>
                <a:lnTo>
                  <a:pt x="2639106" y="2578098"/>
                </a:lnTo>
                <a:lnTo>
                  <a:pt x="2639106" y="2572194"/>
                </a:lnTo>
                <a:lnTo>
                  <a:pt x="2627298" y="2560386"/>
                </a:lnTo>
                <a:lnTo>
                  <a:pt x="2611554" y="2538738"/>
                </a:lnTo>
                <a:lnTo>
                  <a:pt x="2597778" y="2530866"/>
                </a:lnTo>
                <a:lnTo>
                  <a:pt x="2585969" y="2534802"/>
                </a:lnTo>
                <a:lnTo>
                  <a:pt x="2578098" y="2542674"/>
                </a:lnTo>
                <a:lnTo>
                  <a:pt x="2566289" y="2542674"/>
                </a:lnTo>
                <a:lnTo>
                  <a:pt x="2558417" y="2530866"/>
                </a:lnTo>
                <a:lnTo>
                  <a:pt x="2544641" y="2519058"/>
                </a:lnTo>
                <a:lnTo>
                  <a:pt x="2524960" y="2519058"/>
                </a:lnTo>
                <a:lnTo>
                  <a:pt x="2499377" y="2522994"/>
                </a:lnTo>
                <a:lnTo>
                  <a:pt x="2491504" y="2519058"/>
                </a:lnTo>
                <a:lnTo>
                  <a:pt x="2463952" y="2526930"/>
                </a:lnTo>
                <a:lnTo>
                  <a:pt x="2444272" y="2530866"/>
                </a:lnTo>
                <a:lnTo>
                  <a:pt x="2444272" y="2546610"/>
                </a:lnTo>
                <a:lnTo>
                  <a:pt x="2456080" y="2558418"/>
                </a:lnTo>
                <a:lnTo>
                  <a:pt x="2456080" y="2568258"/>
                </a:lnTo>
                <a:lnTo>
                  <a:pt x="2442303" y="2568258"/>
                </a:lnTo>
                <a:lnTo>
                  <a:pt x="2422623" y="2558418"/>
                </a:lnTo>
                <a:lnTo>
                  <a:pt x="2406879" y="2560386"/>
                </a:lnTo>
                <a:lnTo>
                  <a:pt x="2381295" y="2542674"/>
                </a:lnTo>
                <a:lnTo>
                  <a:pt x="2365551" y="2546610"/>
                </a:lnTo>
                <a:lnTo>
                  <a:pt x="2339966" y="2538738"/>
                </a:lnTo>
                <a:lnTo>
                  <a:pt x="2324222" y="2538738"/>
                </a:lnTo>
                <a:lnTo>
                  <a:pt x="2300606" y="2554482"/>
                </a:lnTo>
                <a:lnTo>
                  <a:pt x="2288798" y="2560386"/>
                </a:lnTo>
                <a:lnTo>
                  <a:pt x="2259277" y="2568258"/>
                </a:lnTo>
                <a:lnTo>
                  <a:pt x="2233693" y="2601715"/>
                </a:lnTo>
                <a:lnTo>
                  <a:pt x="2229757" y="2617459"/>
                </a:lnTo>
                <a:lnTo>
                  <a:pt x="2221885" y="2627299"/>
                </a:lnTo>
                <a:lnTo>
                  <a:pt x="2221885" y="2646979"/>
                </a:lnTo>
                <a:lnTo>
                  <a:pt x="2221885" y="2656819"/>
                </a:lnTo>
                <a:lnTo>
                  <a:pt x="2194332" y="2654851"/>
                </a:lnTo>
                <a:lnTo>
                  <a:pt x="2160876" y="2627299"/>
                </a:lnTo>
                <a:lnTo>
                  <a:pt x="2160877" y="2627301"/>
                </a:lnTo>
                <a:lnTo>
                  <a:pt x="2194333" y="2654853"/>
                </a:lnTo>
                <a:lnTo>
                  <a:pt x="2221886" y="2658789"/>
                </a:lnTo>
                <a:lnTo>
                  <a:pt x="2221886" y="2674533"/>
                </a:lnTo>
                <a:lnTo>
                  <a:pt x="2206141" y="2696181"/>
                </a:lnTo>
                <a:lnTo>
                  <a:pt x="2202205" y="2733574"/>
                </a:lnTo>
                <a:lnTo>
                  <a:pt x="2202205" y="2761126"/>
                </a:lnTo>
                <a:lnTo>
                  <a:pt x="2214014" y="2790646"/>
                </a:lnTo>
                <a:lnTo>
                  <a:pt x="2229758" y="2818199"/>
                </a:lnTo>
                <a:lnTo>
                  <a:pt x="2241566" y="2839847"/>
                </a:lnTo>
                <a:lnTo>
                  <a:pt x="2251406" y="2855591"/>
                </a:lnTo>
                <a:lnTo>
                  <a:pt x="2255342" y="2867399"/>
                </a:lnTo>
                <a:lnTo>
                  <a:pt x="2271086" y="2873303"/>
                </a:lnTo>
                <a:lnTo>
                  <a:pt x="2278958" y="2877239"/>
                </a:lnTo>
                <a:lnTo>
                  <a:pt x="2286830" y="2877239"/>
                </a:lnTo>
                <a:lnTo>
                  <a:pt x="2308479" y="2892983"/>
                </a:lnTo>
                <a:lnTo>
                  <a:pt x="2324223" y="2885111"/>
                </a:lnTo>
                <a:lnTo>
                  <a:pt x="2339967" y="2889047"/>
                </a:lnTo>
                <a:lnTo>
                  <a:pt x="2393104" y="2877239"/>
                </a:lnTo>
                <a:lnTo>
                  <a:pt x="2393104" y="2871335"/>
                </a:lnTo>
                <a:lnTo>
                  <a:pt x="2416720" y="2847719"/>
                </a:lnTo>
                <a:lnTo>
                  <a:pt x="2416720" y="2818199"/>
                </a:lnTo>
                <a:lnTo>
                  <a:pt x="2426560" y="2798518"/>
                </a:lnTo>
                <a:lnTo>
                  <a:pt x="2442304" y="2802454"/>
                </a:lnTo>
                <a:lnTo>
                  <a:pt x="2461985" y="2786710"/>
                </a:lnTo>
                <a:lnTo>
                  <a:pt x="2487569" y="2786710"/>
                </a:lnTo>
                <a:lnTo>
                  <a:pt x="2495441" y="2790646"/>
                </a:lnTo>
                <a:lnTo>
                  <a:pt x="2511185" y="2790646"/>
                </a:lnTo>
                <a:lnTo>
                  <a:pt x="2519058" y="2802454"/>
                </a:lnTo>
                <a:lnTo>
                  <a:pt x="2511185" y="2818199"/>
                </a:lnTo>
                <a:lnTo>
                  <a:pt x="2499377" y="2839847"/>
                </a:lnTo>
                <a:lnTo>
                  <a:pt x="2499377" y="2871335"/>
                </a:lnTo>
                <a:lnTo>
                  <a:pt x="2499377" y="2877239"/>
                </a:lnTo>
                <a:lnTo>
                  <a:pt x="2487569" y="2889047"/>
                </a:lnTo>
                <a:lnTo>
                  <a:pt x="2487567" y="2889047"/>
                </a:lnTo>
                <a:lnTo>
                  <a:pt x="2479696" y="2896918"/>
                </a:lnTo>
                <a:lnTo>
                  <a:pt x="2479696" y="2916598"/>
                </a:lnTo>
                <a:lnTo>
                  <a:pt x="2461984" y="2953990"/>
                </a:lnTo>
                <a:lnTo>
                  <a:pt x="2458047" y="2953990"/>
                </a:lnTo>
                <a:lnTo>
                  <a:pt x="2446534" y="2946315"/>
                </a:lnTo>
                <a:lnTo>
                  <a:pt x="2446238" y="2948086"/>
                </a:lnTo>
                <a:lnTo>
                  <a:pt x="2461982" y="2955958"/>
                </a:lnTo>
                <a:lnTo>
                  <a:pt x="2489794" y="2963375"/>
                </a:lnTo>
                <a:lnTo>
                  <a:pt x="2536768" y="2959895"/>
                </a:lnTo>
                <a:lnTo>
                  <a:pt x="2585969" y="2955959"/>
                </a:lnTo>
                <a:lnTo>
                  <a:pt x="2605649" y="2975639"/>
                </a:lnTo>
                <a:lnTo>
                  <a:pt x="2615489" y="2983511"/>
                </a:lnTo>
                <a:lnTo>
                  <a:pt x="2593841" y="2987447"/>
                </a:lnTo>
                <a:lnTo>
                  <a:pt x="2570225" y="2991383"/>
                </a:lnTo>
                <a:lnTo>
                  <a:pt x="2552512" y="3011063"/>
                </a:lnTo>
                <a:lnTo>
                  <a:pt x="2540704" y="3011063"/>
                </a:lnTo>
                <a:lnTo>
                  <a:pt x="2513151" y="3022871"/>
                </a:lnTo>
                <a:lnTo>
                  <a:pt x="2513152" y="3022872"/>
                </a:lnTo>
                <a:lnTo>
                  <a:pt x="2540703" y="3011064"/>
                </a:lnTo>
                <a:lnTo>
                  <a:pt x="2552512" y="3011064"/>
                </a:lnTo>
                <a:lnTo>
                  <a:pt x="2570224" y="2991384"/>
                </a:lnTo>
                <a:lnTo>
                  <a:pt x="2593840" y="2987448"/>
                </a:lnTo>
                <a:lnTo>
                  <a:pt x="2615489" y="2983512"/>
                </a:lnTo>
                <a:lnTo>
                  <a:pt x="2615489" y="2985480"/>
                </a:lnTo>
                <a:lnTo>
                  <a:pt x="2615489" y="3011064"/>
                </a:lnTo>
                <a:lnTo>
                  <a:pt x="2609585" y="3042553"/>
                </a:lnTo>
                <a:lnTo>
                  <a:pt x="2605649" y="3066169"/>
                </a:lnTo>
                <a:lnTo>
                  <a:pt x="2609585" y="3091753"/>
                </a:lnTo>
                <a:lnTo>
                  <a:pt x="2607616" y="3109465"/>
                </a:lnTo>
                <a:lnTo>
                  <a:pt x="2607579" y="3109457"/>
                </a:lnTo>
                <a:lnTo>
                  <a:pt x="2607614" y="3109465"/>
                </a:lnTo>
                <a:lnTo>
                  <a:pt x="2637134" y="3137017"/>
                </a:lnTo>
                <a:lnTo>
                  <a:pt x="2637134" y="3146856"/>
                </a:lnTo>
                <a:lnTo>
                  <a:pt x="2660751" y="3162600"/>
                </a:lnTo>
                <a:lnTo>
                  <a:pt x="2672559" y="3166536"/>
                </a:lnTo>
                <a:lnTo>
                  <a:pt x="2700112" y="3154728"/>
                </a:lnTo>
                <a:lnTo>
                  <a:pt x="2711920" y="3146856"/>
                </a:lnTo>
                <a:lnTo>
                  <a:pt x="2735536" y="3150792"/>
                </a:lnTo>
                <a:lnTo>
                  <a:pt x="2755216" y="3162600"/>
                </a:lnTo>
                <a:lnTo>
                  <a:pt x="2768992" y="3180312"/>
                </a:lnTo>
                <a:lnTo>
                  <a:pt x="2788672" y="3184248"/>
                </a:lnTo>
                <a:lnTo>
                  <a:pt x="2778836" y="3199987"/>
                </a:lnTo>
                <a:lnTo>
                  <a:pt x="2788672" y="3186217"/>
                </a:lnTo>
                <a:lnTo>
                  <a:pt x="2796544" y="3178345"/>
                </a:lnTo>
                <a:lnTo>
                  <a:pt x="2792608" y="3162601"/>
                </a:lnTo>
                <a:lnTo>
                  <a:pt x="2812288" y="3148825"/>
                </a:lnTo>
                <a:lnTo>
                  <a:pt x="2812288" y="3133081"/>
                </a:lnTo>
                <a:lnTo>
                  <a:pt x="2824097" y="3129145"/>
                </a:lnTo>
                <a:lnTo>
                  <a:pt x="2828033" y="3109464"/>
                </a:lnTo>
                <a:lnTo>
                  <a:pt x="2837873" y="3099624"/>
                </a:lnTo>
                <a:lnTo>
                  <a:pt x="2849680" y="3101592"/>
                </a:lnTo>
                <a:lnTo>
                  <a:pt x="2857553" y="3095688"/>
                </a:lnTo>
                <a:lnTo>
                  <a:pt x="2910690" y="3079944"/>
                </a:lnTo>
                <a:lnTo>
                  <a:pt x="2914625" y="3064200"/>
                </a:lnTo>
                <a:lnTo>
                  <a:pt x="2932338" y="3064200"/>
                </a:lnTo>
                <a:lnTo>
                  <a:pt x="2944146" y="3068136"/>
                </a:lnTo>
                <a:lnTo>
                  <a:pt x="2944146" y="3076008"/>
                </a:lnTo>
                <a:lnTo>
                  <a:pt x="2944142" y="3076009"/>
                </a:lnTo>
                <a:lnTo>
                  <a:pt x="2944147" y="3076008"/>
                </a:lnTo>
                <a:lnTo>
                  <a:pt x="2924466" y="3091752"/>
                </a:lnTo>
                <a:lnTo>
                  <a:pt x="2920530" y="3103560"/>
                </a:lnTo>
                <a:lnTo>
                  <a:pt x="2924466" y="3113401"/>
                </a:lnTo>
                <a:lnTo>
                  <a:pt x="2916594" y="3133081"/>
                </a:lnTo>
                <a:lnTo>
                  <a:pt x="2924466" y="3156697"/>
                </a:lnTo>
                <a:lnTo>
                  <a:pt x="2944147" y="3152761"/>
                </a:lnTo>
                <a:lnTo>
                  <a:pt x="2944147" y="3129145"/>
                </a:lnTo>
                <a:lnTo>
                  <a:pt x="2936274" y="3113401"/>
                </a:lnTo>
                <a:lnTo>
                  <a:pt x="2940211" y="3099624"/>
                </a:lnTo>
                <a:lnTo>
                  <a:pt x="2973667" y="3091752"/>
                </a:lnTo>
                <a:lnTo>
                  <a:pt x="2971699" y="3068136"/>
                </a:lnTo>
                <a:lnTo>
                  <a:pt x="2977603" y="3072072"/>
                </a:lnTo>
                <a:lnTo>
                  <a:pt x="2985475" y="3083880"/>
                </a:lnTo>
                <a:lnTo>
                  <a:pt x="3001219" y="3083880"/>
                </a:lnTo>
                <a:lnTo>
                  <a:pt x="3018931" y="3091752"/>
                </a:lnTo>
                <a:lnTo>
                  <a:pt x="3018931" y="3107496"/>
                </a:lnTo>
                <a:lnTo>
                  <a:pt x="3087812" y="3113401"/>
                </a:lnTo>
                <a:lnTo>
                  <a:pt x="3099620" y="3121273"/>
                </a:lnTo>
                <a:lnTo>
                  <a:pt x="3119301" y="3125209"/>
                </a:lnTo>
                <a:lnTo>
                  <a:pt x="3131108" y="3121273"/>
                </a:lnTo>
                <a:lnTo>
                  <a:pt x="3148821" y="3107496"/>
                </a:lnTo>
                <a:lnTo>
                  <a:pt x="3160629" y="3107496"/>
                </a:lnTo>
                <a:lnTo>
                  <a:pt x="3180309" y="3109465"/>
                </a:lnTo>
                <a:lnTo>
                  <a:pt x="3194086" y="3133081"/>
                </a:lnTo>
                <a:lnTo>
                  <a:pt x="3217702" y="3133081"/>
                </a:lnTo>
                <a:lnTo>
                  <a:pt x="3235414" y="3148825"/>
                </a:lnTo>
                <a:lnTo>
                  <a:pt x="3247222" y="3160633"/>
                </a:lnTo>
                <a:lnTo>
                  <a:pt x="3262966" y="3174409"/>
                </a:lnTo>
                <a:lnTo>
                  <a:pt x="3262966" y="3174409"/>
                </a:lnTo>
                <a:lnTo>
                  <a:pt x="3286583" y="3182281"/>
                </a:lnTo>
                <a:lnTo>
                  <a:pt x="3304295" y="3194089"/>
                </a:lnTo>
                <a:lnTo>
                  <a:pt x="3312167" y="3213769"/>
                </a:lnTo>
                <a:lnTo>
                  <a:pt x="3327911" y="3219673"/>
                </a:lnTo>
                <a:lnTo>
                  <a:pt x="3335784" y="3231482"/>
                </a:lnTo>
                <a:lnTo>
                  <a:pt x="3343656" y="3249194"/>
                </a:lnTo>
                <a:lnTo>
                  <a:pt x="3339719" y="3270842"/>
                </a:lnTo>
                <a:lnTo>
                  <a:pt x="3320039" y="3290522"/>
                </a:lnTo>
                <a:lnTo>
                  <a:pt x="3323975" y="3314138"/>
                </a:lnTo>
                <a:lnTo>
                  <a:pt x="3345627" y="3324964"/>
                </a:lnTo>
                <a:lnTo>
                  <a:pt x="3345627" y="3323979"/>
                </a:lnTo>
                <a:lnTo>
                  <a:pt x="3323979" y="3312171"/>
                </a:lnTo>
                <a:lnTo>
                  <a:pt x="3320043" y="3290523"/>
                </a:lnTo>
                <a:lnTo>
                  <a:pt x="3339723" y="3270843"/>
                </a:lnTo>
                <a:lnTo>
                  <a:pt x="3343659" y="3249194"/>
                </a:lnTo>
                <a:lnTo>
                  <a:pt x="3357435" y="3241322"/>
                </a:lnTo>
                <a:lnTo>
                  <a:pt x="3418444" y="3247226"/>
                </a:lnTo>
                <a:lnTo>
                  <a:pt x="3434189" y="3249194"/>
                </a:lnTo>
                <a:lnTo>
                  <a:pt x="3457804" y="3253130"/>
                </a:lnTo>
                <a:lnTo>
                  <a:pt x="3467643" y="3259034"/>
                </a:lnTo>
                <a:lnTo>
                  <a:pt x="3500677" y="3286250"/>
                </a:lnTo>
                <a:lnTo>
                  <a:pt x="3501084" y="3284618"/>
                </a:lnTo>
                <a:lnTo>
                  <a:pt x="3516829" y="3312171"/>
                </a:lnTo>
                <a:lnTo>
                  <a:pt x="3528637" y="3337755"/>
                </a:lnTo>
                <a:lnTo>
                  <a:pt x="3540445" y="3349563"/>
                </a:lnTo>
                <a:lnTo>
                  <a:pt x="3554221" y="3365307"/>
                </a:lnTo>
                <a:lnTo>
                  <a:pt x="3550285" y="3383019"/>
                </a:lnTo>
                <a:lnTo>
                  <a:pt x="3540445" y="3390891"/>
                </a:lnTo>
                <a:lnTo>
                  <a:pt x="3528637" y="3398763"/>
                </a:lnTo>
                <a:lnTo>
                  <a:pt x="3540445" y="3406635"/>
                </a:lnTo>
                <a:lnTo>
                  <a:pt x="3554221" y="3402699"/>
                </a:lnTo>
                <a:lnTo>
                  <a:pt x="3566029" y="3414508"/>
                </a:lnTo>
                <a:lnTo>
                  <a:pt x="3573901" y="3414508"/>
                </a:lnTo>
                <a:lnTo>
                  <a:pt x="3593581" y="3422380"/>
                </a:lnTo>
                <a:lnTo>
                  <a:pt x="3581773" y="3440092"/>
                </a:lnTo>
                <a:lnTo>
                  <a:pt x="3558157" y="3455836"/>
                </a:lnTo>
                <a:lnTo>
                  <a:pt x="3558157" y="3463708"/>
                </a:lnTo>
                <a:lnTo>
                  <a:pt x="3569965" y="3463708"/>
                </a:lnTo>
                <a:lnTo>
                  <a:pt x="3597517" y="3440092"/>
                </a:lnTo>
                <a:lnTo>
                  <a:pt x="3605389" y="3428284"/>
                </a:lnTo>
                <a:lnTo>
                  <a:pt x="3630974" y="3428284"/>
                </a:lnTo>
                <a:lnTo>
                  <a:pt x="3660494" y="3444028"/>
                </a:lnTo>
                <a:lnTo>
                  <a:pt x="3688046" y="3444028"/>
                </a:lnTo>
                <a:lnTo>
                  <a:pt x="3707726" y="3463708"/>
                </a:lnTo>
                <a:lnTo>
                  <a:pt x="3691982" y="3481420"/>
                </a:lnTo>
                <a:lnTo>
                  <a:pt x="3699854" y="3493228"/>
                </a:lnTo>
                <a:lnTo>
                  <a:pt x="3717566" y="3477484"/>
                </a:lnTo>
                <a:lnTo>
                  <a:pt x="3733311" y="3477484"/>
                </a:lnTo>
                <a:lnTo>
                  <a:pt x="3782511" y="3489292"/>
                </a:lnTo>
                <a:lnTo>
                  <a:pt x="3813999" y="3485356"/>
                </a:lnTo>
                <a:lnTo>
                  <a:pt x="3835647" y="3501100"/>
                </a:lnTo>
                <a:lnTo>
                  <a:pt x="3867136" y="3508972"/>
                </a:lnTo>
                <a:lnTo>
                  <a:pt x="3912400" y="3542429"/>
                </a:lnTo>
                <a:lnTo>
                  <a:pt x="3973409" y="3558173"/>
                </a:lnTo>
                <a:lnTo>
                  <a:pt x="3979313" y="3579821"/>
                </a:lnTo>
                <a:lnTo>
                  <a:pt x="3979313" y="3656574"/>
                </a:lnTo>
                <a:lnTo>
                  <a:pt x="3965537" y="3674286"/>
                </a:lnTo>
                <a:lnTo>
                  <a:pt x="3957665" y="3693966"/>
                </a:lnTo>
                <a:lnTo>
                  <a:pt x="3949793" y="3705774"/>
                </a:lnTo>
                <a:lnTo>
                  <a:pt x="3926176" y="3713646"/>
                </a:lnTo>
                <a:lnTo>
                  <a:pt x="3920272" y="3721518"/>
                </a:lnTo>
                <a:lnTo>
                  <a:pt x="3912400" y="3743166"/>
                </a:lnTo>
                <a:lnTo>
                  <a:pt x="3900592" y="3762847"/>
                </a:lnTo>
                <a:lnTo>
                  <a:pt x="3871072" y="3776623"/>
                </a:lnTo>
                <a:lnTo>
                  <a:pt x="3867136" y="3784495"/>
                </a:lnTo>
                <a:lnTo>
                  <a:pt x="3859264" y="3829759"/>
                </a:lnTo>
                <a:lnTo>
                  <a:pt x="3867136" y="3853375"/>
                </a:lnTo>
                <a:lnTo>
                  <a:pt x="3859264" y="3876992"/>
                </a:lnTo>
                <a:lnTo>
                  <a:pt x="3867136" y="3908480"/>
                </a:lnTo>
                <a:lnTo>
                  <a:pt x="3843520" y="3920288"/>
                </a:lnTo>
                <a:lnTo>
                  <a:pt x="3835647" y="3949808"/>
                </a:lnTo>
                <a:lnTo>
                  <a:pt x="3835647" y="3969488"/>
                </a:lnTo>
                <a:lnTo>
                  <a:pt x="3827775" y="3975392"/>
                </a:lnTo>
                <a:lnTo>
                  <a:pt x="3823839" y="3995073"/>
                </a:lnTo>
                <a:lnTo>
                  <a:pt x="3810063" y="4022625"/>
                </a:lnTo>
                <a:lnTo>
                  <a:pt x="3806127" y="4052145"/>
                </a:lnTo>
                <a:lnTo>
                  <a:pt x="3786447" y="4060017"/>
                </a:lnTo>
                <a:lnTo>
                  <a:pt x="3778575" y="4071825"/>
                </a:lnTo>
                <a:lnTo>
                  <a:pt x="3762831" y="4077729"/>
                </a:lnTo>
                <a:lnTo>
                  <a:pt x="3749055" y="4073793"/>
                </a:lnTo>
                <a:lnTo>
                  <a:pt x="3737247" y="4081665"/>
                </a:lnTo>
                <a:lnTo>
                  <a:pt x="3717566" y="4081665"/>
                </a:lnTo>
                <a:lnTo>
                  <a:pt x="3699854" y="4081665"/>
                </a:lnTo>
                <a:lnTo>
                  <a:pt x="3684110" y="4101346"/>
                </a:lnTo>
                <a:lnTo>
                  <a:pt x="3672302" y="4105282"/>
                </a:lnTo>
                <a:lnTo>
                  <a:pt x="3652622" y="4101346"/>
                </a:lnTo>
                <a:lnTo>
                  <a:pt x="3630974" y="4121026"/>
                </a:lnTo>
                <a:lnTo>
                  <a:pt x="3630974" y="4126930"/>
                </a:lnTo>
                <a:lnTo>
                  <a:pt x="3619166" y="4130866"/>
                </a:lnTo>
                <a:lnTo>
                  <a:pt x="3607357" y="4146610"/>
                </a:lnTo>
                <a:lnTo>
                  <a:pt x="3593581" y="4154482"/>
                </a:lnTo>
                <a:lnTo>
                  <a:pt x="3589645" y="4187938"/>
                </a:lnTo>
                <a:lnTo>
                  <a:pt x="3593581" y="4203682"/>
                </a:lnTo>
                <a:lnTo>
                  <a:pt x="3589645" y="4237139"/>
                </a:lnTo>
                <a:lnTo>
                  <a:pt x="3566029" y="4264691"/>
                </a:lnTo>
                <a:lnTo>
                  <a:pt x="3554221" y="4264691"/>
                </a:lnTo>
                <a:lnTo>
                  <a:pt x="3544381" y="4282403"/>
                </a:lnTo>
                <a:lnTo>
                  <a:pt x="3540445" y="4302083"/>
                </a:lnTo>
                <a:lnTo>
                  <a:pt x="3516829" y="4339476"/>
                </a:lnTo>
                <a:lnTo>
                  <a:pt x="3497148" y="4363092"/>
                </a:lnTo>
                <a:lnTo>
                  <a:pt x="3497148" y="4351284"/>
                </a:lnTo>
                <a:lnTo>
                  <a:pt x="3512893" y="4335540"/>
                </a:lnTo>
                <a:lnTo>
                  <a:pt x="3516829" y="4325699"/>
                </a:lnTo>
                <a:lnTo>
                  <a:pt x="3528637" y="4306019"/>
                </a:lnTo>
                <a:lnTo>
                  <a:pt x="3520765" y="4302083"/>
                </a:lnTo>
                <a:lnTo>
                  <a:pt x="3497148" y="4325699"/>
                </a:lnTo>
                <a:lnTo>
                  <a:pt x="3495180" y="4335540"/>
                </a:lnTo>
                <a:lnTo>
                  <a:pt x="3479436" y="4355220"/>
                </a:lnTo>
                <a:lnTo>
                  <a:pt x="3491244" y="4367028"/>
                </a:lnTo>
                <a:lnTo>
                  <a:pt x="3491244" y="4378836"/>
                </a:lnTo>
                <a:lnTo>
                  <a:pt x="3459768" y="4404420"/>
                </a:lnTo>
                <a:lnTo>
                  <a:pt x="3455832" y="4412291"/>
                </a:lnTo>
                <a:lnTo>
                  <a:pt x="3440088" y="4430003"/>
                </a:lnTo>
                <a:lnTo>
                  <a:pt x="3440088" y="4437875"/>
                </a:lnTo>
                <a:lnTo>
                  <a:pt x="3422376" y="4461491"/>
                </a:lnTo>
                <a:lnTo>
                  <a:pt x="3394824" y="4461491"/>
                </a:lnTo>
                <a:lnTo>
                  <a:pt x="3377111" y="4457555"/>
                </a:lnTo>
                <a:lnTo>
                  <a:pt x="3349559" y="4445747"/>
                </a:lnTo>
                <a:lnTo>
                  <a:pt x="3333815" y="4445747"/>
                </a:lnTo>
                <a:lnTo>
                  <a:pt x="3320038" y="4430003"/>
                </a:lnTo>
                <a:lnTo>
                  <a:pt x="3304294" y="4433939"/>
                </a:lnTo>
                <a:lnTo>
                  <a:pt x="3304294" y="4408355"/>
                </a:lnTo>
                <a:lnTo>
                  <a:pt x="3304326" y="4408323"/>
                </a:lnTo>
                <a:lnTo>
                  <a:pt x="3304287" y="4408356"/>
                </a:lnTo>
                <a:lnTo>
                  <a:pt x="3304287" y="4435908"/>
                </a:lnTo>
                <a:lnTo>
                  <a:pt x="3308223" y="4443780"/>
                </a:lnTo>
                <a:lnTo>
                  <a:pt x="3320031" y="4455588"/>
                </a:lnTo>
                <a:lnTo>
                  <a:pt x="3331839" y="4457556"/>
                </a:lnTo>
                <a:lnTo>
                  <a:pt x="3347583" y="4481173"/>
                </a:lnTo>
                <a:lnTo>
                  <a:pt x="3335775" y="4496917"/>
                </a:lnTo>
                <a:lnTo>
                  <a:pt x="3339711" y="4506757"/>
                </a:lnTo>
                <a:lnTo>
                  <a:pt x="3353487" y="4520533"/>
                </a:lnTo>
                <a:lnTo>
                  <a:pt x="3343647" y="4544149"/>
                </a:lnTo>
                <a:lnTo>
                  <a:pt x="3323967" y="4569733"/>
                </a:lnTo>
                <a:lnTo>
                  <a:pt x="3312159" y="4569733"/>
                </a:lnTo>
                <a:lnTo>
                  <a:pt x="3292478" y="4589413"/>
                </a:lnTo>
                <a:lnTo>
                  <a:pt x="3266895" y="4589413"/>
                </a:lnTo>
                <a:lnTo>
                  <a:pt x="3243278" y="4601221"/>
                </a:lnTo>
                <a:lnTo>
                  <a:pt x="3205886" y="4601221"/>
                </a:lnTo>
                <a:lnTo>
                  <a:pt x="3205886" y="4614998"/>
                </a:lnTo>
                <a:lnTo>
                  <a:pt x="3190142" y="4626806"/>
                </a:lnTo>
                <a:lnTo>
                  <a:pt x="3190142" y="4672070"/>
                </a:lnTo>
                <a:lnTo>
                  <a:pt x="3180301" y="4679942"/>
                </a:lnTo>
                <a:lnTo>
                  <a:pt x="3156685" y="4679942"/>
                </a:lnTo>
                <a:lnTo>
                  <a:pt x="3127165" y="4664198"/>
                </a:lnTo>
                <a:lnTo>
                  <a:pt x="3119293" y="4664198"/>
                </a:lnTo>
                <a:lnTo>
                  <a:pt x="3111420" y="4672070"/>
                </a:lnTo>
                <a:lnTo>
                  <a:pt x="3115357" y="4717334"/>
                </a:lnTo>
                <a:lnTo>
                  <a:pt x="3127165" y="4725206"/>
                </a:lnTo>
                <a:lnTo>
                  <a:pt x="3137005" y="4717334"/>
                </a:lnTo>
                <a:lnTo>
                  <a:pt x="3148813" y="4721270"/>
                </a:lnTo>
                <a:lnTo>
                  <a:pt x="3148813" y="4740951"/>
                </a:lnTo>
                <a:lnTo>
                  <a:pt x="3140941" y="4744887"/>
                </a:lnTo>
                <a:lnTo>
                  <a:pt x="3127165" y="4740951"/>
                </a:lnTo>
                <a:lnTo>
                  <a:pt x="3121261" y="4748823"/>
                </a:lnTo>
                <a:lnTo>
                  <a:pt x="3129133" y="4754727"/>
                </a:lnTo>
                <a:lnTo>
                  <a:pt x="3103549" y="4778343"/>
                </a:lnTo>
                <a:lnTo>
                  <a:pt x="3107485" y="4798023"/>
                </a:lnTo>
                <a:lnTo>
                  <a:pt x="3103549" y="4811799"/>
                </a:lnTo>
                <a:lnTo>
                  <a:pt x="3103549" y="4823607"/>
                </a:lnTo>
                <a:lnTo>
                  <a:pt x="3095676" y="4827543"/>
                </a:lnTo>
                <a:lnTo>
                  <a:pt x="3066156" y="4831479"/>
                </a:lnTo>
                <a:lnTo>
                  <a:pt x="3062220" y="4839351"/>
                </a:lnTo>
                <a:lnTo>
                  <a:pt x="3050412" y="4843287"/>
                </a:lnTo>
                <a:lnTo>
                  <a:pt x="3042540" y="4853127"/>
                </a:lnTo>
                <a:lnTo>
                  <a:pt x="3038604" y="4864935"/>
                </a:lnTo>
                <a:lnTo>
                  <a:pt x="3050412" y="4892488"/>
                </a:lnTo>
                <a:lnTo>
                  <a:pt x="3066156" y="4896424"/>
                </a:lnTo>
                <a:lnTo>
                  <a:pt x="3087805" y="4900360"/>
                </a:lnTo>
                <a:lnTo>
                  <a:pt x="3091741" y="4925944"/>
                </a:lnTo>
                <a:lnTo>
                  <a:pt x="3087805" y="4929880"/>
                </a:lnTo>
                <a:lnTo>
                  <a:pt x="3075996" y="4937752"/>
                </a:lnTo>
                <a:lnTo>
                  <a:pt x="3066156" y="4949560"/>
                </a:lnTo>
                <a:lnTo>
                  <a:pt x="3058284" y="4955464"/>
                </a:lnTo>
                <a:lnTo>
                  <a:pt x="3050412" y="4963336"/>
                </a:lnTo>
                <a:lnTo>
                  <a:pt x="3038604" y="4971208"/>
                </a:lnTo>
                <a:lnTo>
                  <a:pt x="3038604" y="4986952"/>
                </a:lnTo>
                <a:lnTo>
                  <a:pt x="3038604" y="4998760"/>
                </a:lnTo>
                <a:lnTo>
                  <a:pt x="3022860" y="5006633"/>
                </a:lnTo>
                <a:lnTo>
                  <a:pt x="3013019" y="5002697"/>
                </a:lnTo>
                <a:lnTo>
                  <a:pt x="3009084" y="5016473"/>
                </a:lnTo>
                <a:lnTo>
                  <a:pt x="2997275" y="5028281"/>
                </a:lnTo>
                <a:lnTo>
                  <a:pt x="3001211" y="5044025"/>
                </a:lnTo>
                <a:lnTo>
                  <a:pt x="2993339" y="5055833"/>
                </a:lnTo>
                <a:lnTo>
                  <a:pt x="2997275" y="5065673"/>
                </a:lnTo>
                <a:lnTo>
                  <a:pt x="3005148" y="5077481"/>
                </a:lnTo>
                <a:lnTo>
                  <a:pt x="3009084" y="5085353"/>
                </a:lnTo>
                <a:lnTo>
                  <a:pt x="3009084" y="5093225"/>
                </a:lnTo>
                <a:lnTo>
                  <a:pt x="2985468" y="5089289"/>
                </a:lnTo>
                <a:lnTo>
                  <a:pt x="2985468" y="5089290"/>
                </a:lnTo>
                <a:lnTo>
                  <a:pt x="2985467" y="5089292"/>
                </a:lnTo>
                <a:lnTo>
                  <a:pt x="2985467" y="5091257"/>
                </a:lnTo>
                <a:lnTo>
                  <a:pt x="2985074" y="5090471"/>
                </a:lnTo>
                <a:lnTo>
                  <a:pt x="2981532" y="5101098"/>
                </a:lnTo>
                <a:lnTo>
                  <a:pt x="2973659" y="5105034"/>
                </a:lnTo>
                <a:lnTo>
                  <a:pt x="2959884" y="5105034"/>
                </a:lnTo>
                <a:lnTo>
                  <a:pt x="2944139" y="5112906"/>
                </a:lnTo>
                <a:lnTo>
                  <a:pt x="2952012" y="5126682"/>
                </a:lnTo>
                <a:lnTo>
                  <a:pt x="2944139" y="5138490"/>
                </a:lnTo>
                <a:lnTo>
                  <a:pt x="2944139" y="5154234"/>
                </a:lnTo>
                <a:lnTo>
                  <a:pt x="2916587" y="5154234"/>
                </a:lnTo>
                <a:lnTo>
                  <a:pt x="2902811" y="5142426"/>
                </a:lnTo>
                <a:lnTo>
                  <a:pt x="2902811" y="5138490"/>
                </a:lnTo>
                <a:lnTo>
                  <a:pt x="2924459" y="5132586"/>
                </a:lnTo>
                <a:lnTo>
                  <a:pt x="2932331" y="5126682"/>
                </a:lnTo>
                <a:lnTo>
                  <a:pt x="2932331" y="5112906"/>
                </a:lnTo>
                <a:lnTo>
                  <a:pt x="2914619" y="5105034"/>
                </a:lnTo>
                <a:lnTo>
                  <a:pt x="2894939" y="5105034"/>
                </a:lnTo>
                <a:lnTo>
                  <a:pt x="2879195" y="5118810"/>
                </a:lnTo>
                <a:lnTo>
                  <a:pt x="2871323" y="5118810"/>
                </a:lnTo>
                <a:lnTo>
                  <a:pt x="2871323" y="5097162"/>
                </a:lnTo>
                <a:lnTo>
                  <a:pt x="2883131" y="5093226"/>
                </a:lnTo>
                <a:lnTo>
                  <a:pt x="2894939" y="5089290"/>
                </a:lnTo>
                <a:lnTo>
                  <a:pt x="2891003" y="5077482"/>
                </a:lnTo>
                <a:lnTo>
                  <a:pt x="2883131" y="5077482"/>
                </a:lnTo>
                <a:lnTo>
                  <a:pt x="2875258" y="5085354"/>
                </a:lnTo>
                <a:lnTo>
                  <a:pt x="2863451" y="5077482"/>
                </a:lnTo>
                <a:lnTo>
                  <a:pt x="2863451" y="5055833"/>
                </a:lnTo>
                <a:lnTo>
                  <a:pt x="2853610" y="5044025"/>
                </a:lnTo>
                <a:lnTo>
                  <a:pt x="2863451" y="5040089"/>
                </a:lnTo>
                <a:lnTo>
                  <a:pt x="2857546" y="5028281"/>
                </a:lnTo>
                <a:lnTo>
                  <a:pt x="2845738" y="5024345"/>
                </a:lnTo>
                <a:lnTo>
                  <a:pt x="2849675" y="5012537"/>
                </a:lnTo>
                <a:lnTo>
                  <a:pt x="2845738" y="4986953"/>
                </a:lnTo>
                <a:lnTo>
                  <a:pt x="2849675" y="4967273"/>
                </a:lnTo>
                <a:lnTo>
                  <a:pt x="2849675" y="4953497"/>
                </a:lnTo>
                <a:lnTo>
                  <a:pt x="2845738" y="4937752"/>
                </a:lnTo>
                <a:lnTo>
                  <a:pt x="2849675" y="4933816"/>
                </a:lnTo>
                <a:lnTo>
                  <a:pt x="2857546" y="4941689"/>
                </a:lnTo>
                <a:lnTo>
                  <a:pt x="2859514" y="4945625"/>
                </a:lnTo>
                <a:lnTo>
                  <a:pt x="2871323" y="4941689"/>
                </a:lnTo>
                <a:lnTo>
                  <a:pt x="2867387" y="4925944"/>
                </a:lnTo>
                <a:lnTo>
                  <a:pt x="2859514" y="4918072"/>
                </a:lnTo>
                <a:lnTo>
                  <a:pt x="2853610" y="4925944"/>
                </a:lnTo>
                <a:lnTo>
                  <a:pt x="2845738" y="4925944"/>
                </a:lnTo>
                <a:lnTo>
                  <a:pt x="2837867" y="4922008"/>
                </a:lnTo>
                <a:lnTo>
                  <a:pt x="2841802" y="4914136"/>
                </a:lnTo>
                <a:lnTo>
                  <a:pt x="2853610" y="4904296"/>
                </a:lnTo>
                <a:lnTo>
                  <a:pt x="2853610" y="4896424"/>
                </a:lnTo>
                <a:lnTo>
                  <a:pt x="2837867" y="4892488"/>
                </a:lnTo>
                <a:lnTo>
                  <a:pt x="2829994" y="4888552"/>
                </a:lnTo>
                <a:lnTo>
                  <a:pt x="2814250" y="4888552"/>
                </a:lnTo>
                <a:lnTo>
                  <a:pt x="2814250" y="4884616"/>
                </a:lnTo>
                <a:lnTo>
                  <a:pt x="2829994" y="4872808"/>
                </a:lnTo>
                <a:lnTo>
                  <a:pt x="2833931" y="4857064"/>
                </a:lnTo>
                <a:lnTo>
                  <a:pt x="2853610" y="4861000"/>
                </a:lnTo>
                <a:lnTo>
                  <a:pt x="2853610" y="4876744"/>
                </a:lnTo>
                <a:lnTo>
                  <a:pt x="2853610" y="4884616"/>
                </a:lnTo>
                <a:lnTo>
                  <a:pt x="2859514" y="4884616"/>
                </a:lnTo>
                <a:lnTo>
                  <a:pt x="2871323" y="4868872"/>
                </a:lnTo>
                <a:lnTo>
                  <a:pt x="2867387" y="4855096"/>
                </a:lnTo>
                <a:lnTo>
                  <a:pt x="2875258" y="4847224"/>
                </a:lnTo>
                <a:lnTo>
                  <a:pt x="2883131" y="4843288"/>
                </a:lnTo>
                <a:lnTo>
                  <a:pt x="2883131" y="4827544"/>
                </a:lnTo>
                <a:lnTo>
                  <a:pt x="2894939" y="4815735"/>
                </a:lnTo>
                <a:lnTo>
                  <a:pt x="2894939" y="4807863"/>
                </a:lnTo>
                <a:lnTo>
                  <a:pt x="2883131" y="4805895"/>
                </a:lnTo>
                <a:lnTo>
                  <a:pt x="2879195" y="4786215"/>
                </a:lnTo>
                <a:lnTo>
                  <a:pt x="2894939" y="4762599"/>
                </a:lnTo>
                <a:lnTo>
                  <a:pt x="2891003" y="4737015"/>
                </a:lnTo>
                <a:lnTo>
                  <a:pt x="2898875" y="4725207"/>
                </a:lnTo>
                <a:lnTo>
                  <a:pt x="2894939" y="4709463"/>
                </a:lnTo>
                <a:lnTo>
                  <a:pt x="2898875" y="4697655"/>
                </a:lnTo>
                <a:lnTo>
                  <a:pt x="2891003" y="4695687"/>
                </a:lnTo>
                <a:lnTo>
                  <a:pt x="2875258" y="4701591"/>
                </a:lnTo>
                <a:lnTo>
                  <a:pt x="2857546" y="4683878"/>
                </a:lnTo>
                <a:lnTo>
                  <a:pt x="2863451" y="4664198"/>
                </a:lnTo>
                <a:lnTo>
                  <a:pt x="2867387" y="4634678"/>
                </a:lnTo>
                <a:lnTo>
                  <a:pt x="2875258" y="4622870"/>
                </a:lnTo>
                <a:lnTo>
                  <a:pt x="2879195" y="4593350"/>
                </a:lnTo>
                <a:lnTo>
                  <a:pt x="2867387" y="4561861"/>
                </a:lnTo>
                <a:lnTo>
                  <a:pt x="2867387" y="4530373"/>
                </a:lnTo>
                <a:lnTo>
                  <a:pt x="2879195" y="4524469"/>
                </a:lnTo>
                <a:lnTo>
                  <a:pt x="2883131" y="4502821"/>
                </a:lnTo>
                <a:lnTo>
                  <a:pt x="2894939" y="4489045"/>
                </a:lnTo>
                <a:lnTo>
                  <a:pt x="2902811" y="4469365"/>
                </a:lnTo>
                <a:lnTo>
                  <a:pt x="2910683" y="4443780"/>
                </a:lnTo>
                <a:lnTo>
                  <a:pt x="2916587" y="4416228"/>
                </a:lnTo>
                <a:lnTo>
                  <a:pt x="2932331" y="4394580"/>
                </a:lnTo>
                <a:lnTo>
                  <a:pt x="2932331" y="4347348"/>
                </a:lnTo>
                <a:lnTo>
                  <a:pt x="2924459" y="4302083"/>
                </a:lnTo>
                <a:lnTo>
                  <a:pt x="2936267" y="4294211"/>
                </a:lnTo>
                <a:lnTo>
                  <a:pt x="2936267" y="4264691"/>
                </a:lnTo>
                <a:lnTo>
                  <a:pt x="2932331" y="4252883"/>
                </a:lnTo>
                <a:lnTo>
                  <a:pt x="2952012" y="4178098"/>
                </a:lnTo>
                <a:lnTo>
                  <a:pt x="2959884" y="4146610"/>
                </a:lnTo>
                <a:lnTo>
                  <a:pt x="2955947" y="4079698"/>
                </a:lnTo>
                <a:lnTo>
                  <a:pt x="2967755" y="4071825"/>
                </a:lnTo>
                <a:lnTo>
                  <a:pt x="2971691" y="3995073"/>
                </a:lnTo>
                <a:lnTo>
                  <a:pt x="2963820" y="3987201"/>
                </a:lnTo>
                <a:lnTo>
                  <a:pt x="2967609" y="3939837"/>
                </a:lnTo>
                <a:lnTo>
                  <a:pt x="2922502" y="3902576"/>
                </a:lnTo>
                <a:lnTo>
                  <a:pt x="2902821" y="3900608"/>
                </a:lnTo>
                <a:lnTo>
                  <a:pt x="2877238" y="3867152"/>
                </a:lnTo>
                <a:lnTo>
                  <a:pt x="2853621" y="3867152"/>
                </a:lnTo>
                <a:lnTo>
                  <a:pt x="2828037" y="3847471"/>
                </a:lnTo>
                <a:lnTo>
                  <a:pt x="2820164" y="3839599"/>
                </a:lnTo>
                <a:lnTo>
                  <a:pt x="2800484" y="3831727"/>
                </a:lnTo>
                <a:lnTo>
                  <a:pt x="2792612" y="3804175"/>
                </a:lnTo>
                <a:lnTo>
                  <a:pt x="2796548" y="3790399"/>
                </a:lnTo>
                <a:lnTo>
                  <a:pt x="2776868" y="3770719"/>
                </a:lnTo>
                <a:lnTo>
                  <a:pt x="2776868" y="3754974"/>
                </a:lnTo>
                <a:lnTo>
                  <a:pt x="2763091" y="3743166"/>
                </a:lnTo>
                <a:lnTo>
                  <a:pt x="2759156" y="3729390"/>
                </a:lnTo>
                <a:lnTo>
                  <a:pt x="2743412" y="3697902"/>
                </a:lnTo>
                <a:lnTo>
                  <a:pt x="2731603" y="3656574"/>
                </a:lnTo>
                <a:lnTo>
                  <a:pt x="2711923" y="3634925"/>
                </a:lnTo>
                <a:lnTo>
                  <a:pt x="2696179" y="3595565"/>
                </a:lnTo>
                <a:lnTo>
                  <a:pt x="2676499" y="3591629"/>
                </a:lnTo>
                <a:lnTo>
                  <a:pt x="2664690" y="3577853"/>
                </a:lnTo>
                <a:lnTo>
                  <a:pt x="2672562" y="3573917"/>
                </a:lnTo>
                <a:lnTo>
                  <a:pt x="2672562" y="3566045"/>
                </a:lnTo>
                <a:lnTo>
                  <a:pt x="2664690" y="3558173"/>
                </a:lnTo>
                <a:lnTo>
                  <a:pt x="2666658" y="3546365"/>
                </a:lnTo>
                <a:lnTo>
                  <a:pt x="2664690" y="3528652"/>
                </a:lnTo>
                <a:lnTo>
                  <a:pt x="2676497" y="3520781"/>
                </a:lnTo>
                <a:lnTo>
                  <a:pt x="2676497" y="3520780"/>
                </a:lnTo>
                <a:lnTo>
                  <a:pt x="2676497" y="3512908"/>
                </a:lnTo>
                <a:lnTo>
                  <a:pt x="2690274" y="3508972"/>
                </a:lnTo>
                <a:lnTo>
                  <a:pt x="2707986" y="3505036"/>
                </a:lnTo>
                <a:lnTo>
                  <a:pt x="2711922" y="3491260"/>
                </a:lnTo>
                <a:lnTo>
                  <a:pt x="2707986" y="3479452"/>
                </a:lnTo>
                <a:lnTo>
                  <a:pt x="2700114" y="3487324"/>
                </a:lnTo>
                <a:lnTo>
                  <a:pt x="2688306" y="3487324"/>
                </a:lnTo>
                <a:lnTo>
                  <a:pt x="2676497" y="3471580"/>
                </a:lnTo>
                <a:lnTo>
                  <a:pt x="2676497" y="3434188"/>
                </a:lnTo>
                <a:lnTo>
                  <a:pt x="2690274" y="3422379"/>
                </a:lnTo>
                <a:lnTo>
                  <a:pt x="2690274" y="3388923"/>
                </a:lnTo>
                <a:lnTo>
                  <a:pt x="2702082" y="3384987"/>
                </a:lnTo>
                <a:lnTo>
                  <a:pt x="2713890" y="3381051"/>
                </a:lnTo>
                <a:lnTo>
                  <a:pt x="2723730" y="3381051"/>
                </a:lnTo>
                <a:lnTo>
                  <a:pt x="2740082" y="3389227"/>
                </a:lnTo>
                <a:lnTo>
                  <a:pt x="2723727" y="3381050"/>
                </a:lnTo>
                <a:lnTo>
                  <a:pt x="2729631" y="3355466"/>
                </a:lnTo>
                <a:lnTo>
                  <a:pt x="2741440" y="3335785"/>
                </a:lnTo>
                <a:lnTo>
                  <a:pt x="2755216" y="3331849"/>
                </a:lnTo>
                <a:lnTo>
                  <a:pt x="2763088" y="3323977"/>
                </a:lnTo>
                <a:lnTo>
                  <a:pt x="2763088" y="3312169"/>
                </a:lnTo>
                <a:lnTo>
                  <a:pt x="2772928" y="3302329"/>
                </a:lnTo>
                <a:lnTo>
                  <a:pt x="2770960" y="3282649"/>
                </a:lnTo>
                <a:lnTo>
                  <a:pt x="2767024" y="3255097"/>
                </a:lnTo>
                <a:lnTo>
                  <a:pt x="2767024" y="3223609"/>
                </a:lnTo>
                <a:lnTo>
                  <a:pt x="2763088" y="3203929"/>
                </a:lnTo>
                <a:lnTo>
                  <a:pt x="2778832" y="3199993"/>
                </a:lnTo>
                <a:lnTo>
                  <a:pt x="2778832" y="3199992"/>
                </a:lnTo>
                <a:lnTo>
                  <a:pt x="2763089" y="3203928"/>
                </a:lnTo>
                <a:lnTo>
                  <a:pt x="2753248" y="3192120"/>
                </a:lnTo>
                <a:lnTo>
                  <a:pt x="2743408" y="3170472"/>
                </a:lnTo>
                <a:lnTo>
                  <a:pt x="2729632" y="3162600"/>
                </a:lnTo>
                <a:lnTo>
                  <a:pt x="2711920" y="3166536"/>
                </a:lnTo>
                <a:lnTo>
                  <a:pt x="2700112" y="3174408"/>
                </a:lnTo>
                <a:lnTo>
                  <a:pt x="2696175" y="3180312"/>
                </a:lnTo>
                <a:lnTo>
                  <a:pt x="2702079" y="3196056"/>
                </a:lnTo>
                <a:lnTo>
                  <a:pt x="2684367" y="3207864"/>
                </a:lnTo>
                <a:lnTo>
                  <a:pt x="2672559" y="3199992"/>
                </a:lnTo>
                <a:lnTo>
                  <a:pt x="2656814" y="3192120"/>
                </a:lnTo>
                <a:lnTo>
                  <a:pt x="2652878" y="3184248"/>
                </a:lnTo>
                <a:lnTo>
                  <a:pt x="2629265" y="3174409"/>
                </a:lnTo>
                <a:lnTo>
                  <a:pt x="2619422" y="3174409"/>
                </a:lnTo>
                <a:lnTo>
                  <a:pt x="2599742" y="3154729"/>
                </a:lnTo>
                <a:lnTo>
                  <a:pt x="2587934" y="3137017"/>
                </a:lnTo>
                <a:lnTo>
                  <a:pt x="2574157" y="3129145"/>
                </a:lnTo>
                <a:lnTo>
                  <a:pt x="2566286" y="3133081"/>
                </a:lnTo>
                <a:lnTo>
                  <a:pt x="2546605" y="3121273"/>
                </a:lnTo>
                <a:lnTo>
                  <a:pt x="2542669" y="3103561"/>
                </a:lnTo>
                <a:lnTo>
                  <a:pt x="2544561" y="3103443"/>
                </a:lnTo>
                <a:lnTo>
                  <a:pt x="2528895" y="3079945"/>
                </a:lnTo>
                <a:lnTo>
                  <a:pt x="2509214" y="3058297"/>
                </a:lnTo>
                <a:lnTo>
                  <a:pt x="2495439" y="3050425"/>
                </a:lnTo>
                <a:lnTo>
                  <a:pt x="2495439" y="3042553"/>
                </a:lnTo>
                <a:lnTo>
                  <a:pt x="2503881" y="3043960"/>
                </a:lnTo>
                <a:lnTo>
                  <a:pt x="2495439" y="3040583"/>
                </a:lnTo>
                <a:lnTo>
                  <a:pt x="2495439" y="3036647"/>
                </a:lnTo>
                <a:lnTo>
                  <a:pt x="2487567" y="3032711"/>
                </a:lnTo>
                <a:lnTo>
                  <a:pt x="2467887" y="3014999"/>
                </a:lnTo>
                <a:lnTo>
                  <a:pt x="2436359" y="3003872"/>
                </a:lnTo>
                <a:lnTo>
                  <a:pt x="2436358" y="3003873"/>
                </a:lnTo>
                <a:lnTo>
                  <a:pt x="2467887" y="3015001"/>
                </a:lnTo>
                <a:lnTo>
                  <a:pt x="2487567" y="3032713"/>
                </a:lnTo>
                <a:lnTo>
                  <a:pt x="2485599" y="3034681"/>
                </a:lnTo>
                <a:lnTo>
                  <a:pt x="2479695" y="3036649"/>
                </a:lnTo>
                <a:lnTo>
                  <a:pt x="2463951" y="3040585"/>
                </a:lnTo>
                <a:lnTo>
                  <a:pt x="2422622" y="3020905"/>
                </a:lnTo>
                <a:lnTo>
                  <a:pt x="2428536" y="3012035"/>
                </a:lnTo>
                <a:lnTo>
                  <a:pt x="2422622" y="3018934"/>
                </a:lnTo>
                <a:lnTo>
                  <a:pt x="2369486" y="3009094"/>
                </a:lnTo>
                <a:lnTo>
                  <a:pt x="2357677" y="2997286"/>
                </a:lnTo>
                <a:lnTo>
                  <a:pt x="2365505" y="2958148"/>
                </a:lnTo>
                <a:lnTo>
                  <a:pt x="2357680" y="2995320"/>
                </a:lnTo>
                <a:lnTo>
                  <a:pt x="2328159" y="2969736"/>
                </a:lnTo>
                <a:lnTo>
                  <a:pt x="2324223" y="2957928"/>
                </a:lnTo>
                <a:lnTo>
                  <a:pt x="2304543" y="2953992"/>
                </a:lnTo>
                <a:lnTo>
                  <a:pt x="2298638" y="2946120"/>
                </a:lnTo>
                <a:lnTo>
                  <a:pt x="2290767" y="2946120"/>
                </a:lnTo>
                <a:lnTo>
                  <a:pt x="2259278" y="2961864"/>
                </a:lnTo>
                <a:lnTo>
                  <a:pt x="2229758" y="2965800"/>
                </a:lnTo>
                <a:lnTo>
                  <a:pt x="2221886" y="2957928"/>
                </a:lnTo>
                <a:lnTo>
                  <a:pt x="2206141" y="2957928"/>
                </a:lnTo>
                <a:lnTo>
                  <a:pt x="2192365" y="2950056"/>
                </a:lnTo>
                <a:lnTo>
                  <a:pt x="2184493" y="2950056"/>
                </a:lnTo>
                <a:lnTo>
                  <a:pt x="2168749" y="2938248"/>
                </a:lnTo>
                <a:lnTo>
                  <a:pt x="2145133" y="2934312"/>
                </a:lnTo>
                <a:lnTo>
                  <a:pt x="2137260" y="2930376"/>
                </a:lnTo>
                <a:lnTo>
                  <a:pt x="2127421" y="2926440"/>
                </a:lnTo>
                <a:lnTo>
                  <a:pt x="2115612" y="2916600"/>
                </a:lnTo>
                <a:lnTo>
                  <a:pt x="2099868" y="2908727"/>
                </a:lnTo>
                <a:lnTo>
                  <a:pt x="2088060" y="2896919"/>
                </a:lnTo>
                <a:lnTo>
                  <a:pt x="2070347" y="2896919"/>
                </a:lnTo>
                <a:lnTo>
                  <a:pt x="2054603" y="2885111"/>
                </a:lnTo>
                <a:lnTo>
                  <a:pt x="2034923" y="2885111"/>
                </a:lnTo>
                <a:lnTo>
                  <a:pt x="2030987" y="2871335"/>
                </a:lnTo>
                <a:lnTo>
                  <a:pt x="2017211" y="2863463"/>
                </a:lnTo>
                <a:lnTo>
                  <a:pt x="2005402" y="2855591"/>
                </a:lnTo>
                <a:lnTo>
                  <a:pt x="1989658" y="2847719"/>
                </a:lnTo>
                <a:lnTo>
                  <a:pt x="1985722" y="2839847"/>
                </a:lnTo>
                <a:lnTo>
                  <a:pt x="1981786" y="2831975"/>
                </a:lnTo>
                <a:lnTo>
                  <a:pt x="1989658" y="2822135"/>
                </a:lnTo>
                <a:lnTo>
                  <a:pt x="1989658" y="2794582"/>
                </a:lnTo>
                <a:lnTo>
                  <a:pt x="1977851" y="2772934"/>
                </a:lnTo>
                <a:lnTo>
                  <a:pt x="1975882" y="2765062"/>
                </a:lnTo>
                <a:lnTo>
                  <a:pt x="1948330" y="2737510"/>
                </a:lnTo>
                <a:lnTo>
                  <a:pt x="1936522" y="2719798"/>
                </a:lnTo>
                <a:lnTo>
                  <a:pt x="1928650" y="2715862"/>
                </a:lnTo>
                <a:lnTo>
                  <a:pt x="1918810" y="2704053"/>
                </a:lnTo>
                <a:lnTo>
                  <a:pt x="1914874" y="2688309"/>
                </a:lnTo>
                <a:lnTo>
                  <a:pt x="1907001" y="2678469"/>
                </a:lnTo>
                <a:lnTo>
                  <a:pt x="1891257" y="2674533"/>
                </a:lnTo>
                <a:lnTo>
                  <a:pt x="1875513" y="2666661"/>
                </a:lnTo>
                <a:lnTo>
                  <a:pt x="1875513" y="2654853"/>
                </a:lnTo>
                <a:lnTo>
                  <a:pt x="1883385" y="2646981"/>
                </a:lnTo>
                <a:lnTo>
                  <a:pt x="1871577" y="2633205"/>
                </a:lnTo>
                <a:lnTo>
                  <a:pt x="1861737" y="2635173"/>
                </a:lnTo>
                <a:lnTo>
                  <a:pt x="1842056" y="2613525"/>
                </a:lnTo>
                <a:lnTo>
                  <a:pt x="1842056" y="2599749"/>
                </a:lnTo>
                <a:lnTo>
                  <a:pt x="1818440" y="2595813"/>
                </a:lnTo>
                <a:lnTo>
                  <a:pt x="1804664" y="2574164"/>
                </a:lnTo>
                <a:lnTo>
                  <a:pt x="1796792" y="2570228"/>
                </a:lnTo>
                <a:lnTo>
                  <a:pt x="1784984" y="2550548"/>
                </a:lnTo>
                <a:lnTo>
                  <a:pt x="1777112" y="2532836"/>
                </a:lnTo>
                <a:lnTo>
                  <a:pt x="1765304" y="2521028"/>
                </a:lnTo>
                <a:lnTo>
                  <a:pt x="1769240" y="2505284"/>
                </a:lnTo>
                <a:lnTo>
                  <a:pt x="1765304" y="2489540"/>
                </a:lnTo>
                <a:lnTo>
                  <a:pt x="1755463" y="2489540"/>
                </a:lnTo>
                <a:lnTo>
                  <a:pt x="1751528" y="2479699"/>
                </a:lnTo>
                <a:lnTo>
                  <a:pt x="1747592" y="2479699"/>
                </a:lnTo>
                <a:lnTo>
                  <a:pt x="1735783" y="2483635"/>
                </a:lnTo>
                <a:lnTo>
                  <a:pt x="1723975" y="2471827"/>
                </a:lnTo>
                <a:lnTo>
                  <a:pt x="1720039" y="2475763"/>
                </a:lnTo>
                <a:lnTo>
                  <a:pt x="1723975" y="2524964"/>
                </a:lnTo>
                <a:lnTo>
                  <a:pt x="1727911" y="2532836"/>
                </a:lnTo>
                <a:lnTo>
                  <a:pt x="1769240" y="2578100"/>
                </a:lnTo>
                <a:lnTo>
                  <a:pt x="1769240" y="2584004"/>
                </a:lnTo>
                <a:lnTo>
                  <a:pt x="1781048" y="2599749"/>
                </a:lnTo>
                <a:lnTo>
                  <a:pt x="1784984" y="2605653"/>
                </a:lnTo>
                <a:lnTo>
                  <a:pt x="1814505" y="2639109"/>
                </a:lnTo>
                <a:lnTo>
                  <a:pt x="1822376" y="2662725"/>
                </a:lnTo>
                <a:lnTo>
                  <a:pt x="1826312" y="2674533"/>
                </a:lnTo>
                <a:lnTo>
                  <a:pt x="1838120" y="2688309"/>
                </a:lnTo>
                <a:lnTo>
                  <a:pt x="1842056" y="2704053"/>
                </a:lnTo>
                <a:lnTo>
                  <a:pt x="1853864" y="2711926"/>
                </a:lnTo>
                <a:lnTo>
                  <a:pt x="1863705" y="2725702"/>
                </a:lnTo>
                <a:lnTo>
                  <a:pt x="1869609" y="2737510"/>
                </a:lnTo>
                <a:lnTo>
                  <a:pt x="1869609" y="2753254"/>
                </a:lnTo>
                <a:lnTo>
                  <a:pt x="1857801" y="2757190"/>
                </a:lnTo>
                <a:lnTo>
                  <a:pt x="1853864" y="2737510"/>
                </a:lnTo>
                <a:lnTo>
                  <a:pt x="1826312" y="2715862"/>
                </a:lnTo>
                <a:lnTo>
                  <a:pt x="1814505" y="2711926"/>
                </a:lnTo>
                <a:lnTo>
                  <a:pt x="1800728" y="2692245"/>
                </a:lnTo>
                <a:lnTo>
                  <a:pt x="1796792" y="2662725"/>
                </a:lnTo>
                <a:lnTo>
                  <a:pt x="1784984" y="2650917"/>
                </a:lnTo>
                <a:lnTo>
                  <a:pt x="1765304" y="2635173"/>
                </a:lnTo>
                <a:lnTo>
                  <a:pt x="1747592" y="2633205"/>
                </a:lnTo>
                <a:lnTo>
                  <a:pt x="1720039" y="2613525"/>
                </a:lnTo>
                <a:lnTo>
                  <a:pt x="1720039" y="2611557"/>
                </a:lnTo>
                <a:lnTo>
                  <a:pt x="1720039" y="2605653"/>
                </a:lnTo>
                <a:lnTo>
                  <a:pt x="1743655" y="2605653"/>
                </a:lnTo>
                <a:lnTo>
                  <a:pt x="1739719" y="2584004"/>
                </a:lnTo>
                <a:lnTo>
                  <a:pt x="1739719" y="2574164"/>
                </a:lnTo>
                <a:lnTo>
                  <a:pt x="1716103" y="2550548"/>
                </a:lnTo>
                <a:lnTo>
                  <a:pt x="1708231" y="2546612"/>
                </a:lnTo>
                <a:lnTo>
                  <a:pt x="1698391" y="2532836"/>
                </a:lnTo>
                <a:lnTo>
                  <a:pt x="1692486" y="2517092"/>
                </a:lnTo>
                <a:lnTo>
                  <a:pt x="1662966" y="2487572"/>
                </a:lnTo>
                <a:lnTo>
                  <a:pt x="1659030" y="2463955"/>
                </a:lnTo>
                <a:lnTo>
                  <a:pt x="1655094" y="2452147"/>
                </a:lnTo>
                <a:lnTo>
                  <a:pt x="1670839" y="2448211"/>
                </a:lnTo>
                <a:lnTo>
                  <a:pt x="1720039" y="2444275"/>
                </a:lnTo>
                <a:lnTo>
                  <a:pt x="1761367" y="2463955"/>
                </a:lnTo>
                <a:lnTo>
                  <a:pt x="1802696" y="2489540"/>
                </a:lnTo>
                <a:lnTo>
                  <a:pt x="1818440" y="2493476"/>
                </a:lnTo>
                <a:lnTo>
                  <a:pt x="1879449" y="2493476"/>
                </a:lnTo>
                <a:lnTo>
                  <a:pt x="1907001" y="2485604"/>
                </a:lnTo>
                <a:lnTo>
                  <a:pt x="1914874" y="2471827"/>
                </a:lnTo>
                <a:lnTo>
                  <a:pt x="1940458" y="2471827"/>
                </a:lnTo>
                <a:lnTo>
                  <a:pt x="1966042" y="2475763"/>
                </a:lnTo>
                <a:lnTo>
                  <a:pt x="1993595" y="2501348"/>
                </a:lnTo>
                <a:lnTo>
                  <a:pt x="2005402" y="2501348"/>
                </a:lnTo>
                <a:lnTo>
                  <a:pt x="2013274" y="2513155"/>
                </a:lnTo>
                <a:lnTo>
                  <a:pt x="2013274" y="2513154"/>
                </a:lnTo>
                <a:lnTo>
                  <a:pt x="2005402" y="2501346"/>
                </a:lnTo>
                <a:lnTo>
                  <a:pt x="1993593" y="2501346"/>
                </a:lnTo>
                <a:lnTo>
                  <a:pt x="1966041" y="2473794"/>
                </a:lnTo>
                <a:lnTo>
                  <a:pt x="1940457" y="2469858"/>
                </a:lnTo>
                <a:lnTo>
                  <a:pt x="1912905" y="2469858"/>
                </a:lnTo>
                <a:lnTo>
                  <a:pt x="1907001" y="2485602"/>
                </a:lnTo>
                <a:lnTo>
                  <a:pt x="1879448" y="2493474"/>
                </a:lnTo>
                <a:lnTo>
                  <a:pt x="1818439" y="2493474"/>
                </a:lnTo>
                <a:lnTo>
                  <a:pt x="1802695" y="2489538"/>
                </a:lnTo>
                <a:lnTo>
                  <a:pt x="1761367" y="2463954"/>
                </a:lnTo>
                <a:lnTo>
                  <a:pt x="1720038" y="2444273"/>
                </a:lnTo>
                <a:lnTo>
                  <a:pt x="1670837" y="2448209"/>
                </a:lnTo>
                <a:lnTo>
                  <a:pt x="1655093" y="2452145"/>
                </a:lnTo>
                <a:lnTo>
                  <a:pt x="1647221" y="2440337"/>
                </a:lnTo>
                <a:lnTo>
                  <a:pt x="1637381" y="2416721"/>
                </a:lnTo>
                <a:lnTo>
                  <a:pt x="1617701" y="2406881"/>
                </a:lnTo>
                <a:lnTo>
                  <a:pt x="1605893" y="2406881"/>
                </a:lnTo>
                <a:lnTo>
                  <a:pt x="1598021" y="2406881"/>
                </a:lnTo>
                <a:lnTo>
                  <a:pt x="1588180" y="2391137"/>
                </a:lnTo>
                <a:lnTo>
                  <a:pt x="1572436" y="2383265"/>
                </a:lnTo>
                <a:lnTo>
                  <a:pt x="1556692" y="2383265"/>
                </a:lnTo>
                <a:lnTo>
                  <a:pt x="1548820" y="2357681"/>
                </a:lnTo>
                <a:lnTo>
                  <a:pt x="1531108" y="2334065"/>
                </a:lnTo>
                <a:lnTo>
                  <a:pt x="1523235" y="2322257"/>
                </a:lnTo>
                <a:lnTo>
                  <a:pt x="1519299" y="2308480"/>
                </a:lnTo>
                <a:lnTo>
                  <a:pt x="1511428" y="2296672"/>
                </a:lnTo>
                <a:lnTo>
                  <a:pt x="1507491" y="2280928"/>
                </a:lnTo>
                <a:lnTo>
                  <a:pt x="1511428" y="2267152"/>
                </a:lnTo>
                <a:lnTo>
                  <a:pt x="1507491" y="2263216"/>
                </a:lnTo>
                <a:lnTo>
                  <a:pt x="1487811" y="2259280"/>
                </a:lnTo>
                <a:lnTo>
                  <a:pt x="1481907" y="2231728"/>
                </a:lnTo>
                <a:lnTo>
                  <a:pt x="1462227" y="2217952"/>
                </a:lnTo>
                <a:lnTo>
                  <a:pt x="1458291" y="2194336"/>
                </a:lnTo>
                <a:lnTo>
                  <a:pt x="1450419" y="2178592"/>
                </a:lnTo>
                <a:lnTo>
                  <a:pt x="1454355" y="2160879"/>
                </a:lnTo>
                <a:lnTo>
                  <a:pt x="1454355" y="2133327"/>
                </a:lnTo>
                <a:lnTo>
                  <a:pt x="1446483" y="2095935"/>
                </a:lnTo>
                <a:lnTo>
                  <a:pt x="1444515" y="2070351"/>
                </a:lnTo>
                <a:lnTo>
                  <a:pt x="1454355" y="2030990"/>
                </a:lnTo>
                <a:lnTo>
                  <a:pt x="1454355" y="1981790"/>
                </a:lnTo>
                <a:lnTo>
                  <a:pt x="1458291" y="1946366"/>
                </a:lnTo>
                <a:lnTo>
                  <a:pt x="1454355" y="1912910"/>
                </a:lnTo>
                <a:lnTo>
                  <a:pt x="1434674" y="1879453"/>
                </a:lnTo>
                <a:lnTo>
                  <a:pt x="1438610" y="1867645"/>
                </a:lnTo>
                <a:lnTo>
                  <a:pt x="1454355" y="1867645"/>
                </a:lnTo>
                <a:lnTo>
                  <a:pt x="1474035" y="1875517"/>
                </a:lnTo>
                <a:lnTo>
                  <a:pt x="1503555" y="1871581"/>
                </a:lnTo>
                <a:lnTo>
                  <a:pt x="1495683" y="1905038"/>
                </a:lnTo>
                <a:lnTo>
                  <a:pt x="1507491" y="1905038"/>
                </a:lnTo>
                <a:lnTo>
                  <a:pt x="1511428" y="1887325"/>
                </a:lnTo>
                <a:lnTo>
                  <a:pt x="1503555" y="1867645"/>
                </a:lnTo>
                <a:lnTo>
                  <a:pt x="1503555" y="1842061"/>
                </a:lnTo>
                <a:lnTo>
                  <a:pt x="2288612" y="1840094"/>
                </a:lnTo>
                <a:lnTo>
                  <a:pt x="1505523" y="1840094"/>
                </a:lnTo>
                <a:lnTo>
                  <a:pt x="1489779" y="1832222"/>
                </a:lnTo>
                <a:lnTo>
                  <a:pt x="1474035" y="1810573"/>
                </a:lnTo>
                <a:lnTo>
                  <a:pt x="1462227" y="1810573"/>
                </a:lnTo>
                <a:lnTo>
                  <a:pt x="1454354" y="1794829"/>
                </a:lnTo>
                <a:lnTo>
                  <a:pt x="1440578" y="1790893"/>
                </a:lnTo>
                <a:lnTo>
                  <a:pt x="1428770" y="1773181"/>
                </a:lnTo>
                <a:lnTo>
                  <a:pt x="1416962" y="1765309"/>
                </a:lnTo>
                <a:lnTo>
                  <a:pt x="1399250" y="1765309"/>
                </a:lnTo>
                <a:lnTo>
                  <a:pt x="1387441" y="1749565"/>
                </a:lnTo>
                <a:lnTo>
                  <a:pt x="1361857" y="1745629"/>
                </a:lnTo>
                <a:lnTo>
                  <a:pt x="1352017" y="1737757"/>
                </a:lnTo>
                <a:lnTo>
                  <a:pt x="1344145" y="1716108"/>
                </a:lnTo>
                <a:lnTo>
                  <a:pt x="1348081" y="1692492"/>
                </a:lnTo>
                <a:lnTo>
                  <a:pt x="1340209" y="1682652"/>
                </a:lnTo>
                <a:lnTo>
                  <a:pt x="1336273" y="1666908"/>
                </a:lnTo>
                <a:lnTo>
                  <a:pt x="1324465" y="1670844"/>
                </a:lnTo>
                <a:lnTo>
                  <a:pt x="1308721" y="1666908"/>
                </a:lnTo>
                <a:lnTo>
                  <a:pt x="1308721" y="1651164"/>
                </a:lnTo>
                <a:lnTo>
                  <a:pt x="1316593" y="1647228"/>
                </a:lnTo>
                <a:lnTo>
                  <a:pt x="1312657" y="1625580"/>
                </a:lnTo>
                <a:lnTo>
                  <a:pt x="1304785" y="1629516"/>
                </a:lnTo>
                <a:lnTo>
                  <a:pt x="1302817" y="1635420"/>
                </a:lnTo>
                <a:lnTo>
                  <a:pt x="1291009" y="1629516"/>
                </a:lnTo>
                <a:lnTo>
                  <a:pt x="1283137" y="1613771"/>
                </a:lnTo>
                <a:lnTo>
                  <a:pt x="1279201" y="1586219"/>
                </a:lnTo>
                <a:lnTo>
                  <a:pt x="1279201" y="1568507"/>
                </a:lnTo>
                <a:lnTo>
                  <a:pt x="1287073" y="1560635"/>
                </a:lnTo>
                <a:lnTo>
                  <a:pt x="1287073" y="1537019"/>
                </a:lnTo>
                <a:lnTo>
                  <a:pt x="1291009" y="1511435"/>
                </a:lnTo>
                <a:lnTo>
                  <a:pt x="1288944" y="1510196"/>
                </a:lnTo>
                <a:lnTo>
                  <a:pt x="1285112" y="1537019"/>
                </a:lnTo>
                <a:lnTo>
                  <a:pt x="1285112" y="1560636"/>
                </a:lnTo>
                <a:lnTo>
                  <a:pt x="1279208" y="1566540"/>
                </a:lnTo>
                <a:lnTo>
                  <a:pt x="1267400" y="1566540"/>
                </a:lnTo>
                <a:lnTo>
                  <a:pt x="1263464" y="1566540"/>
                </a:lnTo>
                <a:lnTo>
                  <a:pt x="1259528" y="1544891"/>
                </a:lnTo>
                <a:lnTo>
                  <a:pt x="1239848" y="1540955"/>
                </a:lnTo>
                <a:lnTo>
                  <a:pt x="1235912" y="1529147"/>
                </a:lnTo>
                <a:lnTo>
                  <a:pt x="1230008" y="1529147"/>
                </a:lnTo>
                <a:lnTo>
                  <a:pt x="1230008" y="1513403"/>
                </a:lnTo>
                <a:lnTo>
                  <a:pt x="1218200" y="1499627"/>
                </a:lnTo>
                <a:lnTo>
                  <a:pt x="1214264" y="1472075"/>
                </a:lnTo>
                <a:lnTo>
                  <a:pt x="1206392" y="1468139"/>
                </a:lnTo>
                <a:lnTo>
                  <a:pt x="1190648" y="1454363"/>
                </a:lnTo>
                <a:lnTo>
                  <a:pt x="1186712" y="1426810"/>
                </a:lnTo>
                <a:lnTo>
                  <a:pt x="1172936" y="1389418"/>
                </a:lnTo>
                <a:lnTo>
                  <a:pt x="1157192" y="1381546"/>
                </a:lnTo>
                <a:lnTo>
                  <a:pt x="1145384" y="1377610"/>
                </a:lnTo>
                <a:lnTo>
                  <a:pt x="1137512" y="1355962"/>
                </a:lnTo>
                <a:lnTo>
                  <a:pt x="1133575" y="1381546"/>
                </a:lnTo>
                <a:lnTo>
                  <a:pt x="1127672" y="1381546"/>
                </a:lnTo>
                <a:lnTo>
                  <a:pt x="1115863" y="1367770"/>
                </a:lnTo>
                <a:lnTo>
                  <a:pt x="1104055" y="1367770"/>
                </a:lnTo>
                <a:lnTo>
                  <a:pt x="1104055" y="1373674"/>
                </a:lnTo>
                <a:lnTo>
                  <a:pt x="1111928" y="1385482"/>
                </a:lnTo>
                <a:lnTo>
                  <a:pt x="1076503" y="1385482"/>
                </a:lnTo>
                <a:lnTo>
                  <a:pt x="1058791" y="1367770"/>
                </a:lnTo>
                <a:lnTo>
                  <a:pt x="1050919" y="1344154"/>
                </a:lnTo>
                <a:lnTo>
                  <a:pt x="1017463" y="1332346"/>
                </a:lnTo>
                <a:lnTo>
                  <a:pt x="1013527" y="1306761"/>
                </a:lnTo>
                <a:lnTo>
                  <a:pt x="997783" y="1314633"/>
                </a:lnTo>
                <a:lnTo>
                  <a:pt x="968263" y="1312665"/>
                </a:lnTo>
                <a:lnTo>
                  <a:pt x="964327" y="1304793"/>
                </a:lnTo>
                <a:lnTo>
                  <a:pt x="932839" y="1304793"/>
                </a:lnTo>
                <a:lnTo>
                  <a:pt x="924966" y="1300857"/>
                </a:lnTo>
                <a:lnTo>
                  <a:pt x="907254" y="1296921"/>
                </a:lnTo>
                <a:lnTo>
                  <a:pt x="871830" y="1296921"/>
                </a:lnTo>
                <a:lnTo>
                  <a:pt x="867894" y="1277241"/>
                </a:lnTo>
                <a:lnTo>
                  <a:pt x="861990" y="1271337"/>
                </a:lnTo>
                <a:lnTo>
                  <a:pt x="846246" y="1275273"/>
                </a:lnTo>
                <a:lnTo>
                  <a:pt x="816725" y="1255593"/>
                </a:lnTo>
                <a:lnTo>
                  <a:pt x="812790" y="1243785"/>
                </a:lnTo>
                <a:lnTo>
                  <a:pt x="793110" y="1247721"/>
                </a:lnTo>
                <a:lnTo>
                  <a:pt x="781301" y="1247721"/>
                </a:lnTo>
                <a:lnTo>
                  <a:pt x="785237" y="1235913"/>
                </a:lnTo>
                <a:lnTo>
                  <a:pt x="777365" y="1231977"/>
                </a:lnTo>
                <a:lnTo>
                  <a:pt x="759654" y="1255593"/>
                </a:lnTo>
                <a:lnTo>
                  <a:pt x="765557" y="1259529"/>
                </a:lnTo>
                <a:lnTo>
                  <a:pt x="761621" y="1267401"/>
                </a:lnTo>
                <a:lnTo>
                  <a:pt x="765557" y="1277241"/>
                </a:lnTo>
                <a:lnTo>
                  <a:pt x="759654" y="1304793"/>
                </a:lnTo>
                <a:lnTo>
                  <a:pt x="728164" y="1304793"/>
                </a:lnTo>
                <a:lnTo>
                  <a:pt x="712420" y="1320537"/>
                </a:lnTo>
                <a:lnTo>
                  <a:pt x="682901" y="1340218"/>
                </a:lnTo>
                <a:lnTo>
                  <a:pt x="661253" y="1340218"/>
                </a:lnTo>
                <a:lnTo>
                  <a:pt x="663220" y="1332346"/>
                </a:lnTo>
                <a:lnTo>
                  <a:pt x="671092" y="1324474"/>
                </a:lnTo>
                <a:lnTo>
                  <a:pt x="678965" y="1320537"/>
                </a:lnTo>
                <a:lnTo>
                  <a:pt x="671092" y="1318569"/>
                </a:lnTo>
                <a:lnTo>
                  <a:pt x="667156" y="1318569"/>
                </a:lnTo>
                <a:lnTo>
                  <a:pt x="663220" y="1312665"/>
                </a:lnTo>
                <a:lnTo>
                  <a:pt x="678965" y="1275273"/>
                </a:lnTo>
                <a:lnTo>
                  <a:pt x="678965" y="1259529"/>
                </a:lnTo>
                <a:lnTo>
                  <a:pt x="706516" y="1239849"/>
                </a:lnTo>
                <a:lnTo>
                  <a:pt x="724229" y="1243785"/>
                </a:lnTo>
                <a:lnTo>
                  <a:pt x="732101" y="1214265"/>
                </a:lnTo>
                <a:lnTo>
                  <a:pt x="720293" y="1214265"/>
                </a:lnTo>
                <a:lnTo>
                  <a:pt x="710453" y="1226073"/>
                </a:lnTo>
                <a:lnTo>
                  <a:pt x="690772" y="1222137"/>
                </a:lnTo>
                <a:lnTo>
                  <a:pt x="637636" y="1289049"/>
                </a:lnTo>
                <a:lnTo>
                  <a:pt x="641572" y="1306761"/>
                </a:lnTo>
                <a:lnTo>
                  <a:pt x="625828" y="1320537"/>
                </a:lnTo>
                <a:lnTo>
                  <a:pt x="610084" y="1320537"/>
                </a:lnTo>
                <a:lnTo>
                  <a:pt x="596307" y="1340218"/>
                </a:lnTo>
                <a:lnTo>
                  <a:pt x="596307" y="1352026"/>
                </a:lnTo>
                <a:lnTo>
                  <a:pt x="610084" y="1352026"/>
                </a:lnTo>
                <a:lnTo>
                  <a:pt x="614020" y="1373674"/>
                </a:lnTo>
                <a:lnTo>
                  <a:pt x="600244" y="1377610"/>
                </a:lnTo>
                <a:lnTo>
                  <a:pt x="596307" y="1401226"/>
                </a:lnTo>
                <a:lnTo>
                  <a:pt x="572691" y="1413034"/>
                </a:lnTo>
                <a:lnTo>
                  <a:pt x="554979" y="1426810"/>
                </a:lnTo>
                <a:lnTo>
                  <a:pt x="527427" y="1446491"/>
                </a:lnTo>
                <a:lnTo>
                  <a:pt x="527427" y="1462235"/>
                </a:lnTo>
                <a:lnTo>
                  <a:pt x="515619" y="1468139"/>
                </a:lnTo>
                <a:lnTo>
                  <a:pt x="470354" y="1503563"/>
                </a:lnTo>
                <a:lnTo>
                  <a:pt x="470354" y="1509467"/>
                </a:lnTo>
                <a:lnTo>
                  <a:pt x="452642" y="1517339"/>
                </a:lnTo>
                <a:lnTo>
                  <a:pt x="436898" y="1529147"/>
                </a:lnTo>
                <a:lnTo>
                  <a:pt x="405410" y="1544891"/>
                </a:lnTo>
                <a:lnTo>
                  <a:pt x="395570" y="1544891"/>
                </a:lnTo>
                <a:lnTo>
                  <a:pt x="387698" y="1537019"/>
                </a:lnTo>
                <a:lnTo>
                  <a:pt x="379825" y="1537019"/>
                </a:lnTo>
                <a:lnTo>
                  <a:pt x="371954" y="1556699"/>
                </a:lnTo>
                <a:lnTo>
                  <a:pt x="346369" y="1566540"/>
                </a:lnTo>
                <a:lnTo>
                  <a:pt x="338497" y="1566540"/>
                </a:lnTo>
                <a:lnTo>
                  <a:pt x="334562" y="1578348"/>
                </a:lnTo>
                <a:lnTo>
                  <a:pt x="318817" y="1590156"/>
                </a:lnTo>
                <a:lnTo>
                  <a:pt x="295201" y="1598028"/>
                </a:lnTo>
                <a:lnTo>
                  <a:pt x="295201" y="1590156"/>
                </a:lnTo>
                <a:lnTo>
                  <a:pt x="299137" y="1574412"/>
                </a:lnTo>
                <a:lnTo>
                  <a:pt x="318817" y="1566540"/>
                </a:lnTo>
                <a:lnTo>
                  <a:pt x="330625" y="1566540"/>
                </a:lnTo>
                <a:lnTo>
                  <a:pt x="346369" y="1556699"/>
                </a:lnTo>
                <a:lnTo>
                  <a:pt x="356209" y="1537019"/>
                </a:lnTo>
                <a:lnTo>
                  <a:pt x="379825" y="1521275"/>
                </a:lnTo>
                <a:lnTo>
                  <a:pt x="399506" y="1513403"/>
                </a:lnTo>
                <a:lnTo>
                  <a:pt x="409346" y="1521275"/>
                </a:lnTo>
                <a:lnTo>
                  <a:pt x="417218" y="1517339"/>
                </a:lnTo>
                <a:lnTo>
                  <a:pt x="421155" y="1503563"/>
                </a:lnTo>
                <a:lnTo>
                  <a:pt x="432962" y="1487819"/>
                </a:lnTo>
                <a:lnTo>
                  <a:pt x="458546" y="1468139"/>
                </a:lnTo>
                <a:lnTo>
                  <a:pt x="478226" y="1446491"/>
                </a:lnTo>
                <a:lnTo>
                  <a:pt x="501842" y="1438618"/>
                </a:lnTo>
                <a:lnTo>
                  <a:pt x="501842" y="1413034"/>
                </a:lnTo>
                <a:lnTo>
                  <a:pt x="515619" y="1369738"/>
                </a:lnTo>
                <a:lnTo>
                  <a:pt x="515619" y="1359898"/>
                </a:lnTo>
                <a:lnTo>
                  <a:pt x="501842" y="1369738"/>
                </a:lnTo>
                <a:lnTo>
                  <a:pt x="490034" y="1373674"/>
                </a:lnTo>
                <a:lnTo>
                  <a:pt x="478226" y="1369738"/>
                </a:lnTo>
                <a:lnTo>
                  <a:pt x="466418" y="1363834"/>
                </a:lnTo>
                <a:lnTo>
                  <a:pt x="458546" y="1385482"/>
                </a:lnTo>
                <a:lnTo>
                  <a:pt x="452642" y="1385482"/>
                </a:lnTo>
                <a:lnTo>
                  <a:pt x="440834" y="1367770"/>
                </a:lnTo>
                <a:lnTo>
                  <a:pt x="429026" y="1367770"/>
                </a:lnTo>
                <a:lnTo>
                  <a:pt x="417218" y="1355962"/>
                </a:lnTo>
                <a:lnTo>
                  <a:pt x="387698" y="1373674"/>
                </a:lnTo>
                <a:lnTo>
                  <a:pt x="371954" y="1377610"/>
                </a:lnTo>
                <a:lnTo>
                  <a:pt x="375890" y="1355962"/>
                </a:lnTo>
                <a:lnTo>
                  <a:pt x="371954" y="1328410"/>
                </a:lnTo>
                <a:lnTo>
                  <a:pt x="368017" y="1312665"/>
                </a:lnTo>
                <a:lnTo>
                  <a:pt x="368017" y="1292985"/>
                </a:lnTo>
                <a:lnTo>
                  <a:pt x="356209" y="1292985"/>
                </a:lnTo>
                <a:lnTo>
                  <a:pt x="356209" y="1306761"/>
                </a:lnTo>
                <a:lnTo>
                  <a:pt x="334562" y="1312665"/>
                </a:lnTo>
                <a:lnTo>
                  <a:pt x="314881" y="1314633"/>
                </a:lnTo>
                <a:lnTo>
                  <a:pt x="269616" y="1275273"/>
                </a:lnTo>
                <a:lnTo>
                  <a:pt x="281424" y="1275273"/>
                </a:lnTo>
                <a:lnTo>
                  <a:pt x="289297" y="1251657"/>
                </a:lnTo>
                <a:lnTo>
                  <a:pt x="281424" y="1243785"/>
                </a:lnTo>
                <a:lnTo>
                  <a:pt x="273552" y="1243785"/>
                </a:lnTo>
                <a:lnTo>
                  <a:pt x="261744" y="1226073"/>
                </a:lnTo>
                <a:lnTo>
                  <a:pt x="257808" y="1210329"/>
                </a:lnTo>
                <a:lnTo>
                  <a:pt x="265680" y="1202456"/>
                </a:lnTo>
                <a:lnTo>
                  <a:pt x="277488" y="1169000"/>
                </a:lnTo>
                <a:lnTo>
                  <a:pt x="289297" y="1161128"/>
                </a:lnTo>
                <a:lnTo>
                  <a:pt x="293233" y="1137512"/>
                </a:lnTo>
                <a:lnTo>
                  <a:pt x="310945" y="1115864"/>
                </a:lnTo>
                <a:lnTo>
                  <a:pt x="326689" y="1127672"/>
                </a:lnTo>
                <a:lnTo>
                  <a:pt x="348337" y="1115864"/>
                </a:lnTo>
                <a:lnTo>
                  <a:pt x="368017" y="1104056"/>
                </a:lnTo>
                <a:lnTo>
                  <a:pt x="387698" y="1111928"/>
                </a:lnTo>
                <a:lnTo>
                  <a:pt x="409346" y="1078471"/>
                </a:lnTo>
                <a:lnTo>
                  <a:pt x="409346" y="1058791"/>
                </a:lnTo>
                <a:lnTo>
                  <a:pt x="391633" y="1035175"/>
                </a:lnTo>
                <a:lnTo>
                  <a:pt x="395570" y="1033207"/>
                </a:lnTo>
                <a:lnTo>
                  <a:pt x="409346" y="1033207"/>
                </a:lnTo>
                <a:lnTo>
                  <a:pt x="409346" y="1013527"/>
                </a:lnTo>
                <a:lnTo>
                  <a:pt x="387698" y="1005655"/>
                </a:lnTo>
                <a:lnTo>
                  <a:pt x="375890" y="1017463"/>
                </a:lnTo>
                <a:lnTo>
                  <a:pt x="360145" y="1021399"/>
                </a:lnTo>
                <a:lnTo>
                  <a:pt x="348337" y="1035175"/>
                </a:lnTo>
                <a:lnTo>
                  <a:pt x="322753" y="1033207"/>
                </a:lnTo>
                <a:lnTo>
                  <a:pt x="307009" y="1025335"/>
                </a:lnTo>
                <a:lnTo>
                  <a:pt x="285361" y="1033207"/>
                </a:lnTo>
                <a:lnTo>
                  <a:pt x="257808" y="1033207"/>
                </a:lnTo>
                <a:lnTo>
                  <a:pt x="232224" y="993847"/>
                </a:lnTo>
                <a:lnTo>
                  <a:pt x="249936" y="993847"/>
                </a:lnTo>
                <a:lnTo>
                  <a:pt x="257808" y="989911"/>
                </a:lnTo>
                <a:lnTo>
                  <a:pt x="249936" y="980071"/>
                </a:lnTo>
                <a:lnTo>
                  <a:pt x="232224" y="980071"/>
                </a:lnTo>
                <a:lnTo>
                  <a:pt x="220416" y="980071"/>
                </a:lnTo>
                <a:lnTo>
                  <a:pt x="204672" y="964326"/>
                </a:lnTo>
                <a:lnTo>
                  <a:pt x="224352" y="944646"/>
                </a:lnTo>
                <a:lnTo>
                  <a:pt x="236160" y="942678"/>
                </a:lnTo>
                <a:lnTo>
                  <a:pt x="240096" y="926934"/>
                </a:lnTo>
                <a:lnTo>
                  <a:pt x="261744" y="922998"/>
                </a:lnTo>
                <a:lnTo>
                  <a:pt x="269616" y="911190"/>
                </a:lnTo>
                <a:lnTo>
                  <a:pt x="293233" y="907254"/>
                </a:lnTo>
                <a:lnTo>
                  <a:pt x="318817" y="903318"/>
                </a:lnTo>
                <a:lnTo>
                  <a:pt x="314881" y="919062"/>
                </a:lnTo>
                <a:lnTo>
                  <a:pt x="314881" y="930870"/>
                </a:lnTo>
                <a:lnTo>
                  <a:pt x="342433" y="926934"/>
                </a:lnTo>
                <a:lnTo>
                  <a:pt x="375890" y="938742"/>
                </a:lnTo>
                <a:lnTo>
                  <a:pt x="387698" y="926934"/>
                </a:lnTo>
                <a:lnTo>
                  <a:pt x="399506" y="926934"/>
                </a:lnTo>
                <a:lnTo>
                  <a:pt x="405410" y="907254"/>
                </a:lnTo>
                <a:lnTo>
                  <a:pt x="432962" y="903318"/>
                </a:lnTo>
                <a:lnTo>
                  <a:pt x="440834" y="899382"/>
                </a:lnTo>
                <a:lnTo>
                  <a:pt x="432962" y="889542"/>
                </a:lnTo>
                <a:lnTo>
                  <a:pt x="409346" y="889542"/>
                </a:lnTo>
                <a:lnTo>
                  <a:pt x="395570" y="899382"/>
                </a:lnTo>
                <a:lnTo>
                  <a:pt x="375890" y="885606"/>
                </a:lnTo>
                <a:lnTo>
                  <a:pt x="383761" y="877734"/>
                </a:lnTo>
                <a:lnTo>
                  <a:pt x="387698" y="869862"/>
                </a:lnTo>
                <a:lnTo>
                  <a:pt x="375890" y="865926"/>
                </a:lnTo>
                <a:lnTo>
                  <a:pt x="368017" y="869862"/>
                </a:lnTo>
                <a:lnTo>
                  <a:pt x="342433" y="869862"/>
                </a:lnTo>
                <a:lnTo>
                  <a:pt x="330625" y="865926"/>
                </a:lnTo>
                <a:lnTo>
                  <a:pt x="318817" y="865926"/>
                </a:lnTo>
                <a:lnTo>
                  <a:pt x="314881" y="846245"/>
                </a:lnTo>
                <a:lnTo>
                  <a:pt x="289297" y="832469"/>
                </a:lnTo>
                <a:lnTo>
                  <a:pt x="265680" y="820661"/>
                </a:lnTo>
                <a:lnTo>
                  <a:pt x="249936" y="812789"/>
                </a:lnTo>
                <a:lnTo>
                  <a:pt x="236160" y="804917"/>
                </a:lnTo>
                <a:lnTo>
                  <a:pt x="246000" y="804917"/>
                </a:lnTo>
                <a:lnTo>
                  <a:pt x="249936" y="787205"/>
                </a:lnTo>
                <a:lnTo>
                  <a:pt x="307009" y="787205"/>
                </a:lnTo>
                <a:lnTo>
                  <a:pt x="334562" y="771461"/>
                </a:lnTo>
                <a:lnTo>
                  <a:pt x="346369" y="741941"/>
                </a:lnTo>
                <a:lnTo>
                  <a:pt x="360145" y="722260"/>
                </a:lnTo>
                <a:lnTo>
                  <a:pt x="387698" y="714388"/>
                </a:lnTo>
                <a:lnTo>
                  <a:pt x="399506" y="714388"/>
                </a:lnTo>
                <a:lnTo>
                  <a:pt x="425090" y="700613"/>
                </a:lnTo>
                <a:lnTo>
                  <a:pt x="454610" y="684869"/>
                </a:lnTo>
                <a:lnTo>
                  <a:pt x="458546" y="688805"/>
                </a:lnTo>
                <a:lnTo>
                  <a:pt x="490034" y="688805"/>
                </a:lnTo>
                <a:lnTo>
                  <a:pt x="527427" y="663220"/>
                </a:lnTo>
                <a:lnTo>
                  <a:pt x="543171" y="671093"/>
                </a:lnTo>
                <a:lnTo>
                  <a:pt x="554979" y="671093"/>
                </a:lnTo>
                <a:lnTo>
                  <a:pt x="535299" y="682900"/>
                </a:lnTo>
                <a:lnTo>
                  <a:pt x="551043" y="688805"/>
                </a:lnTo>
                <a:lnTo>
                  <a:pt x="556947" y="688805"/>
                </a:lnTo>
                <a:lnTo>
                  <a:pt x="560883" y="682900"/>
                </a:lnTo>
                <a:lnTo>
                  <a:pt x="576627" y="676997"/>
                </a:lnTo>
                <a:lnTo>
                  <a:pt x="600244" y="692741"/>
                </a:lnTo>
                <a:lnTo>
                  <a:pt x="617956" y="684869"/>
                </a:lnTo>
                <a:lnTo>
                  <a:pt x="645508" y="684869"/>
                </a:lnTo>
                <a:lnTo>
                  <a:pt x="637636" y="692741"/>
                </a:lnTo>
                <a:lnTo>
                  <a:pt x="667156" y="700613"/>
                </a:lnTo>
                <a:lnTo>
                  <a:pt x="653380" y="706516"/>
                </a:lnTo>
                <a:lnTo>
                  <a:pt x="667156" y="710452"/>
                </a:lnTo>
                <a:lnTo>
                  <a:pt x="686836" y="706516"/>
                </a:lnTo>
                <a:lnTo>
                  <a:pt x="716357" y="702580"/>
                </a:lnTo>
                <a:lnTo>
                  <a:pt x="743909" y="702580"/>
                </a:lnTo>
                <a:lnTo>
                  <a:pt x="765557" y="714388"/>
                </a:lnTo>
                <a:lnTo>
                  <a:pt x="800982" y="722260"/>
                </a:lnTo>
                <a:lnTo>
                  <a:pt x="808853" y="718324"/>
                </a:lnTo>
                <a:lnTo>
                  <a:pt x="826566" y="718324"/>
                </a:lnTo>
                <a:lnTo>
                  <a:pt x="861990" y="730132"/>
                </a:lnTo>
                <a:lnTo>
                  <a:pt x="895446" y="726196"/>
                </a:lnTo>
                <a:lnTo>
                  <a:pt x="921030" y="726196"/>
                </a:lnTo>
                <a:lnTo>
                  <a:pt x="928902" y="730132"/>
                </a:lnTo>
                <a:lnTo>
                  <a:pt x="940710" y="734068"/>
                </a:lnTo>
                <a:lnTo>
                  <a:pt x="974167" y="749813"/>
                </a:lnTo>
                <a:lnTo>
                  <a:pt x="974167" y="1275273"/>
                </a:lnTo>
                <a:lnTo>
                  <a:pt x="1005547" y="1292925"/>
                </a:lnTo>
                <a:lnTo>
                  <a:pt x="976127" y="1275272"/>
                </a:lnTo>
                <a:lnTo>
                  <a:pt x="976127" y="747844"/>
                </a:lnTo>
                <a:lnTo>
                  <a:pt x="983999" y="747844"/>
                </a:lnTo>
                <a:lnTo>
                  <a:pt x="989903" y="747844"/>
                </a:lnTo>
                <a:lnTo>
                  <a:pt x="1021391" y="747844"/>
                </a:lnTo>
                <a:lnTo>
                  <a:pt x="1043039" y="763588"/>
                </a:lnTo>
                <a:lnTo>
                  <a:pt x="1070591" y="773428"/>
                </a:lnTo>
                <a:lnTo>
                  <a:pt x="1090272" y="773428"/>
                </a:lnTo>
                <a:lnTo>
                  <a:pt x="1107984" y="785236"/>
                </a:lnTo>
                <a:lnTo>
                  <a:pt x="1135536" y="789172"/>
                </a:lnTo>
                <a:lnTo>
                  <a:pt x="1143408" y="785236"/>
                </a:lnTo>
                <a:lnTo>
                  <a:pt x="1143408" y="781300"/>
                </a:lnTo>
                <a:lnTo>
                  <a:pt x="1123728" y="773428"/>
                </a:lnTo>
                <a:lnTo>
                  <a:pt x="1119792" y="767524"/>
                </a:lnTo>
                <a:lnTo>
                  <a:pt x="1135536" y="759652"/>
                </a:lnTo>
                <a:lnTo>
                  <a:pt x="1143408" y="759652"/>
                </a:lnTo>
                <a:lnTo>
                  <a:pt x="1157184" y="743908"/>
                </a:lnTo>
                <a:lnTo>
                  <a:pt x="1180800" y="747844"/>
                </a:lnTo>
                <a:lnTo>
                  <a:pt x="1176864" y="751780"/>
                </a:lnTo>
                <a:lnTo>
                  <a:pt x="1194576" y="751780"/>
                </a:lnTo>
                <a:lnTo>
                  <a:pt x="1198512" y="747844"/>
                </a:lnTo>
                <a:lnTo>
                  <a:pt x="1218192" y="736036"/>
                </a:lnTo>
                <a:lnTo>
                  <a:pt x="1233937" y="736036"/>
                </a:lnTo>
                <a:lnTo>
                  <a:pt x="1249681" y="728164"/>
                </a:lnTo>
                <a:lnTo>
                  <a:pt x="1259521" y="728164"/>
                </a:lnTo>
                <a:lnTo>
                  <a:pt x="1275265" y="718324"/>
                </a:lnTo>
                <a:lnTo>
                  <a:pt x="1283137" y="722260"/>
                </a:lnTo>
                <a:lnTo>
                  <a:pt x="1298881" y="718324"/>
                </a:lnTo>
                <a:lnTo>
                  <a:pt x="1298881" y="724228"/>
                </a:lnTo>
                <a:lnTo>
                  <a:pt x="1259521" y="743908"/>
                </a:lnTo>
                <a:lnTo>
                  <a:pt x="1245745" y="743908"/>
                </a:lnTo>
                <a:lnTo>
                  <a:pt x="1218192" y="751780"/>
                </a:lnTo>
                <a:lnTo>
                  <a:pt x="1218192" y="759652"/>
                </a:lnTo>
                <a:lnTo>
                  <a:pt x="1198512" y="767524"/>
                </a:lnTo>
                <a:lnTo>
                  <a:pt x="1202448" y="771460"/>
                </a:lnTo>
                <a:lnTo>
                  <a:pt x="1192608" y="773428"/>
                </a:lnTo>
                <a:lnTo>
                  <a:pt x="1194576" y="781300"/>
                </a:lnTo>
                <a:lnTo>
                  <a:pt x="1210320" y="777364"/>
                </a:lnTo>
                <a:lnTo>
                  <a:pt x="1218192" y="771460"/>
                </a:lnTo>
                <a:lnTo>
                  <a:pt x="1251649" y="751780"/>
                </a:lnTo>
                <a:lnTo>
                  <a:pt x="1259521" y="755716"/>
                </a:lnTo>
                <a:lnTo>
                  <a:pt x="1275265" y="739972"/>
                </a:lnTo>
                <a:lnTo>
                  <a:pt x="1304785" y="732100"/>
                </a:lnTo>
                <a:lnTo>
                  <a:pt x="1320529" y="728164"/>
                </a:lnTo>
                <a:lnTo>
                  <a:pt x="1316593" y="736036"/>
                </a:lnTo>
                <a:lnTo>
                  <a:pt x="1336273" y="724228"/>
                </a:lnTo>
                <a:lnTo>
                  <a:pt x="1336273" y="716356"/>
                </a:lnTo>
                <a:lnTo>
                  <a:pt x="1348081" y="716356"/>
                </a:lnTo>
                <a:lnTo>
                  <a:pt x="1352017" y="710452"/>
                </a:lnTo>
                <a:lnTo>
                  <a:pt x="1340209" y="706516"/>
                </a:lnTo>
                <a:lnTo>
                  <a:pt x="1340209" y="694708"/>
                </a:lnTo>
                <a:lnTo>
                  <a:pt x="1375634" y="718324"/>
                </a:lnTo>
                <a:lnTo>
                  <a:pt x="1375634" y="736036"/>
                </a:lnTo>
                <a:lnTo>
                  <a:pt x="1399250" y="751780"/>
                </a:lnTo>
                <a:lnTo>
                  <a:pt x="1416962" y="755716"/>
                </a:lnTo>
                <a:lnTo>
                  <a:pt x="1416962" y="743908"/>
                </a:lnTo>
                <a:lnTo>
                  <a:pt x="1426802" y="743908"/>
                </a:lnTo>
                <a:lnTo>
                  <a:pt x="1420898" y="722260"/>
                </a:lnTo>
                <a:lnTo>
                  <a:pt x="1444514" y="718324"/>
                </a:lnTo>
                <a:lnTo>
                  <a:pt x="1450418" y="728164"/>
                </a:lnTo>
                <a:lnTo>
                  <a:pt x="1444514" y="728164"/>
                </a:lnTo>
                <a:lnTo>
                  <a:pt x="1438610" y="736036"/>
                </a:lnTo>
                <a:lnTo>
                  <a:pt x="1454354" y="743908"/>
                </a:lnTo>
                <a:lnTo>
                  <a:pt x="1444514" y="751780"/>
                </a:lnTo>
                <a:lnTo>
                  <a:pt x="1450418" y="755716"/>
                </a:lnTo>
                <a:lnTo>
                  <a:pt x="1466162" y="755716"/>
                </a:lnTo>
                <a:lnTo>
                  <a:pt x="1485843" y="743908"/>
                </a:lnTo>
                <a:lnTo>
                  <a:pt x="1485843" y="732100"/>
                </a:lnTo>
                <a:lnTo>
                  <a:pt x="1515363" y="728164"/>
                </a:lnTo>
                <a:lnTo>
                  <a:pt x="1564564" y="755716"/>
                </a:lnTo>
                <a:lnTo>
                  <a:pt x="1576372" y="755716"/>
                </a:lnTo>
                <a:lnTo>
                  <a:pt x="1603924" y="759652"/>
                </a:lnTo>
                <a:lnTo>
                  <a:pt x="1629509" y="773428"/>
                </a:lnTo>
                <a:lnTo>
                  <a:pt x="1645253" y="773428"/>
                </a:lnTo>
                <a:lnTo>
                  <a:pt x="1664933" y="777364"/>
                </a:lnTo>
                <a:lnTo>
                  <a:pt x="1678709" y="777364"/>
                </a:lnTo>
                <a:lnTo>
                  <a:pt x="1682645" y="773428"/>
                </a:lnTo>
                <a:lnTo>
                  <a:pt x="1702326" y="771460"/>
                </a:lnTo>
                <a:lnTo>
                  <a:pt x="1743654" y="800980"/>
                </a:lnTo>
                <a:lnTo>
                  <a:pt x="1720038" y="804916"/>
                </a:lnTo>
                <a:lnTo>
                  <a:pt x="1718070" y="808852"/>
                </a:lnTo>
                <a:lnTo>
                  <a:pt x="1706262" y="812789"/>
                </a:lnTo>
                <a:lnTo>
                  <a:pt x="1698389" y="820661"/>
                </a:lnTo>
                <a:lnTo>
                  <a:pt x="1702326" y="826565"/>
                </a:lnTo>
                <a:lnTo>
                  <a:pt x="1731846" y="826565"/>
                </a:lnTo>
                <a:lnTo>
                  <a:pt x="1743654" y="830501"/>
                </a:lnTo>
                <a:lnTo>
                  <a:pt x="1792855" y="834437"/>
                </a:lnTo>
                <a:lnTo>
                  <a:pt x="1816471" y="830501"/>
                </a:lnTo>
                <a:lnTo>
                  <a:pt x="1853864" y="820661"/>
                </a:lnTo>
                <a:lnTo>
                  <a:pt x="1861736" y="822629"/>
                </a:lnTo>
                <a:lnTo>
                  <a:pt x="1877480" y="830501"/>
                </a:lnTo>
                <a:lnTo>
                  <a:pt x="1887320" y="838373"/>
                </a:lnTo>
                <a:lnTo>
                  <a:pt x="1895192" y="838373"/>
                </a:lnTo>
                <a:lnTo>
                  <a:pt x="1910936" y="854117"/>
                </a:lnTo>
                <a:lnTo>
                  <a:pt x="1899128" y="861989"/>
                </a:lnTo>
                <a:lnTo>
                  <a:pt x="1910936" y="867893"/>
                </a:lnTo>
                <a:lnTo>
                  <a:pt x="1926680" y="879701"/>
                </a:lnTo>
                <a:lnTo>
                  <a:pt x="1926680" y="865925"/>
                </a:lnTo>
                <a:lnTo>
                  <a:pt x="1938489" y="858053"/>
                </a:lnTo>
                <a:lnTo>
                  <a:pt x="1926680" y="850181"/>
                </a:lnTo>
                <a:lnTo>
                  <a:pt x="1914872" y="830501"/>
                </a:lnTo>
                <a:lnTo>
                  <a:pt x="1918809" y="816725"/>
                </a:lnTo>
                <a:lnTo>
                  <a:pt x="1944393" y="816725"/>
                </a:lnTo>
                <a:lnTo>
                  <a:pt x="1968009" y="800980"/>
                </a:lnTo>
                <a:lnTo>
                  <a:pt x="1971945" y="797044"/>
                </a:lnTo>
                <a:lnTo>
                  <a:pt x="1979817" y="793108"/>
                </a:lnTo>
                <a:lnTo>
                  <a:pt x="1987689" y="793108"/>
                </a:lnTo>
                <a:lnTo>
                  <a:pt x="1987689" y="800980"/>
                </a:lnTo>
                <a:lnTo>
                  <a:pt x="2009337" y="812789"/>
                </a:lnTo>
                <a:lnTo>
                  <a:pt x="2021146" y="816725"/>
                </a:lnTo>
                <a:lnTo>
                  <a:pt x="2046730" y="816725"/>
                </a:lnTo>
                <a:lnTo>
                  <a:pt x="2058538" y="826565"/>
                </a:lnTo>
                <a:lnTo>
                  <a:pt x="2086090" y="830501"/>
                </a:lnTo>
                <a:lnTo>
                  <a:pt x="2095931" y="826565"/>
                </a:lnTo>
                <a:lnTo>
                  <a:pt x="2111675" y="830501"/>
                </a:lnTo>
                <a:lnTo>
                  <a:pt x="2143163" y="822629"/>
                </a:lnTo>
                <a:lnTo>
                  <a:pt x="2160875" y="826565"/>
                </a:lnTo>
                <a:lnTo>
                  <a:pt x="2172684" y="830501"/>
                </a:lnTo>
                <a:lnTo>
                  <a:pt x="2180556" y="800980"/>
                </a:lnTo>
                <a:lnTo>
                  <a:pt x="2200236" y="800980"/>
                </a:lnTo>
                <a:lnTo>
                  <a:pt x="2206140" y="797044"/>
                </a:lnTo>
                <a:lnTo>
                  <a:pt x="2221884" y="800980"/>
                </a:lnTo>
                <a:lnTo>
                  <a:pt x="2241564" y="808852"/>
                </a:lnTo>
                <a:lnTo>
                  <a:pt x="2255340" y="812789"/>
                </a:lnTo>
                <a:lnTo>
                  <a:pt x="2255340" y="822629"/>
                </a:lnTo>
                <a:lnTo>
                  <a:pt x="2249437" y="826565"/>
                </a:lnTo>
                <a:lnTo>
                  <a:pt x="2251405" y="842309"/>
                </a:lnTo>
                <a:lnTo>
                  <a:pt x="2275021" y="850181"/>
                </a:lnTo>
                <a:lnTo>
                  <a:pt x="2282893" y="838373"/>
                </a:lnTo>
                <a:lnTo>
                  <a:pt x="2263213" y="826565"/>
                </a:lnTo>
                <a:lnTo>
                  <a:pt x="2267149" y="820661"/>
                </a:lnTo>
                <a:lnTo>
                  <a:pt x="2282893" y="812789"/>
                </a:lnTo>
                <a:lnTo>
                  <a:pt x="2298637" y="812789"/>
                </a:lnTo>
                <a:lnTo>
                  <a:pt x="2308477" y="804916"/>
                </a:lnTo>
                <a:lnTo>
                  <a:pt x="2320285" y="793108"/>
                </a:lnTo>
                <a:lnTo>
                  <a:pt x="2324221" y="781300"/>
                </a:lnTo>
                <a:lnTo>
                  <a:pt x="2320285" y="773428"/>
                </a:lnTo>
                <a:lnTo>
                  <a:pt x="2312414" y="777364"/>
                </a:lnTo>
                <a:lnTo>
                  <a:pt x="2302573" y="781300"/>
                </a:lnTo>
                <a:lnTo>
                  <a:pt x="2294701" y="777364"/>
                </a:lnTo>
                <a:lnTo>
                  <a:pt x="2302573" y="759652"/>
                </a:lnTo>
                <a:lnTo>
                  <a:pt x="2324221" y="751780"/>
                </a:lnTo>
                <a:lnTo>
                  <a:pt x="2320285" y="743908"/>
                </a:lnTo>
                <a:lnTo>
                  <a:pt x="2308477" y="747844"/>
                </a:lnTo>
                <a:lnTo>
                  <a:pt x="2294701" y="743908"/>
                </a:lnTo>
                <a:lnTo>
                  <a:pt x="2290765" y="736036"/>
                </a:lnTo>
                <a:lnTo>
                  <a:pt x="2282893" y="736036"/>
                </a:lnTo>
                <a:lnTo>
                  <a:pt x="2267149" y="732100"/>
                </a:lnTo>
                <a:lnTo>
                  <a:pt x="2251405" y="724228"/>
                </a:lnTo>
                <a:lnTo>
                  <a:pt x="2237628" y="718324"/>
                </a:lnTo>
                <a:lnTo>
                  <a:pt x="2245501" y="694708"/>
                </a:lnTo>
                <a:lnTo>
                  <a:pt x="2255340" y="694708"/>
                </a:lnTo>
                <a:lnTo>
                  <a:pt x="2255340" y="692740"/>
                </a:lnTo>
                <a:lnTo>
                  <a:pt x="2249437" y="692740"/>
                </a:lnTo>
                <a:lnTo>
                  <a:pt x="2237628" y="682900"/>
                </a:lnTo>
                <a:lnTo>
                  <a:pt x="2249437" y="655348"/>
                </a:lnTo>
                <a:lnTo>
                  <a:pt x="2255340" y="655348"/>
                </a:lnTo>
                <a:lnTo>
                  <a:pt x="2263213" y="655348"/>
                </a:lnTo>
                <a:lnTo>
                  <a:pt x="2271085" y="647476"/>
                </a:lnTo>
                <a:lnTo>
                  <a:pt x="2263213" y="643540"/>
                </a:lnTo>
                <a:lnTo>
                  <a:pt x="2271085" y="635668"/>
                </a:lnTo>
                <a:lnTo>
                  <a:pt x="2282893" y="635668"/>
                </a:lnTo>
                <a:close/>
                <a:moveTo>
                  <a:pt x="9129614" y="594341"/>
                </a:moveTo>
                <a:lnTo>
                  <a:pt x="9135518" y="598280"/>
                </a:lnTo>
                <a:lnTo>
                  <a:pt x="9127646" y="610085"/>
                </a:lnTo>
                <a:lnTo>
                  <a:pt x="9117806" y="614022"/>
                </a:lnTo>
                <a:lnTo>
                  <a:pt x="9117806" y="608120"/>
                </a:lnTo>
                <a:lnTo>
                  <a:pt x="9125678" y="602213"/>
                </a:lnTo>
                <a:lnTo>
                  <a:pt x="9111902" y="602213"/>
                </a:lnTo>
                <a:lnTo>
                  <a:pt x="9113870" y="598280"/>
                </a:lnTo>
                <a:close/>
                <a:moveTo>
                  <a:pt x="7159628" y="582534"/>
                </a:moveTo>
                <a:lnTo>
                  <a:pt x="7169468" y="584501"/>
                </a:lnTo>
                <a:lnTo>
                  <a:pt x="7169468" y="588440"/>
                </a:lnTo>
                <a:lnTo>
                  <a:pt x="7153724" y="596312"/>
                </a:lnTo>
                <a:lnTo>
                  <a:pt x="7134044" y="596312"/>
                </a:lnTo>
                <a:lnTo>
                  <a:pt x="7134044" y="590405"/>
                </a:lnTo>
                <a:close/>
                <a:moveTo>
                  <a:pt x="2233699" y="554979"/>
                </a:moveTo>
                <a:lnTo>
                  <a:pt x="2241571" y="564819"/>
                </a:lnTo>
                <a:lnTo>
                  <a:pt x="2237635" y="570723"/>
                </a:lnTo>
                <a:lnTo>
                  <a:pt x="2225827" y="568756"/>
                </a:lnTo>
                <a:lnTo>
                  <a:pt x="2225827" y="560884"/>
                </a:lnTo>
                <a:close/>
                <a:moveTo>
                  <a:pt x="7208829" y="553013"/>
                </a:moveTo>
                <a:lnTo>
                  <a:pt x="7218669" y="554982"/>
                </a:lnTo>
                <a:lnTo>
                  <a:pt x="7220637" y="562854"/>
                </a:lnTo>
                <a:lnTo>
                  <a:pt x="7212765" y="570726"/>
                </a:lnTo>
                <a:lnTo>
                  <a:pt x="7197021" y="568760"/>
                </a:lnTo>
                <a:lnTo>
                  <a:pt x="7195053" y="562854"/>
                </a:lnTo>
                <a:close/>
                <a:moveTo>
                  <a:pt x="7075004" y="549081"/>
                </a:moveTo>
                <a:lnTo>
                  <a:pt x="7086812" y="549081"/>
                </a:lnTo>
                <a:lnTo>
                  <a:pt x="7084844" y="554982"/>
                </a:lnTo>
                <a:lnTo>
                  <a:pt x="7073036" y="554982"/>
                </a:lnTo>
                <a:lnTo>
                  <a:pt x="7069100" y="551046"/>
                </a:lnTo>
                <a:close/>
                <a:moveTo>
                  <a:pt x="1714141" y="547109"/>
                </a:moveTo>
                <a:lnTo>
                  <a:pt x="1733821" y="549076"/>
                </a:lnTo>
                <a:lnTo>
                  <a:pt x="1739726" y="560885"/>
                </a:lnTo>
                <a:lnTo>
                  <a:pt x="1725949" y="576629"/>
                </a:lnTo>
                <a:lnTo>
                  <a:pt x="1729885" y="588437"/>
                </a:lnTo>
                <a:lnTo>
                  <a:pt x="1739726" y="580565"/>
                </a:lnTo>
                <a:lnTo>
                  <a:pt x="1747597" y="584501"/>
                </a:lnTo>
                <a:lnTo>
                  <a:pt x="1759406" y="580565"/>
                </a:lnTo>
                <a:lnTo>
                  <a:pt x="1755470" y="568757"/>
                </a:lnTo>
                <a:lnTo>
                  <a:pt x="1767278" y="564821"/>
                </a:lnTo>
                <a:lnTo>
                  <a:pt x="1812542" y="576629"/>
                </a:lnTo>
                <a:lnTo>
                  <a:pt x="1816479" y="592373"/>
                </a:lnTo>
                <a:lnTo>
                  <a:pt x="1800734" y="598277"/>
                </a:lnTo>
                <a:lnTo>
                  <a:pt x="1800734" y="606149"/>
                </a:lnTo>
                <a:lnTo>
                  <a:pt x="1820415" y="606149"/>
                </a:lnTo>
                <a:lnTo>
                  <a:pt x="1824351" y="596308"/>
                </a:lnTo>
                <a:lnTo>
                  <a:pt x="1834191" y="588437"/>
                </a:lnTo>
                <a:lnTo>
                  <a:pt x="1849935" y="596308"/>
                </a:lnTo>
                <a:lnTo>
                  <a:pt x="1853871" y="588437"/>
                </a:lnTo>
                <a:lnTo>
                  <a:pt x="1845999" y="576629"/>
                </a:lnTo>
                <a:lnTo>
                  <a:pt x="1842063" y="564821"/>
                </a:lnTo>
                <a:lnTo>
                  <a:pt x="1861743" y="564821"/>
                </a:lnTo>
                <a:lnTo>
                  <a:pt x="1887328" y="588437"/>
                </a:lnTo>
                <a:lnTo>
                  <a:pt x="1891264" y="606149"/>
                </a:lnTo>
                <a:lnTo>
                  <a:pt x="1899136" y="633701"/>
                </a:lnTo>
                <a:lnTo>
                  <a:pt x="1910944" y="641573"/>
                </a:lnTo>
                <a:lnTo>
                  <a:pt x="1930624" y="621893"/>
                </a:lnTo>
                <a:lnTo>
                  <a:pt x="1922752" y="610085"/>
                </a:lnTo>
                <a:lnTo>
                  <a:pt x="1914880" y="592373"/>
                </a:lnTo>
                <a:lnTo>
                  <a:pt x="1918816" y="576629"/>
                </a:lnTo>
                <a:lnTo>
                  <a:pt x="1910944" y="560885"/>
                </a:lnTo>
                <a:lnTo>
                  <a:pt x="1910944" y="549076"/>
                </a:lnTo>
                <a:lnTo>
                  <a:pt x="1918816" y="547109"/>
                </a:lnTo>
                <a:lnTo>
                  <a:pt x="1930624" y="549076"/>
                </a:lnTo>
                <a:lnTo>
                  <a:pt x="1940464" y="553012"/>
                </a:lnTo>
                <a:lnTo>
                  <a:pt x="1956209" y="549076"/>
                </a:lnTo>
                <a:lnTo>
                  <a:pt x="1968017" y="556949"/>
                </a:lnTo>
                <a:lnTo>
                  <a:pt x="1968017" y="560885"/>
                </a:lnTo>
                <a:lnTo>
                  <a:pt x="1989665" y="572693"/>
                </a:lnTo>
                <a:lnTo>
                  <a:pt x="1989665" y="606149"/>
                </a:lnTo>
                <a:lnTo>
                  <a:pt x="2001474" y="629765"/>
                </a:lnTo>
                <a:lnTo>
                  <a:pt x="2017218" y="649445"/>
                </a:lnTo>
                <a:lnTo>
                  <a:pt x="2013281" y="671093"/>
                </a:lnTo>
                <a:lnTo>
                  <a:pt x="2050674" y="692741"/>
                </a:lnTo>
                <a:lnTo>
                  <a:pt x="2058546" y="684869"/>
                </a:lnTo>
                <a:lnTo>
                  <a:pt x="2074290" y="688806"/>
                </a:lnTo>
                <a:lnTo>
                  <a:pt x="2078226" y="704549"/>
                </a:lnTo>
                <a:lnTo>
                  <a:pt x="2115619" y="722261"/>
                </a:lnTo>
                <a:lnTo>
                  <a:pt x="2115619" y="730133"/>
                </a:lnTo>
                <a:lnTo>
                  <a:pt x="2111683" y="734069"/>
                </a:lnTo>
                <a:lnTo>
                  <a:pt x="2099875" y="734069"/>
                </a:lnTo>
                <a:lnTo>
                  <a:pt x="2088067" y="738005"/>
                </a:lnTo>
                <a:lnTo>
                  <a:pt x="2078226" y="734069"/>
                </a:lnTo>
                <a:lnTo>
                  <a:pt x="2066418" y="741941"/>
                </a:lnTo>
                <a:lnTo>
                  <a:pt x="2046738" y="738005"/>
                </a:lnTo>
                <a:lnTo>
                  <a:pt x="2042802" y="741941"/>
                </a:lnTo>
                <a:lnTo>
                  <a:pt x="2046738" y="757686"/>
                </a:lnTo>
                <a:lnTo>
                  <a:pt x="2066418" y="749814"/>
                </a:lnTo>
                <a:lnTo>
                  <a:pt x="2078226" y="753750"/>
                </a:lnTo>
                <a:lnTo>
                  <a:pt x="2084131" y="771462"/>
                </a:lnTo>
                <a:lnTo>
                  <a:pt x="2066418" y="775398"/>
                </a:lnTo>
                <a:lnTo>
                  <a:pt x="2038866" y="779334"/>
                </a:lnTo>
                <a:lnTo>
                  <a:pt x="2017218" y="779334"/>
                </a:lnTo>
                <a:lnTo>
                  <a:pt x="2001474" y="783270"/>
                </a:lnTo>
                <a:lnTo>
                  <a:pt x="1989665" y="771462"/>
                </a:lnTo>
                <a:lnTo>
                  <a:pt x="1964080" y="765558"/>
                </a:lnTo>
                <a:lnTo>
                  <a:pt x="1960145" y="753750"/>
                </a:lnTo>
                <a:lnTo>
                  <a:pt x="1948336" y="753750"/>
                </a:lnTo>
                <a:lnTo>
                  <a:pt x="1944400" y="767526"/>
                </a:lnTo>
                <a:lnTo>
                  <a:pt x="1926688" y="779334"/>
                </a:lnTo>
                <a:lnTo>
                  <a:pt x="1891264" y="779334"/>
                </a:lnTo>
                <a:lnTo>
                  <a:pt x="1861743" y="791142"/>
                </a:lnTo>
                <a:lnTo>
                  <a:pt x="1845999" y="791142"/>
                </a:lnTo>
                <a:lnTo>
                  <a:pt x="1771214" y="795078"/>
                </a:lnTo>
                <a:lnTo>
                  <a:pt x="1751534" y="783270"/>
                </a:lnTo>
                <a:lnTo>
                  <a:pt x="1751534" y="765558"/>
                </a:lnTo>
                <a:lnTo>
                  <a:pt x="1739726" y="757686"/>
                </a:lnTo>
                <a:lnTo>
                  <a:pt x="1702333" y="757686"/>
                </a:lnTo>
                <a:lnTo>
                  <a:pt x="1672813" y="753750"/>
                </a:lnTo>
                <a:lnTo>
                  <a:pt x="1645260" y="734069"/>
                </a:lnTo>
                <a:lnTo>
                  <a:pt x="1645260" y="722261"/>
                </a:lnTo>
                <a:lnTo>
                  <a:pt x="1668877" y="716357"/>
                </a:lnTo>
                <a:lnTo>
                  <a:pt x="1733821" y="708485"/>
                </a:lnTo>
                <a:lnTo>
                  <a:pt x="1767278" y="712421"/>
                </a:lnTo>
                <a:lnTo>
                  <a:pt x="1800734" y="708485"/>
                </a:lnTo>
                <a:lnTo>
                  <a:pt x="1804671" y="704549"/>
                </a:lnTo>
                <a:lnTo>
                  <a:pt x="1771214" y="696678"/>
                </a:lnTo>
                <a:lnTo>
                  <a:pt x="1759406" y="692741"/>
                </a:lnTo>
                <a:lnTo>
                  <a:pt x="1733821" y="688806"/>
                </a:lnTo>
                <a:lnTo>
                  <a:pt x="1694461" y="696678"/>
                </a:lnTo>
                <a:lnTo>
                  <a:pt x="1664940" y="696678"/>
                </a:lnTo>
                <a:lnTo>
                  <a:pt x="1639356" y="688806"/>
                </a:lnTo>
                <a:lnTo>
                  <a:pt x="1619676" y="671093"/>
                </a:lnTo>
                <a:lnTo>
                  <a:pt x="1645260" y="663221"/>
                </a:lnTo>
                <a:lnTo>
                  <a:pt x="1676748" y="663221"/>
                </a:lnTo>
                <a:lnTo>
                  <a:pt x="1690525" y="649445"/>
                </a:lnTo>
                <a:lnTo>
                  <a:pt x="1680684" y="645509"/>
                </a:lnTo>
                <a:lnTo>
                  <a:pt x="1645260" y="649445"/>
                </a:lnTo>
                <a:lnTo>
                  <a:pt x="1635420" y="657317"/>
                </a:lnTo>
                <a:lnTo>
                  <a:pt x="1627548" y="653381"/>
                </a:lnTo>
                <a:lnTo>
                  <a:pt x="1631484" y="641573"/>
                </a:lnTo>
                <a:lnTo>
                  <a:pt x="1607868" y="641573"/>
                </a:lnTo>
                <a:lnTo>
                  <a:pt x="1607868" y="617958"/>
                </a:lnTo>
                <a:lnTo>
                  <a:pt x="1631484" y="614021"/>
                </a:lnTo>
                <a:lnTo>
                  <a:pt x="1627548" y="606149"/>
                </a:lnTo>
                <a:lnTo>
                  <a:pt x="1611803" y="598277"/>
                </a:lnTo>
                <a:lnTo>
                  <a:pt x="1623612" y="580565"/>
                </a:lnTo>
                <a:lnTo>
                  <a:pt x="1645260" y="576629"/>
                </a:lnTo>
                <a:lnTo>
                  <a:pt x="1657069" y="572693"/>
                </a:lnTo>
                <a:lnTo>
                  <a:pt x="1690525" y="549076"/>
                </a:lnTo>
                <a:close/>
                <a:moveTo>
                  <a:pt x="6533799" y="541206"/>
                </a:moveTo>
                <a:lnTo>
                  <a:pt x="6559383" y="553013"/>
                </a:lnTo>
                <a:lnTo>
                  <a:pt x="6545607" y="578600"/>
                </a:lnTo>
                <a:lnTo>
                  <a:pt x="6527895" y="580570"/>
                </a:lnTo>
                <a:lnTo>
                  <a:pt x="6525927" y="625831"/>
                </a:lnTo>
                <a:lnTo>
                  <a:pt x="6535767" y="643542"/>
                </a:lnTo>
                <a:lnTo>
                  <a:pt x="6584967" y="675031"/>
                </a:lnTo>
                <a:lnTo>
                  <a:pt x="6581031" y="686840"/>
                </a:lnTo>
                <a:lnTo>
                  <a:pt x="6561351" y="688809"/>
                </a:lnTo>
                <a:lnTo>
                  <a:pt x="6527895" y="692743"/>
                </a:lnTo>
                <a:lnTo>
                  <a:pt x="6500343" y="682903"/>
                </a:lnTo>
                <a:lnTo>
                  <a:pt x="6478695" y="680935"/>
                </a:lnTo>
                <a:lnTo>
                  <a:pt x="6476727" y="669129"/>
                </a:lnTo>
                <a:lnTo>
                  <a:pt x="6488535" y="653382"/>
                </a:lnTo>
                <a:lnTo>
                  <a:pt x="6468855" y="647479"/>
                </a:lnTo>
                <a:lnTo>
                  <a:pt x="6449174" y="643542"/>
                </a:lnTo>
                <a:lnTo>
                  <a:pt x="6447206" y="635671"/>
                </a:lnTo>
                <a:lnTo>
                  <a:pt x="6435398" y="643542"/>
                </a:lnTo>
                <a:lnTo>
                  <a:pt x="6421622" y="639610"/>
                </a:lnTo>
                <a:lnTo>
                  <a:pt x="6417686" y="629769"/>
                </a:lnTo>
                <a:lnTo>
                  <a:pt x="6423590" y="608120"/>
                </a:lnTo>
                <a:lnTo>
                  <a:pt x="6441302" y="606151"/>
                </a:lnTo>
                <a:lnTo>
                  <a:pt x="6453110" y="596312"/>
                </a:lnTo>
                <a:lnTo>
                  <a:pt x="6455078" y="580570"/>
                </a:lnTo>
                <a:lnTo>
                  <a:pt x="6443270" y="570726"/>
                </a:lnTo>
                <a:lnTo>
                  <a:pt x="6453110" y="562854"/>
                </a:lnTo>
                <a:lnTo>
                  <a:pt x="6462951" y="560887"/>
                </a:lnTo>
                <a:lnTo>
                  <a:pt x="6474759" y="543173"/>
                </a:lnTo>
                <a:close/>
                <a:moveTo>
                  <a:pt x="7122236" y="537272"/>
                </a:moveTo>
                <a:lnTo>
                  <a:pt x="7141916" y="541206"/>
                </a:lnTo>
                <a:lnTo>
                  <a:pt x="7136012" y="547111"/>
                </a:lnTo>
                <a:lnTo>
                  <a:pt x="7126172" y="543173"/>
                </a:lnTo>
                <a:close/>
                <a:moveTo>
                  <a:pt x="6970699" y="527431"/>
                </a:moveTo>
                <a:lnTo>
                  <a:pt x="6990379" y="539241"/>
                </a:lnTo>
                <a:lnTo>
                  <a:pt x="6972667" y="547111"/>
                </a:lnTo>
                <a:lnTo>
                  <a:pt x="6960859" y="553013"/>
                </a:lnTo>
                <a:lnTo>
                  <a:pt x="6949051" y="547111"/>
                </a:lnTo>
                <a:lnTo>
                  <a:pt x="6949051" y="539241"/>
                </a:lnTo>
                <a:close/>
                <a:moveTo>
                  <a:pt x="7112396" y="523494"/>
                </a:moveTo>
                <a:lnTo>
                  <a:pt x="7126172" y="525462"/>
                </a:lnTo>
                <a:lnTo>
                  <a:pt x="7126172" y="527431"/>
                </a:lnTo>
                <a:lnTo>
                  <a:pt x="7108460" y="535301"/>
                </a:lnTo>
                <a:close/>
                <a:moveTo>
                  <a:pt x="2704058" y="523491"/>
                </a:moveTo>
                <a:lnTo>
                  <a:pt x="2711929" y="527428"/>
                </a:lnTo>
                <a:lnTo>
                  <a:pt x="2749322" y="523491"/>
                </a:lnTo>
                <a:lnTo>
                  <a:pt x="2780811" y="537267"/>
                </a:lnTo>
                <a:lnTo>
                  <a:pt x="2792618" y="537267"/>
                </a:lnTo>
                <a:lnTo>
                  <a:pt x="2804427" y="549075"/>
                </a:lnTo>
                <a:lnTo>
                  <a:pt x="2800491" y="560884"/>
                </a:lnTo>
                <a:lnTo>
                  <a:pt x="2822139" y="568756"/>
                </a:lnTo>
                <a:lnTo>
                  <a:pt x="2818203" y="576628"/>
                </a:lnTo>
                <a:lnTo>
                  <a:pt x="2780811" y="568756"/>
                </a:lnTo>
                <a:lnTo>
                  <a:pt x="2735546" y="572691"/>
                </a:lnTo>
                <a:lnTo>
                  <a:pt x="2731610" y="578596"/>
                </a:lnTo>
                <a:lnTo>
                  <a:pt x="2719802" y="582532"/>
                </a:lnTo>
                <a:lnTo>
                  <a:pt x="2704058" y="576628"/>
                </a:lnTo>
                <a:lnTo>
                  <a:pt x="2702090" y="545140"/>
                </a:lnTo>
                <a:lnTo>
                  <a:pt x="2692249" y="541204"/>
                </a:lnTo>
                <a:lnTo>
                  <a:pt x="2684377" y="527428"/>
                </a:lnTo>
                <a:close/>
                <a:moveTo>
                  <a:pt x="8566761" y="521526"/>
                </a:moveTo>
                <a:lnTo>
                  <a:pt x="8574633" y="521526"/>
                </a:lnTo>
                <a:lnTo>
                  <a:pt x="8578569" y="523494"/>
                </a:lnTo>
                <a:lnTo>
                  <a:pt x="8572665" y="525462"/>
                </a:lnTo>
                <a:close/>
                <a:moveTo>
                  <a:pt x="1981790" y="519556"/>
                </a:moveTo>
                <a:lnTo>
                  <a:pt x="1993599" y="521524"/>
                </a:lnTo>
                <a:lnTo>
                  <a:pt x="2005407" y="525460"/>
                </a:lnTo>
                <a:lnTo>
                  <a:pt x="2009343" y="529396"/>
                </a:lnTo>
                <a:lnTo>
                  <a:pt x="1993599" y="560884"/>
                </a:lnTo>
                <a:lnTo>
                  <a:pt x="1985727" y="560884"/>
                </a:lnTo>
                <a:lnTo>
                  <a:pt x="1964078" y="549076"/>
                </a:lnTo>
                <a:lnTo>
                  <a:pt x="1940461" y="537268"/>
                </a:lnTo>
                <a:lnTo>
                  <a:pt x="1948334" y="521524"/>
                </a:lnTo>
                <a:close/>
                <a:moveTo>
                  <a:pt x="2115618" y="515620"/>
                </a:moveTo>
                <a:lnTo>
                  <a:pt x="2127427" y="515620"/>
                </a:lnTo>
                <a:lnTo>
                  <a:pt x="2135298" y="519556"/>
                </a:lnTo>
                <a:lnTo>
                  <a:pt x="2149075" y="515620"/>
                </a:lnTo>
                <a:lnTo>
                  <a:pt x="2164819" y="521525"/>
                </a:lnTo>
                <a:lnTo>
                  <a:pt x="2184499" y="521525"/>
                </a:lnTo>
                <a:lnTo>
                  <a:pt x="2196308" y="519556"/>
                </a:lnTo>
                <a:lnTo>
                  <a:pt x="2206147" y="515620"/>
                </a:lnTo>
                <a:lnTo>
                  <a:pt x="2229764" y="515620"/>
                </a:lnTo>
                <a:lnTo>
                  <a:pt x="2225828" y="529397"/>
                </a:lnTo>
                <a:lnTo>
                  <a:pt x="2214020" y="533333"/>
                </a:lnTo>
                <a:lnTo>
                  <a:pt x="2210084" y="537268"/>
                </a:lnTo>
                <a:lnTo>
                  <a:pt x="2196308" y="560885"/>
                </a:lnTo>
                <a:lnTo>
                  <a:pt x="2188435" y="568757"/>
                </a:lnTo>
                <a:lnTo>
                  <a:pt x="2210084" y="568757"/>
                </a:lnTo>
                <a:lnTo>
                  <a:pt x="2221892" y="572693"/>
                </a:lnTo>
                <a:lnTo>
                  <a:pt x="2221892" y="582533"/>
                </a:lnTo>
                <a:lnTo>
                  <a:pt x="2237636" y="582533"/>
                </a:lnTo>
                <a:lnTo>
                  <a:pt x="2241572" y="586469"/>
                </a:lnTo>
                <a:lnTo>
                  <a:pt x="2249444" y="598278"/>
                </a:lnTo>
                <a:lnTo>
                  <a:pt x="2237636" y="606150"/>
                </a:lnTo>
                <a:lnTo>
                  <a:pt x="2241572" y="625830"/>
                </a:lnTo>
                <a:lnTo>
                  <a:pt x="2237636" y="637639"/>
                </a:lnTo>
                <a:lnTo>
                  <a:pt x="2202211" y="645511"/>
                </a:lnTo>
                <a:lnTo>
                  <a:pt x="2188435" y="637639"/>
                </a:lnTo>
                <a:lnTo>
                  <a:pt x="2188435" y="645511"/>
                </a:lnTo>
                <a:lnTo>
                  <a:pt x="2196308" y="649446"/>
                </a:lnTo>
                <a:lnTo>
                  <a:pt x="2196308" y="655351"/>
                </a:lnTo>
                <a:lnTo>
                  <a:pt x="2164819" y="659287"/>
                </a:lnTo>
                <a:lnTo>
                  <a:pt x="2149075" y="629766"/>
                </a:lnTo>
                <a:lnTo>
                  <a:pt x="2131362" y="625830"/>
                </a:lnTo>
                <a:lnTo>
                  <a:pt x="2123490" y="614022"/>
                </a:lnTo>
                <a:lnTo>
                  <a:pt x="2099873" y="610085"/>
                </a:lnTo>
                <a:lnTo>
                  <a:pt x="2095938" y="606150"/>
                </a:lnTo>
                <a:lnTo>
                  <a:pt x="2074289" y="594342"/>
                </a:lnTo>
                <a:lnTo>
                  <a:pt x="2070353" y="580565"/>
                </a:lnTo>
                <a:lnTo>
                  <a:pt x="2074289" y="568757"/>
                </a:lnTo>
                <a:lnTo>
                  <a:pt x="2088065" y="564821"/>
                </a:lnTo>
                <a:lnTo>
                  <a:pt x="2119554" y="582533"/>
                </a:lnTo>
                <a:lnTo>
                  <a:pt x="2127427" y="582533"/>
                </a:lnTo>
                <a:lnTo>
                  <a:pt x="2143171" y="576629"/>
                </a:lnTo>
                <a:lnTo>
                  <a:pt x="2131362" y="556950"/>
                </a:lnTo>
                <a:lnTo>
                  <a:pt x="2139234" y="556950"/>
                </a:lnTo>
                <a:lnTo>
                  <a:pt x="2139234" y="553013"/>
                </a:lnTo>
                <a:lnTo>
                  <a:pt x="2119554" y="549077"/>
                </a:lnTo>
                <a:lnTo>
                  <a:pt x="2111682" y="545141"/>
                </a:lnTo>
                <a:lnTo>
                  <a:pt x="2111682" y="537268"/>
                </a:lnTo>
                <a:lnTo>
                  <a:pt x="2127427" y="533333"/>
                </a:lnTo>
                <a:lnTo>
                  <a:pt x="2115618" y="525461"/>
                </a:lnTo>
                <a:close/>
                <a:moveTo>
                  <a:pt x="2511190" y="515619"/>
                </a:moveTo>
                <a:lnTo>
                  <a:pt x="2536774" y="515619"/>
                </a:lnTo>
                <a:lnTo>
                  <a:pt x="2544647" y="515619"/>
                </a:lnTo>
                <a:lnTo>
                  <a:pt x="2568263" y="517588"/>
                </a:lnTo>
                <a:lnTo>
                  <a:pt x="2576135" y="521523"/>
                </a:lnTo>
                <a:lnTo>
                  <a:pt x="2560391" y="537267"/>
                </a:lnTo>
                <a:lnTo>
                  <a:pt x="2556454" y="545140"/>
                </a:lnTo>
                <a:lnTo>
                  <a:pt x="2530871" y="574660"/>
                </a:lnTo>
                <a:lnTo>
                  <a:pt x="2530871" y="578596"/>
                </a:lnTo>
                <a:lnTo>
                  <a:pt x="2532838" y="623861"/>
                </a:lnTo>
                <a:lnTo>
                  <a:pt x="2556454" y="635669"/>
                </a:lnTo>
                <a:lnTo>
                  <a:pt x="2556454" y="663220"/>
                </a:lnTo>
                <a:lnTo>
                  <a:pt x="2572199" y="663220"/>
                </a:lnTo>
                <a:lnTo>
                  <a:pt x="2576135" y="643540"/>
                </a:lnTo>
                <a:lnTo>
                  <a:pt x="2560391" y="627797"/>
                </a:lnTo>
                <a:lnTo>
                  <a:pt x="2552519" y="610084"/>
                </a:lnTo>
                <a:lnTo>
                  <a:pt x="2568263" y="602212"/>
                </a:lnTo>
                <a:lnTo>
                  <a:pt x="2587943" y="610084"/>
                </a:lnTo>
                <a:lnTo>
                  <a:pt x="2593847" y="602212"/>
                </a:lnTo>
                <a:lnTo>
                  <a:pt x="2568263" y="590404"/>
                </a:lnTo>
                <a:lnTo>
                  <a:pt x="2560391" y="560884"/>
                </a:lnTo>
                <a:lnTo>
                  <a:pt x="2587943" y="553012"/>
                </a:lnTo>
                <a:lnTo>
                  <a:pt x="2576135" y="545140"/>
                </a:lnTo>
                <a:lnTo>
                  <a:pt x="2589911" y="537267"/>
                </a:lnTo>
                <a:lnTo>
                  <a:pt x="2601720" y="541204"/>
                </a:lnTo>
                <a:lnTo>
                  <a:pt x="2601720" y="529396"/>
                </a:lnTo>
                <a:lnTo>
                  <a:pt x="2643048" y="517588"/>
                </a:lnTo>
                <a:lnTo>
                  <a:pt x="2660760" y="517588"/>
                </a:lnTo>
                <a:lnTo>
                  <a:pt x="2670601" y="521523"/>
                </a:lnTo>
                <a:lnTo>
                  <a:pt x="2670601" y="533332"/>
                </a:lnTo>
                <a:lnTo>
                  <a:pt x="2684377" y="545140"/>
                </a:lnTo>
                <a:lnTo>
                  <a:pt x="2686345" y="564819"/>
                </a:lnTo>
                <a:lnTo>
                  <a:pt x="2690281" y="570724"/>
                </a:lnTo>
                <a:lnTo>
                  <a:pt x="2696185" y="582532"/>
                </a:lnTo>
                <a:lnTo>
                  <a:pt x="2684377" y="590404"/>
                </a:lnTo>
                <a:lnTo>
                  <a:pt x="2682409" y="617956"/>
                </a:lnTo>
                <a:lnTo>
                  <a:pt x="2690281" y="617956"/>
                </a:lnTo>
                <a:lnTo>
                  <a:pt x="2690281" y="606148"/>
                </a:lnTo>
                <a:lnTo>
                  <a:pt x="2707993" y="602212"/>
                </a:lnTo>
                <a:lnTo>
                  <a:pt x="2725705" y="602212"/>
                </a:lnTo>
                <a:lnTo>
                  <a:pt x="2729642" y="610084"/>
                </a:lnTo>
                <a:lnTo>
                  <a:pt x="2735546" y="623861"/>
                </a:lnTo>
                <a:lnTo>
                  <a:pt x="2751290" y="623861"/>
                </a:lnTo>
                <a:lnTo>
                  <a:pt x="2755226" y="606148"/>
                </a:lnTo>
                <a:lnTo>
                  <a:pt x="2767035" y="606148"/>
                </a:lnTo>
                <a:lnTo>
                  <a:pt x="2767035" y="598276"/>
                </a:lnTo>
                <a:lnTo>
                  <a:pt x="2747354" y="594340"/>
                </a:lnTo>
                <a:lnTo>
                  <a:pt x="2759162" y="582532"/>
                </a:lnTo>
                <a:lnTo>
                  <a:pt x="2792618" y="582532"/>
                </a:lnTo>
                <a:lnTo>
                  <a:pt x="2804427" y="586468"/>
                </a:lnTo>
                <a:lnTo>
                  <a:pt x="2820171" y="582532"/>
                </a:lnTo>
                <a:lnTo>
                  <a:pt x="2845755" y="594340"/>
                </a:lnTo>
                <a:lnTo>
                  <a:pt x="2831979" y="614020"/>
                </a:lnTo>
                <a:lnTo>
                  <a:pt x="2841819" y="623861"/>
                </a:lnTo>
                <a:lnTo>
                  <a:pt x="2857563" y="614020"/>
                </a:lnTo>
                <a:lnTo>
                  <a:pt x="2869372" y="617956"/>
                </a:lnTo>
                <a:lnTo>
                  <a:pt x="2849692" y="635669"/>
                </a:lnTo>
                <a:lnTo>
                  <a:pt x="2845755" y="647476"/>
                </a:lnTo>
                <a:lnTo>
                  <a:pt x="2857563" y="651413"/>
                </a:lnTo>
                <a:lnTo>
                  <a:pt x="2869372" y="635669"/>
                </a:lnTo>
                <a:lnTo>
                  <a:pt x="2881180" y="639604"/>
                </a:lnTo>
                <a:lnTo>
                  <a:pt x="2873308" y="651413"/>
                </a:lnTo>
                <a:lnTo>
                  <a:pt x="2881180" y="659284"/>
                </a:lnTo>
                <a:lnTo>
                  <a:pt x="2887084" y="651413"/>
                </a:lnTo>
                <a:lnTo>
                  <a:pt x="2894956" y="659284"/>
                </a:lnTo>
                <a:lnTo>
                  <a:pt x="2906764" y="651413"/>
                </a:lnTo>
                <a:lnTo>
                  <a:pt x="2910700" y="635669"/>
                </a:lnTo>
                <a:lnTo>
                  <a:pt x="2934317" y="635669"/>
                </a:lnTo>
                <a:lnTo>
                  <a:pt x="2948093" y="647476"/>
                </a:lnTo>
                <a:lnTo>
                  <a:pt x="2955965" y="671093"/>
                </a:lnTo>
                <a:lnTo>
                  <a:pt x="2922509" y="678965"/>
                </a:lnTo>
                <a:lnTo>
                  <a:pt x="2934317" y="688805"/>
                </a:lnTo>
                <a:lnTo>
                  <a:pt x="2952029" y="678965"/>
                </a:lnTo>
                <a:lnTo>
                  <a:pt x="2955965" y="682900"/>
                </a:lnTo>
                <a:lnTo>
                  <a:pt x="2948093" y="690773"/>
                </a:lnTo>
                <a:lnTo>
                  <a:pt x="2944157" y="702580"/>
                </a:lnTo>
                <a:lnTo>
                  <a:pt x="2955965" y="702580"/>
                </a:lnTo>
                <a:lnTo>
                  <a:pt x="2971710" y="682900"/>
                </a:lnTo>
                <a:lnTo>
                  <a:pt x="2993358" y="682900"/>
                </a:lnTo>
                <a:lnTo>
                  <a:pt x="3024846" y="694709"/>
                </a:lnTo>
                <a:lnTo>
                  <a:pt x="3005166" y="710452"/>
                </a:lnTo>
                <a:lnTo>
                  <a:pt x="2983518" y="718324"/>
                </a:lnTo>
                <a:lnTo>
                  <a:pt x="3005166" y="720292"/>
                </a:lnTo>
                <a:lnTo>
                  <a:pt x="3005166" y="728164"/>
                </a:lnTo>
                <a:lnTo>
                  <a:pt x="3024846" y="720292"/>
                </a:lnTo>
                <a:lnTo>
                  <a:pt x="3036654" y="710452"/>
                </a:lnTo>
                <a:lnTo>
                  <a:pt x="3062239" y="728164"/>
                </a:lnTo>
                <a:lnTo>
                  <a:pt x="3058303" y="739973"/>
                </a:lnTo>
                <a:lnTo>
                  <a:pt x="3044526" y="739973"/>
                </a:lnTo>
                <a:lnTo>
                  <a:pt x="3032719" y="743909"/>
                </a:lnTo>
                <a:lnTo>
                  <a:pt x="3070111" y="751781"/>
                </a:lnTo>
                <a:lnTo>
                  <a:pt x="3074047" y="763589"/>
                </a:lnTo>
                <a:lnTo>
                  <a:pt x="3032719" y="763589"/>
                </a:lnTo>
                <a:lnTo>
                  <a:pt x="3044526" y="771461"/>
                </a:lnTo>
                <a:lnTo>
                  <a:pt x="3040590" y="777365"/>
                </a:lnTo>
                <a:lnTo>
                  <a:pt x="3005166" y="773429"/>
                </a:lnTo>
                <a:lnTo>
                  <a:pt x="3001230" y="781301"/>
                </a:lnTo>
                <a:lnTo>
                  <a:pt x="3040590" y="789173"/>
                </a:lnTo>
                <a:lnTo>
                  <a:pt x="3066175" y="804917"/>
                </a:lnTo>
                <a:lnTo>
                  <a:pt x="3081919" y="826565"/>
                </a:lnTo>
                <a:lnTo>
                  <a:pt x="3095695" y="820661"/>
                </a:lnTo>
                <a:lnTo>
                  <a:pt x="3119312" y="816725"/>
                </a:lnTo>
                <a:lnTo>
                  <a:pt x="3119312" y="826565"/>
                </a:lnTo>
                <a:lnTo>
                  <a:pt x="3131120" y="830501"/>
                </a:lnTo>
                <a:lnTo>
                  <a:pt x="3142928" y="834437"/>
                </a:lnTo>
                <a:lnTo>
                  <a:pt x="3138992" y="854117"/>
                </a:lnTo>
                <a:lnTo>
                  <a:pt x="3168513" y="850181"/>
                </a:lnTo>
                <a:lnTo>
                  <a:pt x="3180320" y="858053"/>
                </a:lnTo>
                <a:lnTo>
                  <a:pt x="3168513" y="861989"/>
                </a:lnTo>
                <a:lnTo>
                  <a:pt x="3172449" y="869861"/>
                </a:lnTo>
                <a:lnTo>
                  <a:pt x="3198033" y="854117"/>
                </a:lnTo>
                <a:lnTo>
                  <a:pt x="3213777" y="861989"/>
                </a:lnTo>
                <a:lnTo>
                  <a:pt x="3213777" y="865925"/>
                </a:lnTo>
                <a:lnTo>
                  <a:pt x="3225585" y="869861"/>
                </a:lnTo>
                <a:lnTo>
                  <a:pt x="3221650" y="899382"/>
                </a:lnTo>
                <a:lnTo>
                  <a:pt x="3194097" y="899382"/>
                </a:lnTo>
                <a:lnTo>
                  <a:pt x="3201969" y="940710"/>
                </a:lnTo>
                <a:lnTo>
                  <a:pt x="3180320" y="952518"/>
                </a:lnTo>
                <a:lnTo>
                  <a:pt x="3164576" y="940710"/>
                </a:lnTo>
                <a:lnTo>
                  <a:pt x="3164576" y="956454"/>
                </a:lnTo>
                <a:lnTo>
                  <a:pt x="3172449" y="978102"/>
                </a:lnTo>
                <a:lnTo>
                  <a:pt x="3164576" y="997782"/>
                </a:lnTo>
                <a:lnTo>
                  <a:pt x="3152769" y="982038"/>
                </a:lnTo>
                <a:lnTo>
                  <a:pt x="3138992" y="978102"/>
                </a:lnTo>
                <a:lnTo>
                  <a:pt x="3131120" y="972198"/>
                </a:lnTo>
                <a:lnTo>
                  <a:pt x="3107503" y="944646"/>
                </a:lnTo>
                <a:lnTo>
                  <a:pt x="3123248" y="922998"/>
                </a:lnTo>
                <a:lnTo>
                  <a:pt x="3119312" y="915126"/>
                </a:lnTo>
                <a:lnTo>
                  <a:pt x="3095695" y="915126"/>
                </a:lnTo>
                <a:lnTo>
                  <a:pt x="3089791" y="903318"/>
                </a:lnTo>
                <a:lnTo>
                  <a:pt x="3070111" y="879702"/>
                </a:lnTo>
                <a:lnTo>
                  <a:pt x="3044526" y="891510"/>
                </a:lnTo>
                <a:lnTo>
                  <a:pt x="3054367" y="915126"/>
                </a:lnTo>
                <a:lnTo>
                  <a:pt x="3062239" y="922998"/>
                </a:lnTo>
                <a:lnTo>
                  <a:pt x="3046494" y="932838"/>
                </a:lnTo>
                <a:lnTo>
                  <a:pt x="3032719" y="915126"/>
                </a:lnTo>
                <a:lnTo>
                  <a:pt x="3024846" y="928902"/>
                </a:lnTo>
                <a:lnTo>
                  <a:pt x="3044526" y="952518"/>
                </a:lnTo>
                <a:lnTo>
                  <a:pt x="3058303" y="964326"/>
                </a:lnTo>
                <a:lnTo>
                  <a:pt x="3062239" y="976134"/>
                </a:lnTo>
                <a:lnTo>
                  <a:pt x="3081919" y="1001718"/>
                </a:lnTo>
                <a:lnTo>
                  <a:pt x="3095695" y="1005655"/>
                </a:lnTo>
                <a:lnTo>
                  <a:pt x="3119312" y="1031239"/>
                </a:lnTo>
                <a:lnTo>
                  <a:pt x="3119312" y="1043047"/>
                </a:lnTo>
                <a:lnTo>
                  <a:pt x="3127184" y="1046983"/>
                </a:lnTo>
                <a:lnTo>
                  <a:pt x="3127184" y="1058791"/>
                </a:lnTo>
                <a:lnTo>
                  <a:pt x="3142928" y="1078471"/>
                </a:lnTo>
                <a:lnTo>
                  <a:pt x="3142928" y="1092247"/>
                </a:lnTo>
                <a:lnTo>
                  <a:pt x="3123248" y="1092247"/>
                </a:lnTo>
                <a:lnTo>
                  <a:pt x="3119312" y="1100119"/>
                </a:lnTo>
                <a:lnTo>
                  <a:pt x="3135056" y="1111927"/>
                </a:lnTo>
                <a:lnTo>
                  <a:pt x="3127184" y="1127671"/>
                </a:lnTo>
                <a:lnTo>
                  <a:pt x="3127184" y="1145384"/>
                </a:lnTo>
                <a:lnTo>
                  <a:pt x="3111440" y="1145384"/>
                </a:lnTo>
                <a:lnTo>
                  <a:pt x="3095695" y="1119799"/>
                </a:lnTo>
                <a:lnTo>
                  <a:pt x="3074047" y="1092247"/>
                </a:lnTo>
                <a:lnTo>
                  <a:pt x="3058303" y="1096183"/>
                </a:lnTo>
                <a:lnTo>
                  <a:pt x="3046494" y="1080439"/>
                </a:lnTo>
                <a:lnTo>
                  <a:pt x="3036654" y="1084375"/>
                </a:lnTo>
                <a:lnTo>
                  <a:pt x="3020910" y="1062727"/>
                </a:lnTo>
                <a:lnTo>
                  <a:pt x="3013038" y="1066663"/>
                </a:lnTo>
                <a:lnTo>
                  <a:pt x="3009102" y="1078471"/>
                </a:lnTo>
                <a:lnTo>
                  <a:pt x="3040590" y="1119799"/>
                </a:lnTo>
                <a:lnTo>
                  <a:pt x="3054367" y="1137511"/>
                </a:lnTo>
                <a:lnTo>
                  <a:pt x="3085855" y="1161128"/>
                </a:lnTo>
                <a:lnTo>
                  <a:pt x="3095695" y="1184744"/>
                </a:lnTo>
                <a:lnTo>
                  <a:pt x="3077983" y="1186712"/>
                </a:lnTo>
                <a:lnTo>
                  <a:pt x="3036654" y="1172936"/>
                </a:lnTo>
                <a:lnTo>
                  <a:pt x="3016974" y="1172936"/>
                </a:lnTo>
                <a:lnTo>
                  <a:pt x="2993358" y="1157192"/>
                </a:lnTo>
                <a:lnTo>
                  <a:pt x="2997294" y="1133575"/>
                </a:lnTo>
                <a:lnTo>
                  <a:pt x="2983518" y="1129639"/>
                </a:lnTo>
                <a:lnTo>
                  <a:pt x="2971710" y="1133575"/>
                </a:lnTo>
                <a:lnTo>
                  <a:pt x="2944157" y="1107991"/>
                </a:lnTo>
                <a:lnTo>
                  <a:pt x="2934317" y="1104055"/>
                </a:lnTo>
                <a:lnTo>
                  <a:pt x="2926444" y="1088311"/>
                </a:lnTo>
                <a:lnTo>
                  <a:pt x="2940221" y="1088311"/>
                </a:lnTo>
                <a:lnTo>
                  <a:pt x="2938253" y="1074535"/>
                </a:lnTo>
                <a:lnTo>
                  <a:pt x="2918573" y="1070599"/>
                </a:lnTo>
                <a:lnTo>
                  <a:pt x="2894956" y="1050919"/>
                </a:lnTo>
                <a:lnTo>
                  <a:pt x="2891020" y="1025335"/>
                </a:lnTo>
                <a:lnTo>
                  <a:pt x="2869372" y="1025335"/>
                </a:lnTo>
                <a:lnTo>
                  <a:pt x="2865436" y="1017463"/>
                </a:lnTo>
                <a:lnTo>
                  <a:pt x="2853628" y="1013527"/>
                </a:lnTo>
                <a:lnTo>
                  <a:pt x="2853628" y="1029271"/>
                </a:lnTo>
                <a:lnTo>
                  <a:pt x="2849692" y="1035175"/>
                </a:lnTo>
                <a:lnTo>
                  <a:pt x="2828043" y="1013527"/>
                </a:lnTo>
                <a:lnTo>
                  <a:pt x="2820171" y="1017463"/>
                </a:lnTo>
                <a:lnTo>
                  <a:pt x="2800491" y="1039111"/>
                </a:lnTo>
                <a:lnTo>
                  <a:pt x="2774906" y="1039111"/>
                </a:lnTo>
                <a:lnTo>
                  <a:pt x="2751290" y="1021399"/>
                </a:lnTo>
                <a:lnTo>
                  <a:pt x="2751290" y="997782"/>
                </a:lnTo>
                <a:lnTo>
                  <a:pt x="2770970" y="982038"/>
                </a:lnTo>
                <a:lnTo>
                  <a:pt x="2770970" y="972198"/>
                </a:lnTo>
                <a:lnTo>
                  <a:pt x="2782779" y="960390"/>
                </a:lnTo>
                <a:lnTo>
                  <a:pt x="2792618" y="968262"/>
                </a:lnTo>
                <a:lnTo>
                  <a:pt x="2804427" y="976134"/>
                </a:lnTo>
                <a:lnTo>
                  <a:pt x="2837883" y="972198"/>
                </a:lnTo>
                <a:lnTo>
                  <a:pt x="2861500" y="960390"/>
                </a:lnTo>
                <a:lnTo>
                  <a:pt x="2877244" y="964326"/>
                </a:lnTo>
                <a:lnTo>
                  <a:pt x="2877244" y="944646"/>
                </a:lnTo>
                <a:lnTo>
                  <a:pt x="2857563" y="928902"/>
                </a:lnTo>
                <a:lnTo>
                  <a:pt x="2853628" y="911190"/>
                </a:lnTo>
                <a:lnTo>
                  <a:pt x="2891020" y="879702"/>
                </a:lnTo>
                <a:lnTo>
                  <a:pt x="2902828" y="865925"/>
                </a:lnTo>
                <a:lnTo>
                  <a:pt x="2914637" y="861989"/>
                </a:lnTo>
                <a:lnTo>
                  <a:pt x="2914637" y="838373"/>
                </a:lnTo>
                <a:lnTo>
                  <a:pt x="2906764" y="834437"/>
                </a:lnTo>
                <a:lnTo>
                  <a:pt x="2906764" y="822629"/>
                </a:lnTo>
                <a:lnTo>
                  <a:pt x="2902828" y="816725"/>
                </a:lnTo>
                <a:lnTo>
                  <a:pt x="2885116" y="804917"/>
                </a:lnTo>
                <a:lnTo>
                  <a:pt x="2877244" y="789173"/>
                </a:lnTo>
                <a:lnTo>
                  <a:pt x="2857563" y="793109"/>
                </a:lnTo>
                <a:lnTo>
                  <a:pt x="2845755" y="777365"/>
                </a:lnTo>
                <a:lnTo>
                  <a:pt x="2853628" y="771461"/>
                </a:lnTo>
                <a:lnTo>
                  <a:pt x="2841819" y="771461"/>
                </a:lnTo>
                <a:lnTo>
                  <a:pt x="2820171" y="777365"/>
                </a:lnTo>
                <a:lnTo>
                  <a:pt x="2808362" y="785237"/>
                </a:lnTo>
                <a:lnTo>
                  <a:pt x="2792618" y="781301"/>
                </a:lnTo>
                <a:lnTo>
                  <a:pt x="2792618" y="773429"/>
                </a:lnTo>
                <a:lnTo>
                  <a:pt x="2828043" y="763589"/>
                </a:lnTo>
                <a:lnTo>
                  <a:pt x="2824107" y="759653"/>
                </a:lnTo>
                <a:lnTo>
                  <a:pt x="2792618" y="747845"/>
                </a:lnTo>
                <a:lnTo>
                  <a:pt x="2786714" y="732100"/>
                </a:lnTo>
                <a:lnTo>
                  <a:pt x="2770970" y="728164"/>
                </a:lnTo>
                <a:lnTo>
                  <a:pt x="2774906" y="714388"/>
                </a:lnTo>
                <a:lnTo>
                  <a:pt x="2759162" y="698645"/>
                </a:lnTo>
                <a:lnTo>
                  <a:pt x="2747354" y="698645"/>
                </a:lnTo>
                <a:lnTo>
                  <a:pt x="2735546" y="690773"/>
                </a:lnTo>
                <a:lnTo>
                  <a:pt x="2721769" y="694709"/>
                </a:lnTo>
                <a:lnTo>
                  <a:pt x="2721769" y="698645"/>
                </a:lnTo>
                <a:lnTo>
                  <a:pt x="2743418" y="714388"/>
                </a:lnTo>
                <a:lnTo>
                  <a:pt x="2735546" y="720292"/>
                </a:lnTo>
                <a:lnTo>
                  <a:pt x="2713898" y="724228"/>
                </a:lnTo>
                <a:lnTo>
                  <a:pt x="2690281" y="714388"/>
                </a:lnTo>
                <a:lnTo>
                  <a:pt x="2678473" y="718324"/>
                </a:lnTo>
                <a:lnTo>
                  <a:pt x="2684377" y="720292"/>
                </a:lnTo>
                <a:lnTo>
                  <a:pt x="2678473" y="728164"/>
                </a:lnTo>
                <a:lnTo>
                  <a:pt x="2658792" y="720292"/>
                </a:lnTo>
                <a:lnTo>
                  <a:pt x="2646985" y="714388"/>
                </a:lnTo>
                <a:lnTo>
                  <a:pt x="2635176" y="710452"/>
                </a:lnTo>
                <a:lnTo>
                  <a:pt x="2633208" y="714388"/>
                </a:lnTo>
                <a:lnTo>
                  <a:pt x="2635176" y="718324"/>
                </a:lnTo>
                <a:lnTo>
                  <a:pt x="2646985" y="724228"/>
                </a:lnTo>
                <a:lnTo>
                  <a:pt x="2646985" y="732100"/>
                </a:lnTo>
                <a:lnTo>
                  <a:pt x="2633208" y="728164"/>
                </a:lnTo>
                <a:lnTo>
                  <a:pt x="2617464" y="724228"/>
                </a:lnTo>
                <a:lnTo>
                  <a:pt x="2605655" y="724228"/>
                </a:lnTo>
                <a:lnTo>
                  <a:pt x="2587943" y="718324"/>
                </a:lnTo>
                <a:lnTo>
                  <a:pt x="2572199" y="718324"/>
                </a:lnTo>
                <a:lnTo>
                  <a:pt x="2548583" y="718324"/>
                </a:lnTo>
                <a:lnTo>
                  <a:pt x="2532838" y="714388"/>
                </a:lnTo>
                <a:lnTo>
                  <a:pt x="2532838" y="702580"/>
                </a:lnTo>
                <a:lnTo>
                  <a:pt x="2522998" y="698645"/>
                </a:lnTo>
                <a:lnTo>
                  <a:pt x="2507254" y="710452"/>
                </a:lnTo>
                <a:lnTo>
                  <a:pt x="2487574" y="710452"/>
                </a:lnTo>
                <a:lnTo>
                  <a:pt x="2477734" y="698645"/>
                </a:lnTo>
                <a:lnTo>
                  <a:pt x="2458053" y="688805"/>
                </a:lnTo>
                <a:lnTo>
                  <a:pt x="2446245" y="678965"/>
                </a:lnTo>
                <a:lnTo>
                  <a:pt x="2442309" y="665188"/>
                </a:lnTo>
                <a:lnTo>
                  <a:pt x="2454117" y="665188"/>
                </a:lnTo>
                <a:lnTo>
                  <a:pt x="2473797" y="671093"/>
                </a:lnTo>
                <a:lnTo>
                  <a:pt x="2487574" y="671093"/>
                </a:lnTo>
                <a:lnTo>
                  <a:pt x="2503318" y="671093"/>
                </a:lnTo>
                <a:lnTo>
                  <a:pt x="2499382" y="665188"/>
                </a:lnTo>
                <a:lnTo>
                  <a:pt x="2473797" y="659284"/>
                </a:lnTo>
                <a:lnTo>
                  <a:pt x="2438373" y="655349"/>
                </a:lnTo>
                <a:lnTo>
                  <a:pt x="2424597" y="639604"/>
                </a:lnTo>
                <a:lnTo>
                  <a:pt x="2430501" y="627797"/>
                </a:lnTo>
                <a:lnTo>
                  <a:pt x="2428533" y="614020"/>
                </a:lnTo>
                <a:lnTo>
                  <a:pt x="2438373" y="606148"/>
                </a:lnTo>
                <a:lnTo>
                  <a:pt x="2428533" y="598276"/>
                </a:lnTo>
                <a:lnTo>
                  <a:pt x="2430501" y="590404"/>
                </a:lnTo>
                <a:lnTo>
                  <a:pt x="2446245" y="578596"/>
                </a:lnTo>
                <a:lnTo>
                  <a:pt x="2446245" y="556948"/>
                </a:lnTo>
                <a:lnTo>
                  <a:pt x="2473797" y="537267"/>
                </a:lnTo>
                <a:lnTo>
                  <a:pt x="2477734" y="533332"/>
                </a:lnTo>
                <a:close/>
                <a:moveTo>
                  <a:pt x="8545113" y="511685"/>
                </a:moveTo>
                <a:lnTo>
                  <a:pt x="8537241" y="517592"/>
                </a:lnTo>
                <a:lnTo>
                  <a:pt x="8537241" y="523494"/>
                </a:lnTo>
                <a:lnTo>
                  <a:pt x="8529369" y="521524"/>
                </a:lnTo>
                <a:lnTo>
                  <a:pt x="8533305" y="513653"/>
                </a:lnTo>
                <a:close/>
                <a:moveTo>
                  <a:pt x="8978076" y="499877"/>
                </a:moveTo>
                <a:lnTo>
                  <a:pt x="9013501" y="499877"/>
                </a:lnTo>
                <a:lnTo>
                  <a:pt x="9015469" y="503812"/>
                </a:lnTo>
                <a:lnTo>
                  <a:pt x="9037117" y="515622"/>
                </a:lnTo>
                <a:lnTo>
                  <a:pt x="9050893" y="527431"/>
                </a:lnTo>
                <a:lnTo>
                  <a:pt x="9043021" y="541205"/>
                </a:lnTo>
                <a:lnTo>
                  <a:pt x="9003661" y="537272"/>
                </a:lnTo>
                <a:lnTo>
                  <a:pt x="8983980" y="535301"/>
                </a:lnTo>
                <a:lnTo>
                  <a:pt x="8978076" y="531365"/>
                </a:lnTo>
                <a:lnTo>
                  <a:pt x="8956428" y="529396"/>
                </a:lnTo>
                <a:lnTo>
                  <a:pt x="8954460" y="523494"/>
                </a:lnTo>
                <a:lnTo>
                  <a:pt x="8966268" y="519556"/>
                </a:lnTo>
                <a:lnTo>
                  <a:pt x="8966268" y="511685"/>
                </a:lnTo>
                <a:close/>
                <a:moveTo>
                  <a:pt x="8488040" y="499877"/>
                </a:moveTo>
                <a:lnTo>
                  <a:pt x="8497880" y="499877"/>
                </a:lnTo>
                <a:lnTo>
                  <a:pt x="8503784" y="503812"/>
                </a:lnTo>
                <a:lnTo>
                  <a:pt x="8493944" y="501845"/>
                </a:lnTo>
                <a:lnTo>
                  <a:pt x="8484104" y="503812"/>
                </a:lnTo>
                <a:close/>
                <a:moveTo>
                  <a:pt x="2182530" y="499874"/>
                </a:moveTo>
                <a:lnTo>
                  <a:pt x="2202211" y="499874"/>
                </a:lnTo>
                <a:lnTo>
                  <a:pt x="2206147" y="503809"/>
                </a:lnTo>
                <a:lnTo>
                  <a:pt x="2198274" y="515618"/>
                </a:lnTo>
                <a:lnTo>
                  <a:pt x="2182530" y="519553"/>
                </a:lnTo>
                <a:lnTo>
                  <a:pt x="2168754" y="515618"/>
                </a:lnTo>
                <a:lnTo>
                  <a:pt x="2168754" y="507745"/>
                </a:lnTo>
                <a:close/>
                <a:moveTo>
                  <a:pt x="7344622" y="495942"/>
                </a:moveTo>
                <a:lnTo>
                  <a:pt x="7356430" y="495942"/>
                </a:lnTo>
                <a:lnTo>
                  <a:pt x="7358398" y="497911"/>
                </a:lnTo>
                <a:lnTo>
                  <a:pt x="7348558" y="499877"/>
                </a:lnTo>
                <a:close/>
                <a:moveTo>
                  <a:pt x="2338005" y="493971"/>
                </a:moveTo>
                <a:lnTo>
                  <a:pt x="2357685" y="503811"/>
                </a:lnTo>
                <a:lnTo>
                  <a:pt x="2371461" y="499874"/>
                </a:lnTo>
                <a:lnTo>
                  <a:pt x="2410822" y="503811"/>
                </a:lnTo>
                <a:lnTo>
                  <a:pt x="2414758" y="519555"/>
                </a:lnTo>
                <a:lnTo>
                  <a:pt x="2361621" y="580563"/>
                </a:lnTo>
                <a:lnTo>
                  <a:pt x="2349813" y="576627"/>
                </a:lnTo>
                <a:lnTo>
                  <a:pt x="2326197" y="576627"/>
                </a:lnTo>
                <a:lnTo>
                  <a:pt x="2316356" y="576627"/>
                </a:lnTo>
                <a:lnTo>
                  <a:pt x="2304548" y="576627"/>
                </a:lnTo>
                <a:lnTo>
                  <a:pt x="2322261" y="596307"/>
                </a:lnTo>
                <a:lnTo>
                  <a:pt x="2304548" y="621891"/>
                </a:lnTo>
                <a:lnTo>
                  <a:pt x="2288804" y="621891"/>
                </a:lnTo>
                <a:lnTo>
                  <a:pt x="2280931" y="621891"/>
                </a:lnTo>
                <a:lnTo>
                  <a:pt x="2273060" y="592371"/>
                </a:lnTo>
                <a:lnTo>
                  <a:pt x="2263219" y="572691"/>
                </a:lnTo>
                <a:lnTo>
                  <a:pt x="2267155" y="568755"/>
                </a:lnTo>
                <a:lnTo>
                  <a:pt x="2267155" y="519555"/>
                </a:lnTo>
                <a:lnTo>
                  <a:pt x="2273060" y="519555"/>
                </a:lnTo>
                <a:lnTo>
                  <a:pt x="2284868" y="519555"/>
                </a:lnTo>
                <a:lnTo>
                  <a:pt x="2284868" y="515618"/>
                </a:lnTo>
                <a:lnTo>
                  <a:pt x="2269124" y="507747"/>
                </a:lnTo>
                <a:lnTo>
                  <a:pt x="2296676" y="497906"/>
                </a:lnTo>
                <a:lnTo>
                  <a:pt x="2312420" y="497906"/>
                </a:lnTo>
                <a:close/>
                <a:moveTo>
                  <a:pt x="7305262" y="490037"/>
                </a:moveTo>
                <a:lnTo>
                  <a:pt x="7315102" y="490037"/>
                </a:lnTo>
                <a:lnTo>
                  <a:pt x="7309198" y="492005"/>
                </a:lnTo>
                <a:lnTo>
                  <a:pt x="7295422" y="492005"/>
                </a:lnTo>
                <a:close/>
                <a:moveTo>
                  <a:pt x="7319038" y="488071"/>
                </a:moveTo>
                <a:lnTo>
                  <a:pt x="7338718" y="488071"/>
                </a:lnTo>
                <a:lnTo>
                  <a:pt x="7328878" y="492005"/>
                </a:lnTo>
                <a:close/>
                <a:moveTo>
                  <a:pt x="7387919" y="486103"/>
                </a:moveTo>
                <a:lnTo>
                  <a:pt x="7397759" y="486103"/>
                </a:lnTo>
                <a:lnTo>
                  <a:pt x="7403663" y="488071"/>
                </a:lnTo>
                <a:lnTo>
                  <a:pt x="7385951" y="490037"/>
                </a:lnTo>
                <a:close/>
                <a:moveTo>
                  <a:pt x="8804891" y="478231"/>
                </a:moveTo>
                <a:lnTo>
                  <a:pt x="8818667" y="480197"/>
                </a:lnTo>
                <a:lnTo>
                  <a:pt x="8838347" y="493972"/>
                </a:lnTo>
                <a:lnTo>
                  <a:pt x="8836379" y="497911"/>
                </a:lnTo>
                <a:close/>
                <a:moveTo>
                  <a:pt x="8960364" y="472324"/>
                </a:moveTo>
                <a:lnTo>
                  <a:pt x="8976108" y="478231"/>
                </a:lnTo>
                <a:lnTo>
                  <a:pt x="8972172" y="484132"/>
                </a:lnTo>
                <a:lnTo>
                  <a:pt x="8978076" y="486103"/>
                </a:lnTo>
                <a:lnTo>
                  <a:pt x="8976108" y="492005"/>
                </a:lnTo>
                <a:lnTo>
                  <a:pt x="8960364" y="501845"/>
                </a:lnTo>
                <a:lnTo>
                  <a:pt x="8944620" y="490037"/>
                </a:lnTo>
                <a:lnTo>
                  <a:pt x="8946588" y="480197"/>
                </a:lnTo>
                <a:close/>
                <a:moveTo>
                  <a:pt x="8261718" y="468391"/>
                </a:moveTo>
                <a:lnTo>
                  <a:pt x="8269590" y="470357"/>
                </a:lnTo>
                <a:lnTo>
                  <a:pt x="8257782" y="480197"/>
                </a:lnTo>
                <a:lnTo>
                  <a:pt x="8257782" y="486103"/>
                </a:lnTo>
                <a:lnTo>
                  <a:pt x="8249910" y="486103"/>
                </a:lnTo>
                <a:lnTo>
                  <a:pt x="8245974" y="480197"/>
                </a:lnTo>
                <a:lnTo>
                  <a:pt x="8253846" y="472324"/>
                </a:lnTo>
                <a:close/>
                <a:moveTo>
                  <a:pt x="1515369" y="466420"/>
                </a:moveTo>
                <a:lnTo>
                  <a:pt x="1538985" y="466420"/>
                </a:lnTo>
                <a:lnTo>
                  <a:pt x="1568506" y="488068"/>
                </a:lnTo>
                <a:lnTo>
                  <a:pt x="1576378" y="495940"/>
                </a:lnTo>
                <a:lnTo>
                  <a:pt x="1584250" y="488068"/>
                </a:lnTo>
                <a:lnTo>
                  <a:pt x="1592122" y="488068"/>
                </a:lnTo>
                <a:lnTo>
                  <a:pt x="1596058" y="499875"/>
                </a:lnTo>
                <a:lnTo>
                  <a:pt x="1603930" y="495940"/>
                </a:lnTo>
                <a:lnTo>
                  <a:pt x="1603930" y="488068"/>
                </a:lnTo>
                <a:lnTo>
                  <a:pt x="1637387" y="488068"/>
                </a:lnTo>
                <a:lnTo>
                  <a:pt x="1694460" y="527428"/>
                </a:lnTo>
                <a:lnTo>
                  <a:pt x="1694460" y="537268"/>
                </a:lnTo>
                <a:lnTo>
                  <a:pt x="1682652" y="537268"/>
                </a:lnTo>
                <a:lnTo>
                  <a:pt x="1674780" y="545140"/>
                </a:lnTo>
                <a:lnTo>
                  <a:pt x="1629515" y="568756"/>
                </a:lnTo>
                <a:lnTo>
                  <a:pt x="1615739" y="576628"/>
                </a:lnTo>
                <a:lnTo>
                  <a:pt x="1588186" y="588436"/>
                </a:lnTo>
                <a:lnTo>
                  <a:pt x="1584250" y="606149"/>
                </a:lnTo>
                <a:lnTo>
                  <a:pt x="1576378" y="606149"/>
                </a:lnTo>
                <a:lnTo>
                  <a:pt x="1572442" y="602212"/>
                </a:lnTo>
                <a:lnTo>
                  <a:pt x="1554729" y="610084"/>
                </a:lnTo>
                <a:lnTo>
                  <a:pt x="1554729" y="641572"/>
                </a:lnTo>
                <a:lnTo>
                  <a:pt x="1535049" y="653380"/>
                </a:lnTo>
                <a:lnTo>
                  <a:pt x="1527177" y="649444"/>
                </a:lnTo>
                <a:lnTo>
                  <a:pt x="1503561" y="663220"/>
                </a:lnTo>
                <a:lnTo>
                  <a:pt x="1489785" y="671092"/>
                </a:lnTo>
                <a:lnTo>
                  <a:pt x="1474040" y="671092"/>
                </a:lnTo>
                <a:lnTo>
                  <a:pt x="1466168" y="645509"/>
                </a:lnTo>
                <a:lnTo>
                  <a:pt x="1420903" y="625828"/>
                </a:lnTo>
                <a:lnTo>
                  <a:pt x="1405159" y="621892"/>
                </a:lnTo>
                <a:lnTo>
                  <a:pt x="1409095" y="602212"/>
                </a:lnTo>
                <a:lnTo>
                  <a:pt x="1432711" y="592372"/>
                </a:lnTo>
                <a:lnTo>
                  <a:pt x="1428775" y="584501"/>
                </a:lnTo>
                <a:lnTo>
                  <a:pt x="1420903" y="576628"/>
                </a:lnTo>
                <a:lnTo>
                  <a:pt x="1420903" y="564820"/>
                </a:lnTo>
                <a:lnTo>
                  <a:pt x="1432711" y="568756"/>
                </a:lnTo>
                <a:lnTo>
                  <a:pt x="1444520" y="560884"/>
                </a:lnTo>
                <a:lnTo>
                  <a:pt x="1428775" y="553012"/>
                </a:lnTo>
                <a:lnTo>
                  <a:pt x="1428775" y="541204"/>
                </a:lnTo>
                <a:lnTo>
                  <a:pt x="1454360" y="523492"/>
                </a:lnTo>
                <a:lnTo>
                  <a:pt x="1436647" y="476259"/>
                </a:lnTo>
                <a:lnTo>
                  <a:pt x="1497656" y="472323"/>
                </a:lnTo>
                <a:close/>
                <a:moveTo>
                  <a:pt x="8143637" y="464453"/>
                </a:moveTo>
                <a:lnTo>
                  <a:pt x="8161349" y="464453"/>
                </a:lnTo>
                <a:lnTo>
                  <a:pt x="8182997" y="464453"/>
                </a:lnTo>
                <a:lnTo>
                  <a:pt x="8184965" y="468391"/>
                </a:lnTo>
                <a:lnTo>
                  <a:pt x="8173157" y="476262"/>
                </a:lnTo>
                <a:lnTo>
                  <a:pt x="8173157" y="482165"/>
                </a:lnTo>
                <a:lnTo>
                  <a:pt x="8155445" y="490037"/>
                </a:lnTo>
                <a:lnTo>
                  <a:pt x="8141669" y="478231"/>
                </a:lnTo>
                <a:lnTo>
                  <a:pt x="8129861" y="476262"/>
                </a:lnTo>
                <a:lnTo>
                  <a:pt x="8137733" y="468391"/>
                </a:lnTo>
                <a:close/>
                <a:moveTo>
                  <a:pt x="7417439" y="434933"/>
                </a:moveTo>
                <a:lnTo>
                  <a:pt x="7427279" y="438872"/>
                </a:lnTo>
                <a:lnTo>
                  <a:pt x="7421375" y="442805"/>
                </a:lnTo>
                <a:lnTo>
                  <a:pt x="7409567" y="440837"/>
                </a:lnTo>
                <a:lnTo>
                  <a:pt x="7409567" y="436902"/>
                </a:lnTo>
                <a:close/>
                <a:moveTo>
                  <a:pt x="7277709" y="405413"/>
                </a:moveTo>
                <a:lnTo>
                  <a:pt x="7289517" y="407382"/>
                </a:lnTo>
                <a:lnTo>
                  <a:pt x="7295421" y="417222"/>
                </a:lnTo>
                <a:lnTo>
                  <a:pt x="7283613" y="423124"/>
                </a:lnTo>
                <a:lnTo>
                  <a:pt x="7265901" y="413284"/>
                </a:lnTo>
                <a:close/>
                <a:moveTo>
                  <a:pt x="9127646" y="401477"/>
                </a:moveTo>
                <a:lnTo>
                  <a:pt x="9135518" y="403445"/>
                </a:lnTo>
                <a:lnTo>
                  <a:pt x="9151262" y="411316"/>
                </a:lnTo>
                <a:lnTo>
                  <a:pt x="9188654" y="411316"/>
                </a:lnTo>
                <a:lnTo>
                  <a:pt x="9196527" y="415253"/>
                </a:lnTo>
                <a:lnTo>
                  <a:pt x="9220143" y="417222"/>
                </a:lnTo>
                <a:lnTo>
                  <a:pt x="9249663" y="423124"/>
                </a:lnTo>
                <a:lnTo>
                  <a:pt x="9257535" y="430996"/>
                </a:lnTo>
                <a:lnTo>
                  <a:pt x="9251631" y="440837"/>
                </a:lnTo>
                <a:lnTo>
                  <a:pt x="9222111" y="448712"/>
                </a:lnTo>
                <a:lnTo>
                  <a:pt x="9196527" y="448712"/>
                </a:lnTo>
                <a:lnTo>
                  <a:pt x="9167006" y="434933"/>
                </a:lnTo>
                <a:lnTo>
                  <a:pt x="9149294" y="427063"/>
                </a:lnTo>
                <a:lnTo>
                  <a:pt x="9147326" y="417222"/>
                </a:lnTo>
                <a:lnTo>
                  <a:pt x="9129614" y="407382"/>
                </a:lnTo>
                <a:close/>
                <a:moveTo>
                  <a:pt x="7287550" y="381796"/>
                </a:moveTo>
                <a:lnTo>
                  <a:pt x="7299358" y="387702"/>
                </a:lnTo>
                <a:lnTo>
                  <a:pt x="7299358" y="391636"/>
                </a:lnTo>
                <a:lnTo>
                  <a:pt x="7283614" y="391636"/>
                </a:lnTo>
                <a:lnTo>
                  <a:pt x="7277710" y="383764"/>
                </a:lnTo>
                <a:close/>
                <a:moveTo>
                  <a:pt x="7293454" y="379828"/>
                </a:moveTo>
                <a:lnTo>
                  <a:pt x="7311166" y="379828"/>
                </a:lnTo>
                <a:lnTo>
                  <a:pt x="7322974" y="383764"/>
                </a:lnTo>
                <a:lnTo>
                  <a:pt x="7317070" y="387702"/>
                </a:lnTo>
                <a:lnTo>
                  <a:pt x="7305262" y="387702"/>
                </a:lnTo>
                <a:close/>
                <a:moveTo>
                  <a:pt x="9304768" y="373924"/>
                </a:moveTo>
                <a:lnTo>
                  <a:pt x="9316576" y="373924"/>
                </a:lnTo>
                <a:lnTo>
                  <a:pt x="9312640" y="375894"/>
                </a:lnTo>
                <a:close/>
                <a:moveTo>
                  <a:pt x="7716577" y="373924"/>
                </a:moveTo>
                <a:lnTo>
                  <a:pt x="7720513" y="375894"/>
                </a:lnTo>
                <a:lnTo>
                  <a:pt x="7716577" y="377862"/>
                </a:lnTo>
                <a:lnTo>
                  <a:pt x="7708705" y="375894"/>
                </a:lnTo>
                <a:close/>
                <a:moveTo>
                  <a:pt x="8989885" y="369988"/>
                </a:moveTo>
                <a:lnTo>
                  <a:pt x="8997757" y="373924"/>
                </a:lnTo>
                <a:lnTo>
                  <a:pt x="9005629" y="381796"/>
                </a:lnTo>
                <a:lnTo>
                  <a:pt x="9021373" y="387702"/>
                </a:lnTo>
                <a:lnTo>
                  <a:pt x="9039086" y="387702"/>
                </a:lnTo>
                <a:lnTo>
                  <a:pt x="9044990" y="387702"/>
                </a:lnTo>
                <a:lnTo>
                  <a:pt x="9064670" y="397542"/>
                </a:lnTo>
                <a:lnTo>
                  <a:pt x="9086318" y="399512"/>
                </a:lnTo>
                <a:lnTo>
                  <a:pt x="9092222" y="405413"/>
                </a:lnTo>
                <a:lnTo>
                  <a:pt x="9074510" y="411316"/>
                </a:lnTo>
                <a:lnTo>
                  <a:pt x="9080414" y="413284"/>
                </a:lnTo>
                <a:lnTo>
                  <a:pt x="9060734" y="429031"/>
                </a:lnTo>
                <a:lnTo>
                  <a:pt x="9048926" y="423124"/>
                </a:lnTo>
                <a:lnTo>
                  <a:pt x="9031213" y="427063"/>
                </a:lnTo>
                <a:lnTo>
                  <a:pt x="9015469" y="417222"/>
                </a:lnTo>
                <a:lnTo>
                  <a:pt x="9015469" y="407382"/>
                </a:lnTo>
                <a:lnTo>
                  <a:pt x="9025309" y="403445"/>
                </a:lnTo>
                <a:lnTo>
                  <a:pt x="9023341" y="397542"/>
                </a:lnTo>
                <a:lnTo>
                  <a:pt x="9013501" y="397542"/>
                </a:lnTo>
                <a:lnTo>
                  <a:pt x="9001693" y="407382"/>
                </a:lnTo>
                <a:lnTo>
                  <a:pt x="9007597" y="423124"/>
                </a:lnTo>
                <a:lnTo>
                  <a:pt x="9029245" y="432964"/>
                </a:lnTo>
                <a:lnTo>
                  <a:pt x="9044990" y="432964"/>
                </a:lnTo>
                <a:lnTo>
                  <a:pt x="9023341" y="444773"/>
                </a:lnTo>
                <a:lnTo>
                  <a:pt x="9005629" y="442805"/>
                </a:lnTo>
                <a:lnTo>
                  <a:pt x="9001693" y="430996"/>
                </a:lnTo>
                <a:lnTo>
                  <a:pt x="8989885" y="430996"/>
                </a:lnTo>
                <a:lnTo>
                  <a:pt x="8968237" y="442805"/>
                </a:lnTo>
                <a:lnTo>
                  <a:pt x="8944621" y="442805"/>
                </a:lnTo>
                <a:lnTo>
                  <a:pt x="8942653" y="434933"/>
                </a:lnTo>
                <a:lnTo>
                  <a:pt x="8936749" y="432964"/>
                </a:lnTo>
                <a:lnTo>
                  <a:pt x="8926909" y="436902"/>
                </a:lnTo>
                <a:lnTo>
                  <a:pt x="8932813" y="450678"/>
                </a:lnTo>
                <a:lnTo>
                  <a:pt x="8922973" y="458552"/>
                </a:lnTo>
                <a:lnTo>
                  <a:pt x="8885580" y="446742"/>
                </a:lnTo>
                <a:lnTo>
                  <a:pt x="8887548" y="438872"/>
                </a:lnTo>
                <a:lnTo>
                  <a:pt x="8877708" y="432964"/>
                </a:lnTo>
                <a:lnTo>
                  <a:pt x="8865900" y="432964"/>
                </a:lnTo>
                <a:lnTo>
                  <a:pt x="8854092" y="417222"/>
                </a:lnTo>
                <a:lnTo>
                  <a:pt x="8865900" y="411316"/>
                </a:lnTo>
                <a:lnTo>
                  <a:pt x="8859996" y="397542"/>
                </a:lnTo>
                <a:lnTo>
                  <a:pt x="8861964" y="393604"/>
                </a:lnTo>
                <a:lnTo>
                  <a:pt x="8873772" y="391636"/>
                </a:lnTo>
                <a:lnTo>
                  <a:pt x="8869836" y="385733"/>
                </a:lnTo>
                <a:lnTo>
                  <a:pt x="8869836" y="381796"/>
                </a:lnTo>
                <a:lnTo>
                  <a:pt x="8887548" y="381796"/>
                </a:lnTo>
                <a:lnTo>
                  <a:pt x="8887548" y="379828"/>
                </a:lnTo>
                <a:lnTo>
                  <a:pt x="8907228" y="371955"/>
                </a:lnTo>
                <a:lnTo>
                  <a:pt x="8940685" y="381796"/>
                </a:lnTo>
                <a:lnTo>
                  <a:pt x="8932813" y="385733"/>
                </a:lnTo>
                <a:lnTo>
                  <a:pt x="8932813" y="387702"/>
                </a:lnTo>
                <a:lnTo>
                  <a:pt x="8946589" y="391636"/>
                </a:lnTo>
                <a:lnTo>
                  <a:pt x="8946589" y="397542"/>
                </a:lnTo>
                <a:lnTo>
                  <a:pt x="8954461" y="401476"/>
                </a:lnTo>
                <a:lnTo>
                  <a:pt x="8972173" y="401476"/>
                </a:lnTo>
                <a:lnTo>
                  <a:pt x="8972173" y="381796"/>
                </a:lnTo>
                <a:lnTo>
                  <a:pt x="8980045" y="371955"/>
                </a:lnTo>
                <a:close/>
                <a:moveTo>
                  <a:pt x="7698865" y="366053"/>
                </a:moveTo>
                <a:lnTo>
                  <a:pt x="7696897" y="371955"/>
                </a:lnTo>
                <a:lnTo>
                  <a:pt x="7690993" y="373924"/>
                </a:lnTo>
                <a:lnTo>
                  <a:pt x="7665409" y="369988"/>
                </a:lnTo>
                <a:lnTo>
                  <a:pt x="7669345" y="368022"/>
                </a:lnTo>
                <a:lnTo>
                  <a:pt x="7685089" y="368022"/>
                </a:lnTo>
                <a:close/>
                <a:moveTo>
                  <a:pt x="8175126" y="356213"/>
                </a:moveTo>
                <a:lnTo>
                  <a:pt x="8179062" y="358183"/>
                </a:lnTo>
                <a:lnTo>
                  <a:pt x="8173158" y="362115"/>
                </a:lnTo>
                <a:close/>
                <a:moveTo>
                  <a:pt x="8145605" y="350309"/>
                </a:moveTo>
                <a:lnTo>
                  <a:pt x="8153477" y="352276"/>
                </a:lnTo>
                <a:lnTo>
                  <a:pt x="8165285" y="358183"/>
                </a:lnTo>
                <a:lnTo>
                  <a:pt x="8157413" y="358183"/>
                </a:lnTo>
                <a:lnTo>
                  <a:pt x="8141669" y="352276"/>
                </a:lnTo>
                <a:close/>
                <a:moveTo>
                  <a:pt x="7689025" y="346373"/>
                </a:moveTo>
                <a:lnTo>
                  <a:pt x="7696897" y="348343"/>
                </a:lnTo>
                <a:lnTo>
                  <a:pt x="7696897" y="352276"/>
                </a:lnTo>
                <a:lnTo>
                  <a:pt x="7683121" y="348343"/>
                </a:lnTo>
                <a:close/>
                <a:moveTo>
                  <a:pt x="7657537" y="344403"/>
                </a:moveTo>
                <a:lnTo>
                  <a:pt x="7665409" y="344403"/>
                </a:lnTo>
                <a:lnTo>
                  <a:pt x="7665409" y="350309"/>
                </a:lnTo>
                <a:lnTo>
                  <a:pt x="7657537" y="350309"/>
                </a:lnTo>
                <a:close/>
                <a:moveTo>
                  <a:pt x="7647697" y="344403"/>
                </a:moveTo>
                <a:lnTo>
                  <a:pt x="7649665" y="348343"/>
                </a:lnTo>
                <a:lnTo>
                  <a:pt x="7639825" y="350309"/>
                </a:lnTo>
                <a:lnTo>
                  <a:pt x="7635889" y="352276"/>
                </a:lnTo>
                <a:lnTo>
                  <a:pt x="7631953" y="350309"/>
                </a:lnTo>
                <a:close/>
                <a:moveTo>
                  <a:pt x="9210303" y="342436"/>
                </a:moveTo>
                <a:lnTo>
                  <a:pt x="9210303" y="348343"/>
                </a:lnTo>
                <a:lnTo>
                  <a:pt x="9188655" y="350309"/>
                </a:lnTo>
                <a:lnTo>
                  <a:pt x="9190623" y="344403"/>
                </a:lnTo>
                <a:close/>
                <a:moveTo>
                  <a:pt x="6876234" y="328662"/>
                </a:moveTo>
                <a:lnTo>
                  <a:pt x="6911658" y="334564"/>
                </a:lnTo>
                <a:lnTo>
                  <a:pt x="6915594" y="348343"/>
                </a:lnTo>
                <a:lnTo>
                  <a:pt x="6901818" y="358183"/>
                </a:lnTo>
                <a:lnTo>
                  <a:pt x="6905754" y="366053"/>
                </a:lnTo>
                <a:lnTo>
                  <a:pt x="6878202" y="371956"/>
                </a:lnTo>
                <a:lnTo>
                  <a:pt x="6840810" y="381796"/>
                </a:lnTo>
                <a:lnTo>
                  <a:pt x="6801449" y="387702"/>
                </a:lnTo>
                <a:lnTo>
                  <a:pt x="6791609" y="391636"/>
                </a:lnTo>
                <a:lnTo>
                  <a:pt x="6760121" y="395573"/>
                </a:lnTo>
                <a:lnTo>
                  <a:pt x="6758153" y="403445"/>
                </a:lnTo>
                <a:lnTo>
                  <a:pt x="6732569" y="407382"/>
                </a:lnTo>
                <a:lnTo>
                  <a:pt x="6718792" y="411316"/>
                </a:lnTo>
                <a:lnTo>
                  <a:pt x="6705016" y="421156"/>
                </a:lnTo>
                <a:lnTo>
                  <a:pt x="6673528" y="432965"/>
                </a:lnTo>
                <a:lnTo>
                  <a:pt x="6673528" y="442805"/>
                </a:lnTo>
                <a:lnTo>
                  <a:pt x="6661720" y="444773"/>
                </a:lnTo>
                <a:lnTo>
                  <a:pt x="6661720" y="456582"/>
                </a:lnTo>
                <a:lnTo>
                  <a:pt x="6634168" y="456582"/>
                </a:lnTo>
                <a:lnTo>
                  <a:pt x="6628264" y="466421"/>
                </a:lnTo>
                <a:lnTo>
                  <a:pt x="6616456" y="466421"/>
                </a:lnTo>
                <a:lnTo>
                  <a:pt x="6616456" y="480201"/>
                </a:lnTo>
                <a:lnTo>
                  <a:pt x="6604647" y="488071"/>
                </a:lnTo>
                <a:lnTo>
                  <a:pt x="6596775" y="488071"/>
                </a:lnTo>
                <a:lnTo>
                  <a:pt x="6592839" y="509721"/>
                </a:lnTo>
                <a:lnTo>
                  <a:pt x="6565287" y="541206"/>
                </a:lnTo>
                <a:lnTo>
                  <a:pt x="6541671" y="535301"/>
                </a:lnTo>
                <a:lnTo>
                  <a:pt x="6537735" y="531365"/>
                </a:lnTo>
                <a:lnTo>
                  <a:pt x="6504278" y="533334"/>
                </a:lnTo>
                <a:lnTo>
                  <a:pt x="6502310" y="525462"/>
                </a:lnTo>
                <a:lnTo>
                  <a:pt x="6514119" y="517592"/>
                </a:lnTo>
                <a:lnTo>
                  <a:pt x="6529863" y="513653"/>
                </a:lnTo>
                <a:lnTo>
                  <a:pt x="6527895" y="509721"/>
                </a:lnTo>
                <a:lnTo>
                  <a:pt x="6496406" y="515622"/>
                </a:lnTo>
                <a:lnTo>
                  <a:pt x="6478694" y="505782"/>
                </a:lnTo>
                <a:lnTo>
                  <a:pt x="6484598" y="499880"/>
                </a:lnTo>
                <a:lnTo>
                  <a:pt x="6502310" y="499880"/>
                </a:lnTo>
                <a:lnTo>
                  <a:pt x="6506247" y="488071"/>
                </a:lnTo>
                <a:lnTo>
                  <a:pt x="6516087" y="484134"/>
                </a:lnTo>
                <a:lnTo>
                  <a:pt x="6520023" y="486103"/>
                </a:lnTo>
                <a:lnTo>
                  <a:pt x="6531831" y="488071"/>
                </a:lnTo>
                <a:lnTo>
                  <a:pt x="6535767" y="488071"/>
                </a:lnTo>
                <a:lnTo>
                  <a:pt x="6539703" y="488071"/>
                </a:lnTo>
                <a:lnTo>
                  <a:pt x="6541671" y="486103"/>
                </a:lnTo>
                <a:lnTo>
                  <a:pt x="6529863" y="474293"/>
                </a:lnTo>
                <a:lnTo>
                  <a:pt x="6533799" y="466421"/>
                </a:lnTo>
                <a:lnTo>
                  <a:pt x="6551511" y="464453"/>
                </a:lnTo>
                <a:lnTo>
                  <a:pt x="6539703" y="456582"/>
                </a:lnTo>
                <a:lnTo>
                  <a:pt x="6547575" y="452645"/>
                </a:lnTo>
                <a:lnTo>
                  <a:pt x="6555447" y="448712"/>
                </a:lnTo>
                <a:lnTo>
                  <a:pt x="6539703" y="442805"/>
                </a:lnTo>
                <a:lnTo>
                  <a:pt x="6537735" y="429031"/>
                </a:lnTo>
                <a:lnTo>
                  <a:pt x="6529863" y="425093"/>
                </a:lnTo>
                <a:lnTo>
                  <a:pt x="6541671" y="423124"/>
                </a:lnTo>
                <a:lnTo>
                  <a:pt x="6557415" y="425093"/>
                </a:lnTo>
                <a:lnTo>
                  <a:pt x="6577095" y="419191"/>
                </a:lnTo>
                <a:lnTo>
                  <a:pt x="6577095" y="413284"/>
                </a:lnTo>
                <a:lnTo>
                  <a:pt x="6598743" y="413284"/>
                </a:lnTo>
                <a:lnTo>
                  <a:pt x="6608583" y="397542"/>
                </a:lnTo>
                <a:lnTo>
                  <a:pt x="6620392" y="397542"/>
                </a:lnTo>
                <a:lnTo>
                  <a:pt x="6620392" y="391636"/>
                </a:lnTo>
                <a:lnTo>
                  <a:pt x="6644008" y="387702"/>
                </a:lnTo>
                <a:lnTo>
                  <a:pt x="6661720" y="377862"/>
                </a:lnTo>
                <a:lnTo>
                  <a:pt x="6679432" y="375894"/>
                </a:lnTo>
                <a:lnTo>
                  <a:pt x="6679432" y="381796"/>
                </a:lnTo>
                <a:lnTo>
                  <a:pt x="6695176" y="379832"/>
                </a:lnTo>
                <a:lnTo>
                  <a:pt x="6681400" y="373924"/>
                </a:lnTo>
                <a:lnTo>
                  <a:pt x="6691240" y="366053"/>
                </a:lnTo>
                <a:lnTo>
                  <a:pt x="6720760" y="366053"/>
                </a:lnTo>
                <a:lnTo>
                  <a:pt x="6724696" y="371956"/>
                </a:lnTo>
                <a:lnTo>
                  <a:pt x="6754217" y="364084"/>
                </a:lnTo>
                <a:lnTo>
                  <a:pt x="6825065" y="350309"/>
                </a:lnTo>
                <a:lnTo>
                  <a:pt x="6829001" y="336534"/>
                </a:lnTo>
                <a:lnTo>
                  <a:pt x="6850650" y="334564"/>
                </a:lnTo>
                <a:close/>
                <a:moveTo>
                  <a:pt x="7482383" y="320788"/>
                </a:moveTo>
                <a:lnTo>
                  <a:pt x="7484351" y="322755"/>
                </a:lnTo>
                <a:lnTo>
                  <a:pt x="7480415" y="328662"/>
                </a:lnTo>
                <a:lnTo>
                  <a:pt x="7476479" y="328662"/>
                </a:lnTo>
                <a:lnTo>
                  <a:pt x="7476479" y="322755"/>
                </a:lnTo>
                <a:close/>
                <a:moveTo>
                  <a:pt x="7704769" y="318822"/>
                </a:moveTo>
                <a:lnTo>
                  <a:pt x="7704769" y="324724"/>
                </a:lnTo>
                <a:lnTo>
                  <a:pt x="7679185" y="330627"/>
                </a:lnTo>
                <a:lnTo>
                  <a:pt x="7667377" y="328662"/>
                </a:lnTo>
                <a:lnTo>
                  <a:pt x="7669345" y="322755"/>
                </a:lnTo>
                <a:close/>
                <a:moveTo>
                  <a:pt x="8015716" y="308982"/>
                </a:moveTo>
                <a:lnTo>
                  <a:pt x="8023588" y="310947"/>
                </a:lnTo>
                <a:lnTo>
                  <a:pt x="8017684" y="318822"/>
                </a:lnTo>
                <a:lnTo>
                  <a:pt x="8003908" y="318822"/>
                </a:lnTo>
                <a:lnTo>
                  <a:pt x="8007844" y="314884"/>
                </a:lnTo>
                <a:close/>
                <a:moveTo>
                  <a:pt x="7505999" y="308982"/>
                </a:moveTo>
                <a:lnTo>
                  <a:pt x="7511903" y="314884"/>
                </a:lnTo>
                <a:lnTo>
                  <a:pt x="7500095" y="320788"/>
                </a:lnTo>
                <a:lnTo>
                  <a:pt x="7488287" y="314884"/>
                </a:lnTo>
                <a:lnTo>
                  <a:pt x="7490255" y="310947"/>
                </a:lnTo>
                <a:close/>
                <a:moveTo>
                  <a:pt x="8001940" y="301108"/>
                </a:moveTo>
                <a:lnTo>
                  <a:pt x="8001940" y="305044"/>
                </a:lnTo>
                <a:lnTo>
                  <a:pt x="7988164" y="305044"/>
                </a:lnTo>
                <a:lnTo>
                  <a:pt x="7988164" y="303076"/>
                </a:lnTo>
                <a:close/>
                <a:moveTo>
                  <a:pt x="7289518" y="301108"/>
                </a:moveTo>
                <a:lnTo>
                  <a:pt x="7303294" y="301108"/>
                </a:lnTo>
                <a:lnTo>
                  <a:pt x="7305262" y="307013"/>
                </a:lnTo>
                <a:lnTo>
                  <a:pt x="7295422" y="305044"/>
                </a:lnTo>
                <a:close/>
                <a:moveTo>
                  <a:pt x="7917315" y="289302"/>
                </a:moveTo>
                <a:lnTo>
                  <a:pt x="7948803" y="299143"/>
                </a:lnTo>
                <a:lnTo>
                  <a:pt x="7966516" y="295204"/>
                </a:lnTo>
                <a:lnTo>
                  <a:pt x="7976356" y="305044"/>
                </a:lnTo>
                <a:lnTo>
                  <a:pt x="7960612" y="316854"/>
                </a:lnTo>
                <a:lnTo>
                  <a:pt x="7929123" y="318822"/>
                </a:lnTo>
                <a:lnTo>
                  <a:pt x="7929123" y="322756"/>
                </a:lnTo>
                <a:lnTo>
                  <a:pt x="7956676" y="324724"/>
                </a:lnTo>
                <a:lnTo>
                  <a:pt x="7956676" y="332597"/>
                </a:lnTo>
                <a:lnTo>
                  <a:pt x="7968484" y="334564"/>
                </a:lnTo>
                <a:lnTo>
                  <a:pt x="7982260" y="326694"/>
                </a:lnTo>
                <a:lnTo>
                  <a:pt x="8003908" y="330629"/>
                </a:lnTo>
                <a:lnTo>
                  <a:pt x="7999972" y="342436"/>
                </a:lnTo>
                <a:lnTo>
                  <a:pt x="7978324" y="352276"/>
                </a:lnTo>
                <a:lnTo>
                  <a:pt x="7994068" y="356213"/>
                </a:lnTo>
                <a:lnTo>
                  <a:pt x="8019652" y="354244"/>
                </a:lnTo>
                <a:lnTo>
                  <a:pt x="8027524" y="348343"/>
                </a:lnTo>
                <a:lnTo>
                  <a:pt x="8106245" y="342436"/>
                </a:lnTo>
                <a:lnTo>
                  <a:pt x="8118053" y="348343"/>
                </a:lnTo>
                <a:lnTo>
                  <a:pt x="8129861" y="350309"/>
                </a:lnTo>
                <a:lnTo>
                  <a:pt x="8159381" y="366053"/>
                </a:lnTo>
                <a:lnTo>
                  <a:pt x="8153477" y="373924"/>
                </a:lnTo>
                <a:lnTo>
                  <a:pt x="8159381" y="375894"/>
                </a:lnTo>
                <a:lnTo>
                  <a:pt x="8175125" y="366053"/>
                </a:lnTo>
                <a:lnTo>
                  <a:pt x="8186934" y="368022"/>
                </a:lnTo>
                <a:lnTo>
                  <a:pt x="8184966" y="383765"/>
                </a:lnTo>
                <a:lnTo>
                  <a:pt x="8194806" y="385733"/>
                </a:lnTo>
                <a:lnTo>
                  <a:pt x="8194806" y="401477"/>
                </a:lnTo>
                <a:lnTo>
                  <a:pt x="8171189" y="397542"/>
                </a:lnTo>
                <a:lnTo>
                  <a:pt x="8159381" y="387702"/>
                </a:lnTo>
                <a:lnTo>
                  <a:pt x="8153477" y="387702"/>
                </a:lnTo>
                <a:lnTo>
                  <a:pt x="8153477" y="391636"/>
                </a:lnTo>
                <a:lnTo>
                  <a:pt x="8157413" y="399512"/>
                </a:lnTo>
                <a:lnTo>
                  <a:pt x="8186934" y="411316"/>
                </a:lnTo>
                <a:lnTo>
                  <a:pt x="8173157" y="425093"/>
                </a:lnTo>
                <a:lnTo>
                  <a:pt x="8147573" y="442805"/>
                </a:lnTo>
                <a:lnTo>
                  <a:pt x="8145605" y="452645"/>
                </a:lnTo>
                <a:lnTo>
                  <a:pt x="8121989" y="452645"/>
                </a:lnTo>
                <a:lnTo>
                  <a:pt x="8084597" y="476262"/>
                </a:lnTo>
                <a:lnTo>
                  <a:pt x="8082629" y="484134"/>
                </a:lnTo>
                <a:lnTo>
                  <a:pt x="8070821" y="486103"/>
                </a:lnTo>
                <a:lnTo>
                  <a:pt x="8043269" y="497911"/>
                </a:lnTo>
                <a:lnTo>
                  <a:pt x="8027524" y="515622"/>
                </a:lnTo>
                <a:lnTo>
                  <a:pt x="8007844" y="515622"/>
                </a:lnTo>
                <a:lnTo>
                  <a:pt x="7994068" y="519560"/>
                </a:lnTo>
                <a:lnTo>
                  <a:pt x="7994068" y="533334"/>
                </a:lnTo>
                <a:lnTo>
                  <a:pt x="7982260" y="533334"/>
                </a:lnTo>
                <a:lnTo>
                  <a:pt x="7968484" y="541206"/>
                </a:lnTo>
                <a:lnTo>
                  <a:pt x="7968484" y="554982"/>
                </a:lnTo>
                <a:lnTo>
                  <a:pt x="7946835" y="568760"/>
                </a:lnTo>
                <a:lnTo>
                  <a:pt x="7964548" y="568760"/>
                </a:lnTo>
                <a:lnTo>
                  <a:pt x="7990132" y="558920"/>
                </a:lnTo>
                <a:lnTo>
                  <a:pt x="7994068" y="547111"/>
                </a:lnTo>
                <a:lnTo>
                  <a:pt x="8027524" y="547111"/>
                </a:lnTo>
                <a:lnTo>
                  <a:pt x="8027524" y="541206"/>
                </a:lnTo>
                <a:lnTo>
                  <a:pt x="8043269" y="533334"/>
                </a:lnTo>
                <a:lnTo>
                  <a:pt x="8059013" y="533334"/>
                </a:lnTo>
                <a:lnTo>
                  <a:pt x="8066885" y="529400"/>
                </a:lnTo>
                <a:lnTo>
                  <a:pt x="8084597" y="529400"/>
                </a:lnTo>
                <a:lnTo>
                  <a:pt x="8106245" y="509721"/>
                </a:lnTo>
                <a:lnTo>
                  <a:pt x="8090501" y="513654"/>
                </a:lnTo>
                <a:lnTo>
                  <a:pt x="8076725" y="513654"/>
                </a:lnTo>
                <a:lnTo>
                  <a:pt x="8072789" y="503813"/>
                </a:lnTo>
                <a:lnTo>
                  <a:pt x="8088533" y="493973"/>
                </a:lnTo>
                <a:lnTo>
                  <a:pt x="8106245" y="497911"/>
                </a:lnTo>
                <a:lnTo>
                  <a:pt x="8125925" y="493973"/>
                </a:lnTo>
                <a:lnTo>
                  <a:pt x="8123957" y="507751"/>
                </a:lnTo>
                <a:lnTo>
                  <a:pt x="8149541" y="513654"/>
                </a:lnTo>
                <a:lnTo>
                  <a:pt x="8167253" y="511686"/>
                </a:lnTo>
                <a:lnTo>
                  <a:pt x="8167253" y="497911"/>
                </a:lnTo>
                <a:lnTo>
                  <a:pt x="8182998" y="501846"/>
                </a:lnTo>
                <a:lnTo>
                  <a:pt x="8188902" y="509721"/>
                </a:lnTo>
                <a:lnTo>
                  <a:pt x="8184966" y="517592"/>
                </a:lnTo>
                <a:lnTo>
                  <a:pt x="8173157" y="525462"/>
                </a:lnTo>
                <a:lnTo>
                  <a:pt x="8179062" y="533334"/>
                </a:lnTo>
                <a:lnTo>
                  <a:pt x="8194806" y="531366"/>
                </a:lnTo>
                <a:lnTo>
                  <a:pt x="8196774" y="519560"/>
                </a:lnTo>
                <a:lnTo>
                  <a:pt x="8245974" y="511686"/>
                </a:lnTo>
                <a:lnTo>
                  <a:pt x="8267623" y="515622"/>
                </a:lnTo>
                <a:lnTo>
                  <a:pt x="8312887" y="517592"/>
                </a:lnTo>
                <a:lnTo>
                  <a:pt x="8340439" y="519560"/>
                </a:lnTo>
                <a:lnTo>
                  <a:pt x="8344375" y="525462"/>
                </a:lnTo>
                <a:lnTo>
                  <a:pt x="8326663" y="527431"/>
                </a:lnTo>
                <a:lnTo>
                  <a:pt x="8318791" y="529400"/>
                </a:lnTo>
                <a:lnTo>
                  <a:pt x="8318791" y="541206"/>
                </a:lnTo>
                <a:lnTo>
                  <a:pt x="8373895" y="554982"/>
                </a:lnTo>
                <a:lnTo>
                  <a:pt x="8383735" y="551046"/>
                </a:lnTo>
                <a:lnTo>
                  <a:pt x="8399479" y="551046"/>
                </a:lnTo>
                <a:lnTo>
                  <a:pt x="8423096" y="558920"/>
                </a:lnTo>
                <a:lnTo>
                  <a:pt x="8440808" y="558920"/>
                </a:lnTo>
                <a:lnTo>
                  <a:pt x="8450648" y="549081"/>
                </a:lnTo>
                <a:lnTo>
                  <a:pt x="8462456" y="549081"/>
                </a:lnTo>
                <a:lnTo>
                  <a:pt x="8474264" y="547111"/>
                </a:lnTo>
                <a:lnTo>
                  <a:pt x="8474264" y="531366"/>
                </a:lnTo>
                <a:lnTo>
                  <a:pt x="8468360" y="525462"/>
                </a:lnTo>
                <a:lnTo>
                  <a:pt x="8468360" y="515622"/>
                </a:lnTo>
                <a:lnTo>
                  <a:pt x="8472296" y="511686"/>
                </a:lnTo>
                <a:lnTo>
                  <a:pt x="8484104" y="513654"/>
                </a:lnTo>
                <a:lnTo>
                  <a:pt x="8490009" y="509721"/>
                </a:lnTo>
                <a:lnTo>
                  <a:pt x="8519529" y="515622"/>
                </a:lnTo>
                <a:lnTo>
                  <a:pt x="8517561" y="521526"/>
                </a:lnTo>
                <a:lnTo>
                  <a:pt x="8531337" y="529400"/>
                </a:lnTo>
                <a:lnTo>
                  <a:pt x="8549049" y="521526"/>
                </a:lnTo>
                <a:lnTo>
                  <a:pt x="8566761" y="535301"/>
                </a:lnTo>
                <a:lnTo>
                  <a:pt x="8584473" y="525462"/>
                </a:lnTo>
                <a:lnTo>
                  <a:pt x="8598249" y="529400"/>
                </a:lnTo>
                <a:lnTo>
                  <a:pt x="8627769" y="554982"/>
                </a:lnTo>
                <a:lnTo>
                  <a:pt x="8627769" y="564822"/>
                </a:lnTo>
                <a:lnTo>
                  <a:pt x="8643514" y="568760"/>
                </a:lnTo>
                <a:lnTo>
                  <a:pt x="8629738" y="580570"/>
                </a:lnTo>
                <a:lnTo>
                  <a:pt x="8610057" y="576630"/>
                </a:lnTo>
                <a:lnTo>
                  <a:pt x="8610057" y="582534"/>
                </a:lnTo>
                <a:lnTo>
                  <a:pt x="8617929" y="586471"/>
                </a:lnTo>
                <a:lnTo>
                  <a:pt x="8641546" y="590410"/>
                </a:lnTo>
                <a:lnTo>
                  <a:pt x="8639578" y="606151"/>
                </a:lnTo>
                <a:lnTo>
                  <a:pt x="8627769" y="606151"/>
                </a:lnTo>
                <a:lnTo>
                  <a:pt x="8608089" y="598280"/>
                </a:lnTo>
                <a:lnTo>
                  <a:pt x="8610057" y="610089"/>
                </a:lnTo>
                <a:lnTo>
                  <a:pt x="8621865" y="619929"/>
                </a:lnTo>
                <a:lnTo>
                  <a:pt x="8629738" y="614022"/>
                </a:lnTo>
                <a:lnTo>
                  <a:pt x="8639578" y="623863"/>
                </a:lnTo>
                <a:lnTo>
                  <a:pt x="8629738" y="627800"/>
                </a:lnTo>
                <a:lnTo>
                  <a:pt x="8635642" y="639610"/>
                </a:lnTo>
                <a:lnTo>
                  <a:pt x="8694682" y="673063"/>
                </a:lnTo>
                <a:lnTo>
                  <a:pt x="8708458" y="661255"/>
                </a:lnTo>
                <a:lnTo>
                  <a:pt x="8718299" y="631734"/>
                </a:lnTo>
                <a:lnTo>
                  <a:pt x="8734043" y="614022"/>
                </a:lnTo>
                <a:lnTo>
                  <a:pt x="8741915" y="623863"/>
                </a:lnTo>
                <a:lnTo>
                  <a:pt x="8767499" y="639610"/>
                </a:lnTo>
                <a:lnTo>
                  <a:pt x="8789147" y="641575"/>
                </a:lnTo>
                <a:lnTo>
                  <a:pt x="8816699" y="629769"/>
                </a:lnTo>
                <a:lnTo>
                  <a:pt x="8850155" y="631734"/>
                </a:lnTo>
                <a:lnTo>
                  <a:pt x="8875740" y="647479"/>
                </a:lnTo>
                <a:lnTo>
                  <a:pt x="8891484" y="647479"/>
                </a:lnTo>
                <a:lnTo>
                  <a:pt x="8893452" y="633702"/>
                </a:lnTo>
                <a:lnTo>
                  <a:pt x="8903292" y="625831"/>
                </a:lnTo>
                <a:lnTo>
                  <a:pt x="8917068" y="629769"/>
                </a:lnTo>
                <a:lnTo>
                  <a:pt x="8921004" y="639610"/>
                </a:lnTo>
                <a:lnTo>
                  <a:pt x="8946589" y="631734"/>
                </a:lnTo>
                <a:lnTo>
                  <a:pt x="8934780" y="619929"/>
                </a:lnTo>
                <a:lnTo>
                  <a:pt x="8938717" y="600249"/>
                </a:lnTo>
                <a:lnTo>
                  <a:pt x="8946589" y="594343"/>
                </a:lnTo>
                <a:lnTo>
                  <a:pt x="8921004" y="594343"/>
                </a:lnTo>
                <a:lnTo>
                  <a:pt x="8924940" y="580570"/>
                </a:lnTo>
                <a:lnTo>
                  <a:pt x="8934780" y="582534"/>
                </a:lnTo>
                <a:lnTo>
                  <a:pt x="8952493" y="582534"/>
                </a:lnTo>
                <a:lnTo>
                  <a:pt x="8974141" y="572695"/>
                </a:lnTo>
                <a:lnTo>
                  <a:pt x="8970205" y="564822"/>
                </a:lnTo>
                <a:lnTo>
                  <a:pt x="8972173" y="560890"/>
                </a:lnTo>
                <a:lnTo>
                  <a:pt x="8980045" y="562854"/>
                </a:lnTo>
                <a:lnTo>
                  <a:pt x="8985949" y="566791"/>
                </a:lnTo>
                <a:lnTo>
                  <a:pt x="9007597" y="566791"/>
                </a:lnTo>
                <a:lnTo>
                  <a:pt x="9043021" y="572695"/>
                </a:lnTo>
                <a:lnTo>
                  <a:pt x="9070573" y="574662"/>
                </a:lnTo>
                <a:lnTo>
                  <a:pt x="9125678" y="590410"/>
                </a:lnTo>
                <a:lnTo>
                  <a:pt x="9098126" y="586471"/>
                </a:lnTo>
                <a:lnTo>
                  <a:pt x="9070573" y="586471"/>
                </a:lnTo>
                <a:lnTo>
                  <a:pt x="9058765" y="596312"/>
                </a:lnTo>
                <a:lnTo>
                  <a:pt x="9068605" y="600249"/>
                </a:lnTo>
                <a:lnTo>
                  <a:pt x="9102062" y="598280"/>
                </a:lnTo>
                <a:lnTo>
                  <a:pt x="9098126" y="612054"/>
                </a:lnTo>
                <a:lnTo>
                  <a:pt x="9076477" y="612054"/>
                </a:lnTo>
                <a:lnTo>
                  <a:pt x="9082382" y="627800"/>
                </a:lnTo>
                <a:lnTo>
                  <a:pt x="9111902" y="623863"/>
                </a:lnTo>
                <a:lnTo>
                  <a:pt x="9135518" y="612054"/>
                </a:lnTo>
                <a:lnTo>
                  <a:pt x="9151262" y="594343"/>
                </a:lnTo>
                <a:lnTo>
                  <a:pt x="9194559" y="594343"/>
                </a:lnTo>
                <a:lnTo>
                  <a:pt x="9216207" y="604182"/>
                </a:lnTo>
                <a:lnTo>
                  <a:pt x="9229983" y="606151"/>
                </a:lnTo>
                <a:lnTo>
                  <a:pt x="9228015" y="621895"/>
                </a:lnTo>
                <a:lnTo>
                  <a:pt x="9214239" y="615991"/>
                </a:lnTo>
                <a:lnTo>
                  <a:pt x="9202431" y="615991"/>
                </a:lnTo>
                <a:lnTo>
                  <a:pt x="9206367" y="625831"/>
                </a:lnTo>
                <a:lnTo>
                  <a:pt x="9231951" y="629769"/>
                </a:lnTo>
                <a:lnTo>
                  <a:pt x="9261471" y="641575"/>
                </a:lnTo>
                <a:lnTo>
                  <a:pt x="9285087" y="655351"/>
                </a:lnTo>
                <a:lnTo>
                  <a:pt x="9287055" y="663223"/>
                </a:lnTo>
                <a:lnTo>
                  <a:pt x="9304768" y="673063"/>
                </a:lnTo>
                <a:lnTo>
                  <a:pt x="9340192" y="669129"/>
                </a:lnTo>
                <a:lnTo>
                  <a:pt x="9391361" y="655351"/>
                </a:lnTo>
                <a:lnTo>
                  <a:pt x="9420881" y="653383"/>
                </a:lnTo>
                <a:lnTo>
                  <a:pt x="9450401" y="659289"/>
                </a:lnTo>
                <a:lnTo>
                  <a:pt x="9470081" y="661255"/>
                </a:lnTo>
                <a:lnTo>
                  <a:pt x="9507473" y="676999"/>
                </a:lnTo>
                <a:lnTo>
                  <a:pt x="9511409" y="696680"/>
                </a:lnTo>
                <a:lnTo>
                  <a:pt x="9499601" y="708486"/>
                </a:lnTo>
                <a:lnTo>
                  <a:pt x="9503537" y="720294"/>
                </a:lnTo>
                <a:lnTo>
                  <a:pt x="9523217" y="732102"/>
                </a:lnTo>
                <a:lnTo>
                  <a:pt x="9531090" y="728166"/>
                </a:lnTo>
                <a:lnTo>
                  <a:pt x="9538962" y="732102"/>
                </a:lnTo>
                <a:lnTo>
                  <a:pt x="9544866" y="732102"/>
                </a:lnTo>
                <a:lnTo>
                  <a:pt x="9554706" y="732102"/>
                </a:lnTo>
                <a:lnTo>
                  <a:pt x="9560610" y="732102"/>
                </a:lnTo>
                <a:lnTo>
                  <a:pt x="9572418" y="732102"/>
                </a:lnTo>
                <a:lnTo>
                  <a:pt x="9590130" y="722262"/>
                </a:lnTo>
                <a:lnTo>
                  <a:pt x="9607842" y="728166"/>
                </a:lnTo>
                <a:lnTo>
                  <a:pt x="9621619" y="720294"/>
                </a:lnTo>
                <a:lnTo>
                  <a:pt x="9649171" y="732102"/>
                </a:lnTo>
                <a:lnTo>
                  <a:pt x="9706243" y="736038"/>
                </a:lnTo>
                <a:lnTo>
                  <a:pt x="9725923" y="722262"/>
                </a:lnTo>
                <a:lnTo>
                  <a:pt x="9733795" y="732102"/>
                </a:lnTo>
                <a:lnTo>
                  <a:pt x="9747571" y="747846"/>
                </a:lnTo>
                <a:lnTo>
                  <a:pt x="9773156" y="751782"/>
                </a:lnTo>
                <a:lnTo>
                  <a:pt x="9777092" y="765558"/>
                </a:lnTo>
                <a:lnTo>
                  <a:pt x="9816452" y="765558"/>
                </a:lnTo>
                <a:lnTo>
                  <a:pt x="9824324" y="747846"/>
                </a:lnTo>
                <a:lnTo>
                  <a:pt x="9792836" y="732102"/>
                </a:lnTo>
                <a:lnTo>
                  <a:pt x="9794804" y="722262"/>
                </a:lnTo>
                <a:lnTo>
                  <a:pt x="9802676" y="720294"/>
                </a:lnTo>
                <a:lnTo>
                  <a:pt x="9810548" y="718326"/>
                </a:lnTo>
                <a:lnTo>
                  <a:pt x="9798740" y="710454"/>
                </a:lnTo>
                <a:lnTo>
                  <a:pt x="9808580" y="704549"/>
                </a:lnTo>
                <a:lnTo>
                  <a:pt x="9871557" y="716358"/>
                </a:lnTo>
                <a:lnTo>
                  <a:pt x="9887301" y="718326"/>
                </a:lnTo>
                <a:lnTo>
                  <a:pt x="9899109" y="716358"/>
                </a:lnTo>
                <a:lnTo>
                  <a:pt x="9920757" y="718326"/>
                </a:lnTo>
                <a:lnTo>
                  <a:pt x="9938469" y="718326"/>
                </a:lnTo>
                <a:lnTo>
                  <a:pt x="9952245" y="720294"/>
                </a:lnTo>
                <a:lnTo>
                  <a:pt x="9958149" y="720294"/>
                </a:lnTo>
                <a:lnTo>
                  <a:pt x="9993573" y="732102"/>
                </a:lnTo>
                <a:lnTo>
                  <a:pt x="10007350" y="732102"/>
                </a:lnTo>
                <a:lnTo>
                  <a:pt x="10028998" y="739974"/>
                </a:lnTo>
                <a:lnTo>
                  <a:pt x="10046710" y="741942"/>
                </a:lnTo>
                <a:lnTo>
                  <a:pt x="10072295" y="755718"/>
                </a:lnTo>
                <a:lnTo>
                  <a:pt x="10072295" y="765558"/>
                </a:lnTo>
                <a:lnTo>
                  <a:pt x="10093943" y="765558"/>
                </a:lnTo>
                <a:lnTo>
                  <a:pt x="10107719" y="771462"/>
                </a:lnTo>
                <a:lnTo>
                  <a:pt x="10107719" y="779334"/>
                </a:lnTo>
                <a:lnTo>
                  <a:pt x="10147079" y="797046"/>
                </a:lnTo>
                <a:lnTo>
                  <a:pt x="10164791" y="800982"/>
                </a:lnTo>
                <a:lnTo>
                  <a:pt x="10164791" y="806886"/>
                </a:lnTo>
                <a:lnTo>
                  <a:pt x="10178567" y="810822"/>
                </a:lnTo>
                <a:lnTo>
                  <a:pt x="10178567" y="818694"/>
                </a:lnTo>
                <a:lnTo>
                  <a:pt x="10194311" y="816726"/>
                </a:lnTo>
                <a:lnTo>
                  <a:pt x="10219895" y="834439"/>
                </a:lnTo>
                <a:lnTo>
                  <a:pt x="10223832" y="852151"/>
                </a:lnTo>
                <a:lnTo>
                  <a:pt x="10212023" y="861991"/>
                </a:lnTo>
                <a:lnTo>
                  <a:pt x="10237608" y="877735"/>
                </a:lnTo>
                <a:lnTo>
                  <a:pt x="10243512" y="869863"/>
                </a:lnTo>
                <a:lnTo>
                  <a:pt x="10235640" y="865927"/>
                </a:lnTo>
                <a:lnTo>
                  <a:pt x="10237608" y="858055"/>
                </a:lnTo>
                <a:lnTo>
                  <a:pt x="10233672" y="844279"/>
                </a:lnTo>
                <a:lnTo>
                  <a:pt x="10259256" y="844279"/>
                </a:lnTo>
                <a:lnTo>
                  <a:pt x="10275000" y="848215"/>
                </a:lnTo>
                <a:lnTo>
                  <a:pt x="10292713" y="846247"/>
                </a:lnTo>
                <a:lnTo>
                  <a:pt x="10328137" y="869863"/>
                </a:lnTo>
                <a:lnTo>
                  <a:pt x="10361593" y="889543"/>
                </a:lnTo>
                <a:lnTo>
                  <a:pt x="10355689" y="901351"/>
                </a:lnTo>
                <a:lnTo>
                  <a:pt x="10337977" y="903319"/>
                </a:lnTo>
                <a:lnTo>
                  <a:pt x="10336009" y="919063"/>
                </a:lnTo>
                <a:lnTo>
                  <a:pt x="10328137" y="928903"/>
                </a:lnTo>
                <a:lnTo>
                  <a:pt x="10290745" y="936775"/>
                </a:lnTo>
                <a:lnTo>
                  <a:pt x="10286809" y="946616"/>
                </a:lnTo>
                <a:lnTo>
                  <a:pt x="10280905" y="954488"/>
                </a:lnTo>
                <a:lnTo>
                  <a:pt x="10290745" y="964328"/>
                </a:lnTo>
                <a:lnTo>
                  <a:pt x="10271064" y="980072"/>
                </a:lnTo>
                <a:lnTo>
                  <a:pt x="10271064" y="995816"/>
                </a:lnTo>
                <a:lnTo>
                  <a:pt x="10284841" y="1007624"/>
                </a:lnTo>
                <a:lnTo>
                  <a:pt x="10257288" y="1019432"/>
                </a:lnTo>
                <a:lnTo>
                  <a:pt x="10241544" y="1009592"/>
                </a:lnTo>
                <a:lnTo>
                  <a:pt x="10227768" y="989912"/>
                </a:lnTo>
                <a:lnTo>
                  <a:pt x="10213991" y="980072"/>
                </a:lnTo>
                <a:lnTo>
                  <a:pt x="10190375" y="984008"/>
                </a:lnTo>
                <a:lnTo>
                  <a:pt x="10188407" y="950552"/>
                </a:lnTo>
                <a:lnTo>
                  <a:pt x="10180535" y="942680"/>
                </a:lnTo>
                <a:lnTo>
                  <a:pt x="10160855" y="934807"/>
                </a:lnTo>
                <a:lnTo>
                  <a:pt x="10141175" y="936775"/>
                </a:lnTo>
                <a:lnTo>
                  <a:pt x="10119527" y="940712"/>
                </a:lnTo>
                <a:lnTo>
                  <a:pt x="10111655" y="928903"/>
                </a:lnTo>
                <a:lnTo>
                  <a:pt x="10113623" y="907255"/>
                </a:lnTo>
                <a:lnTo>
                  <a:pt x="10115591" y="895447"/>
                </a:lnTo>
                <a:lnTo>
                  <a:pt x="10113623" y="881671"/>
                </a:lnTo>
                <a:lnTo>
                  <a:pt x="10099847" y="889543"/>
                </a:lnTo>
                <a:lnTo>
                  <a:pt x="10093943" y="885607"/>
                </a:lnTo>
                <a:lnTo>
                  <a:pt x="10076231" y="895447"/>
                </a:lnTo>
                <a:lnTo>
                  <a:pt x="10086071" y="926935"/>
                </a:lnTo>
                <a:lnTo>
                  <a:pt x="10093943" y="942680"/>
                </a:lnTo>
                <a:lnTo>
                  <a:pt x="10072295" y="968264"/>
                </a:lnTo>
                <a:lnTo>
                  <a:pt x="10062455" y="974168"/>
                </a:lnTo>
                <a:lnTo>
                  <a:pt x="10050646" y="989912"/>
                </a:lnTo>
                <a:lnTo>
                  <a:pt x="10013254" y="991880"/>
                </a:lnTo>
                <a:lnTo>
                  <a:pt x="10005382" y="978104"/>
                </a:lnTo>
                <a:lnTo>
                  <a:pt x="9991605" y="962360"/>
                </a:lnTo>
                <a:lnTo>
                  <a:pt x="9981765" y="968264"/>
                </a:lnTo>
                <a:lnTo>
                  <a:pt x="9991605" y="980072"/>
                </a:lnTo>
                <a:lnTo>
                  <a:pt x="9987669" y="987944"/>
                </a:lnTo>
                <a:lnTo>
                  <a:pt x="9981765" y="976136"/>
                </a:lnTo>
                <a:lnTo>
                  <a:pt x="9967989" y="976136"/>
                </a:lnTo>
                <a:lnTo>
                  <a:pt x="9973893" y="993848"/>
                </a:lnTo>
                <a:lnTo>
                  <a:pt x="9991605" y="997784"/>
                </a:lnTo>
                <a:lnTo>
                  <a:pt x="10001446" y="1005656"/>
                </a:lnTo>
                <a:lnTo>
                  <a:pt x="10019158" y="1019432"/>
                </a:lnTo>
                <a:lnTo>
                  <a:pt x="10021126" y="1007624"/>
                </a:lnTo>
                <a:lnTo>
                  <a:pt x="10032934" y="1009592"/>
                </a:lnTo>
                <a:lnTo>
                  <a:pt x="10030966" y="1023368"/>
                </a:lnTo>
                <a:lnTo>
                  <a:pt x="10042774" y="1029272"/>
                </a:lnTo>
                <a:lnTo>
                  <a:pt x="10042774" y="1064697"/>
                </a:lnTo>
                <a:lnTo>
                  <a:pt x="10052615" y="1074537"/>
                </a:lnTo>
                <a:lnTo>
                  <a:pt x="10054583" y="1102089"/>
                </a:lnTo>
                <a:lnTo>
                  <a:pt x="10062455" y="1107993"/>
                </a:lnTo>
                <a:lnTo>
                  <a:pt x="10054583" y="1127673"/>
                </a:lnTo>
                <a:lnTo>
                  <a:pt x="10052615" y="1139481"/>
                </a:lnTo>
                <a:lnTo>
                  <a:pt x="10025062" y="1135545"/>
                </a:lnTo>
                <a:lnTo>
                  <a:pt x="10011286" y="1123737"/>
                </a:lnTo>
                <a:lnTo>
                  <a:pt x="9979797" y="1129641"/>
                </a:lnTo>
                <a:lnTo>
                  <a:pt x="9967989" y="1149321"/>
                </a:lnTo>
                <a:lnTo>
                  <a:pt x="9932565" y="1155225"/>
                </a:lnTo>
                <a:lnTo>
                  <a:pt x="9910917" y="1174906"/>
                </a:lnTo>
                <a:lnTo>
                  <a:pt x="9893205" y="1176874"/>
                </a:lnTo>
                <a:lnTo>
                  <a:pt x="9891237" y="1182778"/>
                </a:lnTo>
                <a:lnTo>
                  <a:pt x="9877461" y="1198522"/>
                </a:lnTo>
                <a:lnTo>
                  <a:pt x="9863685" y="1202458"/>
                </a:lnTo>
                <a:lnTo>
                  <a:pt x="9855813" y="1218202"/>
                </a:lnTo>
                <a:lnTo>
                  <a:pt x="9826292" y="1233946"/>
                </a:lnTo>
                <a:lnTo>
                  <a:pt x="9808580" y="1253626"/>
                </a:lnTo>
                <a:lnTo>
                  <a:pt x="9802676" y="1267402"/>
                </a:lnTo>
                <a:lnTo>
                  <a:pt x="9790868" y="1277242"/>
                </a:lnTo>
                <a:lnTo>
                  <a:pt x="9786932" y="1261498"/>
                </a:lnTo>
                <a:lnTo>
                  <a:pt x="9781028" y="1247722"/>
                </a:lnTo>
                <a:lnTo>
                  <a:pt x="9755443" y="1233946"/>
                </a:lnTo>
                <a:lnTo>
                  <a:pt x="9704275" y="1255594"/>
                </a:lnTo>
                <a:lnTo>
                  <a:pt x="9694435" y="1281178"/>
                </a:lnTo>
                <a:lnTo>
                  <a:pt x="9678691" y="1292987"/>
                </a:lnTo>
                <a:lnTo>
                  <a:pt x="9678691" y="1271338"/>
                </a:lnTo>
                <a:lnTo>
                  <a:pt x="9688531" y="1251658"/>
                </a:lnTo>
                <a:lnTo>
                  <a:pt x="9684595" y="1245754"/>
                </a:lnTo>
                <a:lnTo>
                  <a:pt x="9670819" y="1259530"/>
                </a:lnTo>
                <a:lnTo>
                  <a:pt x="9657043" y="1267402"/>
                </a:lnTo>
                <a:lnTo>
                  <a:pt x="9649171" y="1283146"/>
                </a:lnTo>
                <a:lnTo>
                  <a:pt x="9637363" y="1277242"/>
                </a:lnTo>
                <a:lnTo>
                  <a:pt x="9623587" y="1273306"/>
                </a:lnTo>
                <a:lnTo>
                  <a:pt x="9603906" y="1294955"/>
                </a:lnTo>
                <a:lnTo>
                  <a:pt x="9599970" y="1320539"/>
                </a:lnTo>
                <a:lnTo>
                  <a:pt x="9582258" y="1346123"/>
                </a:lnTo>
                <a:lnTo>
                  <a:pt x="9572418" y="1348091"/>
                </a:lnTo>
                <a:lnTo>
                  <a:pt x="9564546" y="1379579"/>
                </a:lnTo>
                <a:lnTo>
                  <a:pt x="9578322" y="1393355"/>
                </a:lnTo>
                <a:lnTo>
                  <a:pt x="9582258" y="1383515"/>
                </a:lnTo>
                <a:lnTo>
                  <a:pt x="9601938" y="1393355"/>
                </a:lnTo>
                <a:lnTo>
                  <a:pt x="9605874" y="1401227"/>
                </a:lnTo>
                <a:lnTo>
                  <a:pt x="9586194" y="1418940"/>
                </a:lnTo>
                <a:lnTo>
                  <a:pt x="9588162" y="1440588"/>
                </a:lnTo>
                <a:lnTo>
                  <a:pt x="9601938" y="1446492"/>
                </a:lnTo>
                <a:lnTo>
                  <a:pt x="9607842" y="1476012"/>
                </a:lnTo>
                <a:lnTo>
                  <a:pt x="9601938" y="1483884"/>
                </a:lnTo>
                <a:lnTo>
                  <a:pt x="9588162" y="1483884"/>
                </a:lnTo>
                <a:lnTo>
                  <a:pt x="9588162" y="1462236"/>
                </a:lnTo>
                <a:lnTo>
                  <a:pt x="9568482" y="1483884"/>
                </a:lnTo>
                <a:lnTo>
                  <a:pt x="9556674" y="1515372"/>
                </a:lnTo>
                <a:lnTo>
                  <a:pt x="9560610" y="1523245"/>
                </a:lnTo>
                <a:lnTo>
                  <a:pt x="9570450" y="1537021"/>
                </a:lnTo>
                <a:lnTo>
                  <a:pt x="9560610" y="1556701"/>
                </a:lnTo>
                <a:lnTo>
                  <a:pt x="9548802" y="1560637"/>
                </a:lnTo>
                <a:lnTo>
                  <a:pt x="9544866" y="1552765"/>
                </a:lnTo>
                <a:lnTo>
                  <a:pt x="9507473" y="1582285"/>
                </a:lnTo>
                <a:lnTo>
                  <a:pt x="9513377" y="1617709"/>
                </a:lnTo>
                <a:lnTo>
                  <a:pt x="9509441" y="1629517"/>
                </a:lnTo>
                <a:lnTo>
                  <a:pt x="9493697" y="1621645"/>
                </a:lnTo>
                <a:lnTo>
                  <a:pt x="9475985" y="1629517"/>
                </a:lnTo>
                <a:lnTo>
                  <a:pt x="9470081" y="1653134"/>
                </a:lnTo>
                <a:lnTo>
                  <a:pt x="9466145" y="1668878"/>
                </a:lnTo>
                <a:lnTo>
                  <a:pt x="9420881" y="1727918"/>
                </a:lnTo>
                <a:lnTo>
                  <a:pt x="9411041" y="1729886"/>
                </a:lnTo>
                <a:lnTo>
                  <a:pt x="9414977" y="1722014"/>
                </a:lnTo>
                <a:lnTo>
                  <a:pt x="9407105" y="1702334"/>
                </a:lnTo>
                <a:lnTo>
                  <a:pt x="9411041" y="1678718"/>
                </a:lnTo>
                <a:lnTo>
                  <a:pt x="9405137" y="1653134"/>
                </a:lnTo>
                <a:lnTo>
                  <a:pt x="9397265" y="1607869"/>
                </a:lnTo>
                <a:lnTo>
                  <a:pt x="9391361" y="1590157"/>
                </a:lnTo>
                <a:lnTo>
                  <a:pt x="9387424" y="1566541"/>
                </a:lnTo>
                <a:lnTo>
                  <a:pt x="9383488" y="1517340"/>
                </a:lnTo>
                <a:lnTo>
                  <a:pt x="9387424" y="1468140"/>
                </a:lnTo>
                <a:lnTo>
                  <a:pt x="9407105" y="1442556"/>
                </a:lnTo>
                <a:lnTo>
                  <a:pt x="9414977" y="1432716"/>
                </a:lnTo>
                <a:lnTo>
                  <a:pt x="9416945" y="1389419"/>
                </a:lnTo>
                <a:lnTo>
                  <a:pt x="9442529" y="1389419"/>
                </a:lnTo>
                <a:lnTo>
                  <a:pt x="9450401" y="1377611"/>
                </a:lnTo>
                <a:lnTo>
                  <a:pt x="9462209" y="1371707"/>
                </a:lnTo>
                <a:lnTo>
                  <a:pt x="9479921" y="1357931"/>
                </a:lnTo>
                <a:lnTo>
                  <a:pt x="9479921" y="1346123"/>
                </a:lnTo>
                <a:lnTo>
                  <a:pt x="9511409" y="1320539"/>
                </a:lnTo>
                <a:lnTo>
                  <a:pt x="9513377" y="1298891"/>
                </a:lnTo>
                <a:lnTo>
                  <a:pt x="9529121" y="1296923"/>
                </a:lnTo>
                <a:lnTo>
                  <a:pt x="9556674" y="1261498"/>
                </a:lnTo>
                <a:lnTo>
                  <a:pt x="9562578" y="1245754"/>
                </a:lnTo>
                <a:lnTo>
                  <a:pt x="9607842" y="1228042"/>
                </a:lnTo>
                <a:lnTo>
                  <a:pt x="9609810" y="1212298"/>
                </a:lnTo>
                <a:lnTo>
                  <a:pt x="9615715" y="1204426"/>
                </a:lnTo>
                <a:lnTo>
                  <a:pt x="9617683" y="1182778"/>
                </a:lnTo>
                <a:lnTo>
                  <a:pt x="9619651" y="1170970"/>
                </a:lnTo>
                <a:lnTo>
                  <a:pt x="9623587" y="1157193"/>
                </a:lnTo>
                <a:lnTo>
                  <a:pt x="9631459" y="1135545"/>
                </a:lnTo>
                <a:lnTo>
                  <a:pt x="9649171" y="1127673"/>
                </a:lnTo>
                <a:lnTo>
                  <a:pt x="9633427" y="1109961"/>
                </a:lnTo>
                <a:lnTo>
                  <a:pt x="9605874" y="1121769"/>
                </a:lnTo>
                <a:lnTo>
                  <a:pt x="9590130" y="1159161"/>
                </a:lnTo>
                <a:lnTo>
                  <a:pt x="9596034" y="1169001"/>
                </a:lnTo>
                <a:lnTo>
                  <a:pt x="9592098" y="1182778"/>
                </a:lnTo>
                <a:lnTo>
                  <a:pt x="9568482" y="1182778"/>
                </a:lnTo>
                <a:lnTo>
                  <a:pt x="9562578" y="1190650"/>
                </a:lnTo>
                <a:lnTo>
                  <a:pt x="9535026" y="1214266"/>
                </a:lnTo>
                <a:lnTo>
                  <a:pt x="9527153" y="1235914"/>
                </a:lnTo>
                <a:lnTo>
                  <a:pt x="9513377" y="1235914"/>
                </a:lnTo>
                <a:lnTo>
                  <a:pt x="9513377" y="1216234"/>
                </a:lnTo>
                <a:lnTo>
                  <a:pt x="9507473" y="1214266"/>
                </a:lnTo>
                <a:lnTo>
                  <a:pt x="9499601" y="1204426"/>
                </a:lnTo>
                <a:lnTo>
                  <a:pt x="9513377" y="1188682"/>
                </a:lnTo>
                <a:lnTo>
                  <a:pt x="9515345" y="1182778"/>
                </a:lnTo>
                <a:lnTo>
                  <a:pt x="9519281" y="1169001"/>
                </a:lnTo>
                <a:lnTo>
                  <a:pt x="9507473" y="1159161"/>
                </a:lnTo>
                <a:lnTo>
                  <a:pt x="9499601" y="1169001"/>
                </a:lnTo>
                <a:lnTo>
                  <a:pt x="9493697" y="1170970"/>
                </a:lnTo>
                <a:lnTo>
                  <a:pt x="9477953" y="1159161"/>
                </a:lnTo>
                <a:lnTo>
                  <a:pt x="9466145" y="1170970"/>
                </a:lnTo>
                <a:lnTo>
                  <a:pt x="9430721" y="1170970"/>
                </a:lnTo>
                <a:lnTo>
                  <a:pt x="9416945" y="1182778"/>
                </a:lnTo>
                <a:lnTo>
                  <a:pt x="9411041" y="1186714"/>
                </a:lnTo>
                <a:lnTo>
                  <a:pt x="9414977" y="1204426"/>
                </a:lnTo>
                <a:lnTo>
                  <a:pt x="9385456" y="1230010"/>
                </a:lnTo>
                <a:lnTo>
                  <a:pt x="9385456" y="1239850"/>
                </a:lnTo>
                <a:lnTo>
                  <a:pt x="9367744" y="1255594"/>
                </a:lnTo>
                <a:lnTo>
                  <a:pt x="9355936" y="1271338"/>
                </a:lnTo>
                <a:lnTo>
                  <a:pt x="9344128" y="1281178"/>
                </a:lnTo>
                <a:lnTo>
                  <a:pt x="9346096" y="1298891"/>
                </a:lnTo>
                <a:lnTo>
                  <a:pt x="9359872" y="1294955"/>
                </a:lnTo>
                <a:lnTo>
                  <a:pt x="9369712" y="1300859"/>
                </a:lnTo>
                <a:lnTo>
                  <a:pt x="9369712" y="1316603"/>
                </a:lnTo>
                <a:lnTo>
                  <a:pt x="9350032" y="1320539"/>
                </a:lnTo>
                <a:lnTo>
                  <a:pt x="9346096" y="1332347"/>
                </a:lnTo>
                <a:lnTo>
                  <a:pt x="9336256" y="1332347"/>
                </a:lnTo>
                <a:lnTo>
                  <a:pt x="9324448" y="1316603"/>
                </a:lnTo>
                <a:lnTo>
                  <a:pt x="9302799" y="1332347"/>
                </a:lnTo>
                <a:lnTo>
                  <a:pt x="9287055" y="1328411"/>
                </a:lnTo>
                <a:lnTo>
                  <a:pt x="9273279" y="1334315"/>
                </a:lnTo>
                <a:lnTo>
                  <a:pt x="9263439" y="1328411"/>
                </a:lnTo>
                <a:lnTo>
                  <a:pt x="9269343" y="1318571"/>
                </a:lnTo>
                <a:lnTo>
                  <a:pt x="9279183" y="1312667"/>
                </a:lnTo>
                <a:lnTo>
                  <a:pt x="9273279" y="1298891"/>
                </a:lnTo>
                <a:lnTo>
                  <a:pt x="9239823" y="1296923"/>
                </a:lnTo>
                <a:lnTo>
                  <a:pt x="9222111" y="1294955"/>
                </a:lnTo>
                <a:lnTo>
                  <a:pt x="9202431" y="1294955"/>
                </a:lnTo>
                <a:lnTo>
                  <a:pt x="9188655" y="1318571"/>
                </a:lnTo>
                <a:lnTo>
                  <a:pt x="9178815" y="1312667"/>
                </a:lnTo>
                <a:lnTo>
                  <a:pt x="9147326" y="1318571"/>
                </a:lnTo>
                <a:lnTo>
                  <a:pt x="9135518" y="1310699"/>
                </a:lnTo>
                <a:lnTo>
                  <a:pt x="9125678" y="1324475"/>
                </a:lnTo>
                <a:lnTo>
                  <a:pt x="9111902" y="1328411"/>
                </a:lnTo>
                <a:lnTo>
                  <a:pt x="9104030" y="1318571"/>
                </a:lnTo>
                <a:lnTo>
                  <a:pt x="9111902" y="1308731"/>
                </a:lnTo>
                <a:lnTo>
                  <a:pt x="9084350" y="1308731"/>
                </a:lnTo>
                <a:lnTo>
                  <a:pt x="9068605" y="1312667"/>
                </a:lnTo>
                <a:lnTo>
                  <a:pt x="9046957" y="1312667"/>
                </a:lnTo>
                <a:lnTo>
                  <a:pt x="9021373" y="1316603"/>
                </a:lnTo>
                <a:lnTo>
                  <a:pt x="8995789" y="1334315"/>
                </a:lnTo>
                <a:lnTo>
                  <a:pt x="8989885" y="1352027"/>
                </a:lnTo>
                <a:lnTo>
                  <a:pt x="8960365" y="1379579"/>
                </a:lnTo>
                <a:lnTo>
                  <a:pt x="8954461" y="1393355"/>
                </a:lnTo>
                <a:lnTo>
                  <a:pt x="8928876" y="1422876"/>
                </a:lnTo>
                <a:lnTo>
                  <a:pt x="8897388" y="1444524"/>
                </a:lnTo>
                <a:lnTo>
                  <a:pt x="8895420" y="1458300"/>
                </a:lnTo>
                <a:lnTo>
                  <a:pt x="8873772" y="1485852"/>
                </a:lnTo>
                <a:lnTo>
                  <a:pt x="8865900" y="1497660"/>
                </a:lnTo>
                <a:lnTo>
                  <a:pt x="8842283" y="1515372"/>
                </a:lnTo>
                <a:lnTo>
                  <a:pt x="8826539" y="1531117"/>
                </a:lnTo>
                <a:lnTo>
                  <a:pt x="8804891" y="1537021"/>
                </a:lnTo>
                <a:lnTo>
                  <a:pt x="8802923" y="1544893"/>
                </a:lnTo>
                <a:lnTo>
                  <a:pt x="8818667" y="1554733"/>
                </a:lnTo>
                <a:lnTo>
                  <a:pt x="8830475" y="1552765"/>
                </a:lnTo>
                <a:lnTo>
                  <a:pt x="8850155" y="1558669"/>
                </a:lnTo>
                <a:lnTo>
                  <a:pt x="8852123" y="1594093"/>
                </a:lnTo>
                <a:lnTo>
                  <a:pt x="8861964" y="1582285"/>
                </a:lnTo>
                <a:lnTo>
                  <a:pt x="8873772" y="1574413"/>
                </a:lnTo>
                <a:lnTo>
                  <a:pt x="8879676" y="1588189"/>
                </a:lnTo>
                <a:lnTo>
                  <a:pt x="8875740" y="1601965"/>
                </a:lnTo>
                <a:lnTo>
                  <a:pt x="8877708" y="1607869"/>
                </a:lnTo>
                <a:lnTo>
                  <a:pt x="8891484" y="1601965"/>
                </a:lnTo>
                <a:lnTo>
                  <a:pt x="8903292" y="1599997"/>
                </a:lnTo>
                <a:lnTo>
                  <a:pt x="8911164" y="1572445"/>
                </a:lnTo>
                <a:lnTo>
                  <a:pt x="8944621" y="1580317"/>
                </a:lnTo>
                <a:lnTo>
                  <a:pt x="8954461" y="1598029"/>
                </a:lnTo>
                <a:lnTo>
                  <a:pt x="8968237" y="1611805"/>
                </a:lnTo>
                <a:lnTo>
                  <a:pt x="8976109" y="1631485"/>
                </a:lnTo>
                <a:lnTo>
                  <a:pt x="8976109" y="1641326"/>
                </a:lnTo>
                <a:lnTo>
                  <a:pt x="8962333" y="1635422"/>
                </a:lnTo>
                <a:lnTo>
                  <a:pt x="8964301" y="1645262"/>
                </a:lnTo>
                <a:lnTo>
                  <a:pt x="8980045" y="1657070"/>
                </a:lnTo>
                <a:lnTo>
                  <a:pt x="8980045" y="1682654"/>
                </a:lnTo>
                <a:lnTo>
                  <a:pt x="8958397" y="1716110"/>
                </a:lnTo>
                <a:lnTo>
                  <a:pt x="8954461" y="1749567"/>
                </a:lnTo>
                <a:lnTo>
                  <a:pt x="8958397" y="1763343"/>
                </a:lnTo>
                <a:lnTo>
                  <a:pt x="8954461" y="1792863"/>
                </a:lnTo>
                <a:lnTo>
                  <a:pt x="8954461" y="1808607"/>
                </a:lnTo>
                <a:lnTo>
                  <a:pt x="8940685" y="1847968"/>
                </a:lnTo>
                <a:lnTo>
                  <a:pt x="8930844" y="1859776"/>
                </a:lnTo>
                <a:lnTo>
                  <a:pt x="8903292" y="1889296"/>
                </a:lnTo>
                <a:lnTo>
                  <a:pt x="8889516" y="1916848"/>
                </a:lnTo>
                <a:lnTo>
                  <a:pt x="8883612" y="1946369"/>
                </a:lnTo>
                <a:lnTo>
                  <a:pt x="8859996" y="1969985"/>
                </a:lnTo>
                <a:lnTo>
                  <a:pt x="8834411" y="1995569"/>
                </a:lnTo>
                <a:lnTo>
                  <a:pt x="8804891" y="2046737"/>
                </a:lnTo>
                <a:lnTo>
                  <a:pt x="8773403" y="2054610"/>
                </a:lnTo>
                <a:lnTo>
                  <a:pt x="8759627" y="2068386"/>
                </a:lnTo>
                <a:lnTo>
                  <a:pt x="8751755" y="2064450"/>
                </a:lnTo>
                <a:lnTo>
                  <a:pt x="8734043" y="2062482"/>
                </a:lnTo>
                <a:lnTo>
                  <a:pt x="8730107" y="2054610"/>
                </a:lnTo>
                <a:lnTo>
                  <a:pt x="8716331" y="2048705"/>
                </a:lnTo>
                <a:lnTo>
                  <a:pt x="8706490" y="2054610"/>
                </a:lnTo>
                <a:lnTo>
                  <a:pt x="8702554" y="2068386"/>
                </a:lnTo>
                <a:lnTo>
                  <a:pt x="8682874" y="2074290"/>
                </a:lnTo>
                <a:lnTo>
                  <a:pt x="8677960" y="2071341"/>
                </a:lnTo>
                <a:lnTo>
                  <a:pt x="8680907" y="2074288"/>
                </a:lnTo>
                <a:lnTo>
                  <a:pt x="8661227" y="2092000"/>
                </a:lnTo>
                <a:lnTo>
                  <a:pt x="8655323" y="2111681"/>
                </a:lnTo>
                <a:lnTo>
                  <a:pt x="8655323" y="2127425"/>
                </a:lnTo>
                <a:lnTo>
                  <a:pt x="8635643" y="2153009"/>
                </a:lnTo>
                <a:lnTo>
                  <a:pt x="8610058" y="2168753"/>
                </a:lnTo>
                <a:lnTo>
                  <a:pt x="8590378" y="2172689"/>
                </a:lnTo>
                <a:lnTo>
                  <a:pt x="8586442" y="2180561"/>
                </a:lnTo>
                <a:lnTo>
                  <a:pt x="8586442" y="2200242"/>
                </a:lnTo>
                <a:lnTo>
                  <a:pt x="8598250" y="2204178"/>
                </a:lnTo>
                <a:lnTo>
                  <a:pt x="8615962" y="2217954"/>
                </a:lnTo>
                <a:lnTo>
                  <a:pt x="8615961" y="2217954"/>
                </a:lnTo>
                <a:lnTo>
                  <a:pt x="8619897" y="2231729"/>
                </a:lnTo>
                <a:lnTo>
                  <a:pt x="8635641" y="2259281"/>
                </a:lnTo>
                <a:lnTo>
                  <a:pt x="8635641" y="2280930"/>
                </a:lnTo>
                <a:lnTo>
                  <a:pt x="8643513" y="2316354"/>
                </a:lnTo>
                <a:lnTo>
                  <a:pt x="8639577" y="2326194"/>
                </a:lnTo>
                <a:lnTo>
                  <a:pt x="8635641" y="2334066"/>
                </a:lnTo>
                <a:lnTo>
                  <a:pt x="8631705" y="2341938"/>
                </a:lnTo>
                <a:lnTo>
                  <a:pt x="8619897" y="2345874"/>
                </a:lnTo>
                <a:lnTo>
                  <a:pt x="8610057" y="2353746"/>
                </a:lnTo>
                <a:lnTo>
                  <a:pt x="8598249" y="2357682"/>
                </a:lnTo>
                <a:lnTo>
                  <a:pt x="8580536" y="2365554"/>
                </a:lnTo>
                <a:lnTo>
                  <a:pt x="8572664" y="2367522"/>
                </a:lnTo>
                <a:lnTo>
                  <a:pt x="8560856" y="2367522"/>
                </a:lnTo>
                <a:lnTo>
                  <a:pt x="8549048" y="2349810"/>
                </a:lnTo>
                <a:lnTo>
                  <a:pt x="8556920" y="2345874"/>
                </a:lnTo>
                <a:lnTo>
                  <a:pt x="8560856" y="2330130"/>
                </a:lnTo>
                <a:lnTo>
                  <a:pt x="8560856" y="2320290"/>
                </a:lnTo>
                <a:lnTo>
                  <a:pt x="8556920" y="2292738"/>
                </a:lnTo>
                <a:lnTo>
                  <a:pt x="8552984" y="2280930"/>
                </a:lnTo>
                <a:lnTo>
                  <a:pt x="8560856" y="2273057"/>
                </a:lnTo>
                <a:lnTo>
                  <a:pt x="8564792" y="2259281"/>
                </a:lnTo>
                <a:lnTo>
                  <a:pt x="8554403" y="2251489"/>
                </a:lnTo>
                <a:lnTo>
                  <a:pt x="8552986" y="2253378"/>
                </a:lnTo>
                <a:lnTo>
                  <a:pt x="8549050" y="2249442"/>
                </a:lnTo>
                <a:lnTo>
                  <a:pt x="8533305" y="2253378"/>
                </a:lnTo>
                <a:lnTo>
                  <a:pt x="8519529" y="2253378"/>
                </a:lnTo>
                <a:lnTo>
                  <a:pt x="8507721" y="2241570"/>
                </a:lnTo>
                <a:lnTo>
                  <a:pt x="8525433" y="2221890"/>
                </a:lnTo>
                <a:lnTo>
                  <a:pt x="8523465" y="2206146"/>
                </a:lnTo>
                <a:lnTo>
                  <a:pt x="8525433" y="2192370"/>
                </a:lnTo>
                <a:lnTo>
                  <a:pt x="8511657" y="2188433"/>
                </a:lnTo>
                <a:lnTo>
                  <a:pt x="8503785" y="2184497"/>
                </a:lnTo>
                <a:lnTo>
                  <a:pt x="8495913" y="2180561"/>
                </a:lnTo>
                <a:lnTo>
                  <a:pt x="8507721" y="2153009"/>
                </a:lnTo>
                <a:lnTo>
                  <a:pt x="8545114" y="2139233"/>
                </a:lnTo>
                <a:lnTo>
                  <a:pt x="8568730" y="2099873"/>
                </a:lnTo>
                <a:lnTo>
                  <a:pt x="8545114" y="2137265"/>
                </a:lnTo>
                <a:lnTo>
                  <a:pt x="8507721" y="2153009"/>
                </a:lnTo>
                <a:lnTo>
                  <a:pt x="8495913" y="2178593"/>
                </a:lnTo>
                <a:lnTo>
                  <a:pt x="8474265" y="2182529"/>
                </a:lnTo>
                <a:lnTo>
                  <a:pt x="8442777" y="2202210"/>
                </a:lnTo>
                <a:lnTo>
                  <a:pt x="8421129" y="2210082"/>
                </a:lnTo>
                <a:lnTo>
                  <a:pt x="8423097" y="2198274"/>
                </a:lnTo>
                <a:lnTo>
                  <a:pt x="8409320" y="2190402"/>
                </a:lnTo>
                <a:lnTo>
                  <a:pt x="8430969" y="2164817"/>
                </a:lnTo>
                <a:lnTo>
                  <a:pt x="8427033" y="2145137"/>
                </a:lnTo>
                <a:lnTo>
                  <a:pt x="8405384" y="2141201"/>
                </a:lnTo>
                <a:lnTo>
                  <a:pt x="8381768" y="2164817"/>
                </a:lnTo>
                <a:lnTo>
                  <a:pt x="8360120" y="2170721"/>
                </a:lnTo>
                <a:lnTo>
                  <a:pt x="8356184" y="2182529"/>
                </a:lnTo>
                <a:lnTo>
                  <a:pt x="8344376" y="2194338"/>
                </a:lnTo>
                <a:lnTo>
                  <a:pt x="8344376" y="2202210"/>
                </a:lnTo>
                <a:lnTo>
                  <a:pt x="8336504" y="2206146"/>
                </a:lnTo>
                <a:lnTo>
                  <a:pt x="8316823" y="2210082"/>
                </a:lnTo>
                <a:lnTo>
                  <a:pt x="8310919" y="2223858"/>
                </a:lnTo>
                <a:lnTo>
                  <a:pt x="8320760" y="2247474"/>
                </a:lnTo>
                <a:lnTo>
                  <a:pt x="8344376" y="2251410"/>
                </a:lnTo>
                <a:lnTo>
                  <a:pt x="8344376" y="2271090"/>
                </a:lnTo>
                <a:lnTo>
                  <a:pt x="8360120" y="2271090"/>
                </a:lnTo>
                <a:lnTo>
                  <a:pt x="8389640" y="2255346"/>
                </a:lnTo>
                <a:lnTo>
                  <a:pt x="8397512" y="2251410"/>
                </a:lnTo>
                <a:lnTo>
                  <a:pt x="8409320" y="2259282"/>
                </a:lnTo>
                <a:lnTo>
                  <a:pt x="8442777" y="2263218"/>
                </a:lnTo>
                <a:lnTo>
                  <a:pt x="8446713" y="2273058"/>
                </a:lnTo>
                <a:lnTo>
                  <a:pt x="8442777" y="2280930"/>
                </a:lnTo>
                <a:lnTo>
                  <a:pt x="8427033" y="2280930"/>
                </a:lnTo>
                <a:lnTo>
                  <a:pt x="8417193" y="2284866"/>
                </a:lnTo>
                <a:lnTo>
                  <a:pt x="8417193" y="2292738"/>
                </a:lnTo>
                <a:lnTo>
                  <a:pt x="8401448" y="2308483"/>
                </a:lnTo>
                <a:lnTo>
                  <a:pt x="8389640" y="2308483"/>
                </a:lnTo>
                <a:lnTo>
                  <a:pt x="8381768" y="2300611"/>
                </a:lnTo>
                <a:lnTo>
                  <a:pt x="8369960" y="2312419"/>
                </a:lnTo>
                <a:lnTo>
                  <a:pt x="8369960" y="2320291"/>
                </a:lnTo>
                <a:lnTo>
                  <a:pt x="8356184" y="2330131"/>
                </a:lnTo>
                <a:lnTo>
                  <a:pt x="8352248" y="2345875"/>
                </a:lnTo>
                <a:lnTo>
                  <a:pt x="8366024" y="2361619"/>
                </a:lnTo>
                <a:lnTo>
                  <a:pt x="8385704" y="2367523"/>
                </a:lnTo>
                <a:lnTo>
                  <a:pt x="8389640" y="2387203"/>
                </a:lnTo>
                <a:lnTo>
                  <a:pt x="8401448" y="2399011"/>
                </a:lnTo>
                <a:lnTo>
                  <a:pt x="8401448" y="2420660"/>
                </a:lnTo>
                <a:lnTo>
                  <a:pt x="8417193" y="2432468"/>
                </a:lnTo>
                <a:lnTo>
                  <a:pt x="8423097" y="2448212"/>
                </a:lnTo>
                <a:lnTo>
                  <a:pt x="8423097" y="2456084"/>
                </a:lnTo>
                <a:lnTo>
                  <a:pt x="8413256" y="2456084"/>
                </a:lnTo>
                <a:lnTo>
                  <a:pt x="8423097" y="2465924"/>
                </a:lnTo>
                <a:lnTo>
                  <a:pt x="8427033" y="2481668"/>
                </a:lnTo>
                <a:lnTo>
                  <a:pt x="8417193" y="2485604"/>
                </a:lnTo>
                <a:lnTo>
                  <a:pt x="8397512" y="2497412"/>
                </a:lnTo>
                <a:lnTo>
                  <a:pt x="8397512" y="2509220"/>
                </a:lnTo>
                <a:lnTo>
                  <a:pt x="8401448" y="2513156"/>
                </a:lnTo>
                <a:lnTo>
                  <a:pt x="8417193" y="2505284"/>
                </a:lnTo>
                <a:lnTo>
                  <a:pt x="8423097" y="2513156"/>
                </a:lnTo>
                <a:lnTo>
                  <a:pt x="8427033" y="2530869"/>
                </a:lnTo>
                <a:lnTo>
                  <a:pt x="8417193" y="2546613"/>
                </a:lnTo>
                <a:lnTo>
                  <a:pt x="8417193" y="2562357"/>
                </a:lnTo>
                <a:lnTo>
                  <a:pt x="8413256" y="2568261"/>
                </a:lnTo>
                <a:lnTo>
                  <a:pt x="8401448" y="2576133"/>
                </a:lnTo>
                <a:lnTo>
                  <a:pt x="8397512" y="2587941"/>
                </a:lnTo>
                <a:lnTo>
                  <a:pt x="8377832" y="2605653"/>
                </a:lnTo>
                <a:lnTo>
                  <a:pt x="8377832" y="2619429"/>
                </a:lnTo>
                <a:lnTo>
                  <a:pt x="8366024" y="2625333"/>
                </a:lnTo>
                <a:lnTo>
                  <a:pt x="8366024" y="2654854"/>
                </a:lnTo>
                <a:lnTo>
                  <a:pt x="8352248" y="2662726"/>
                </a:lnTo>
                <a:lnTo>
                  <a:pt x="8344376" y="2672566"/>
                </a:lnTo>
                <a:lnTo>
                  <a:pt x="8332568" y="2676502"/>
                </a:lnTo>
                <a:lnTo>
                  <a:pt x="8316823" y="2688310"/>
                </a:lnTo>
                <a:lnTo>
                  <a:pt x="8316823" y="2704054"/>
                </a:lnTo>
                <a:lnTo>
                  <a:pt x="8287303" y="2715862"/>
                </a:lnTo>
                <a:lnTo>
                  <a:pt x="8283367" y="2729638"/>
                </a:lnTo>
                <a:lnTo>
                  <a:pt x="8267623" y="2729638"/>
                </a:lnTo>
                <a:lnTo>
                  <a:pt x="8253847" y="2745383"/>
                </a:lnTo>
                <a:lnTo>
                  <a:pt x="8238103" y="2745383"/>
                </a:lnTo>
                <a:lnTo>
                  <a:pt x="8214487" y="2757191"/>
                </a:lnTo>
                <a:lnTo>
                  <a:pt x="8204647" y="2749319"/>
                </a:lnTo>
                <a:lnTo>
                  <a:pt x="8204647" y="2741447"/>
                </a:lnTo>
                <a:lnTo>
                  <a:pt x="8196775" y="2737511"/>
                </a:lnTo>
                <a:lnTo>
                  <a:pt x="8184966" y="2741447"/>
                </a:lnTo>
                <a:lnTo>
                  <a:pt x="8177094" y="2761127"/>
                </a:lnTo>
                <a:lnTo>
                  <a:pt x="8159382" y="2774903"/>
                </a:lnTo>
                <a:lnTo>
                  <a:pt x="8147574" y="2774903"/>
                </a:lnTo>
                <a:lnTo>
                  <a:pt x="8135766" y="2782775"/>
                </a:lnTo>
                <a:lnTo>
                  <a:pt x="8123958" y="2782775"/>
                </a:lnTo>
                <a:lnTo>
                  <a:pt x="8118054" y="2790647"/>
                </a:lnTo>
                <a:lnTo>
                  <a:pt x="8098374" y="2798519"/>
                </a:lnTo>
                <a:lnTo>
                  <a:pt x="8096406" y="2810327"/>
                </a:lnTo>
                <a:lnTo>
                  <a:pt x="8086565" y="2810327"/>
                </a:lnTo>
                <a:lnTo>
                  <a:pt x="8078693" y="2802455"/>
                </a:lnTo>
                <a:lnTo>
                  <a:pt x="8084597" y="2782775"/>
                </a:lnTo>
                <a:lnTo>
                  <a:pt x="8066885" y="2778839"/>
                </a:lnTo>
                <a:lnTo>
                  <a:pt x="8041301" y="2778839"/>
                </a:lnTo>
                <a:lnTo>
                  <a:pt x="8035397" y="2770967"/>
                </a:lnTo>
                <a:lnTo>
                  <a:pt x="8015717" y="2770967"/>
                </a:lnTo>
                <a:lnTo>
                  <a:pt x="8001941" y="2757191"/>
                </a:lnTo>
                <a:lnTo>
                  <a:pt x="8003909" y="2741447"/>
                </a:lnTo>
                <a:lnTo>
                  <a:pt x="8001941" y="2729638"/>
                </a:lnTo>
                <a:lnTo>
                  <a:pt x="7970452" y="2729638"/>
                </a:lnTo>
                <a:lnTo>
                  <a:pt x="7962659" y="2724679"/>
                </a:lnTo>
                <a:lnTo>
                  <a:pt x="7970452" y="2731606"/>
                </a:lnTo>
                <a:lnTo>
                  <a:pt x="8001940" y="2731606"/>
                </a:lnTo>
                <a:lnTo>
                  <a:pt x="8003908" y="2741446"/>
                </a:lnTo>
                <a:lnTo>
                  <a:pt x="8001940" y="2757190"/>
                </a:lnTo>
                <a:lnTo>
                  <a:pt x="8015716" y="2772935"/>
                </a:lnTo>
                <a:lnTo>
                  <a:pt x="8035397" y="2772935"/>
                </a:lnTo>
                <a:lnTo>
                  <a:pt x="8041301" y="2780807"/>
                </a:lnTo>
                <a:lnTo>
                  <a:pt x="8029493" y="2788679"/>
                </a:lnTo>
                <a:lnTo>
                  <a:pt x="8007844" y="2794583"/>
                </a:lnTo>
                <a:lnTo>
                  <a:pt x="7990132" y="2822135"/>
                </a:lnTo>
                <a:lnTo>
                  <a:pt x="7982260" y="2826071"/>
                </a:lnTo>
                <a:lnTo>
                  <a:pt x="7970452" y="2841815"/>
                </a:lnTo>
                <a:lnTo>
                  <a:pt x="7976356" y="2871336"/>
                </a:lnTo>
                <a:lnTo>
                  <a:pt x="7984228" y="2879208"/>
                </a:lnTo>
                <a:lnTo>
                  <a:pt x="8013748" y="2920536"/>
                </a:lnTo>
                <a:lnTo>
                  <a:pt x="8027525" y="2928408"/>
                </a:lnTo>
                <a:lnTo>
                  <a:pt x="8047205" y="2946120"/>
                </a:lnTo>
                <a:lnTo>
                  <a:pt x="8070821" y="2977609"/>
                </a:lnTo>
                <a:lnTo>
                  <a:pt x="8072789" y="3034681"/>
                </a:lnTo>
                <a:lnTo>
                  <a:pt x="8070821" y="3060265"/>
                </a:lnTo>
                <a:lnTo>
                  <a:pt x="8064917" y="3079945"/>
                </a:lnTo>
                <a:lnTo>
                  <a:pt x="8035397" y="3101594"/>
                </a:lnTo>
                <a:lnTo>
                  <a:pt x="8007844" y="3109466"/>
                </a:lnTo>
                <a:lnTo>
                  <a:pt x="8003908" y="3121274"/>
                </a:lnTo>
                <a:lnTo>
                  <a:pt x="7990132" y="3137018"/>
                </a:lnTo>
                <a:lnTo>
                  <a:pt x="7978324" y="3140954"/>
                </a:lnTo>
                <a:lnTo>
                  <a:pt x="7952740" y="3162602"/>
                </a:lnTo>
                <a:lnTo>
                  <a:pt x="7944868" y="3158666"/>
                </a:lnTo>
                <a:lnTo>
                  <a:pt x="7944868" y="3117338"/>
                </a:lnTo>
                <a:lnTo>
                  <a:pt x="7936996" y="3109466"/>
                </a:lnTo>
                <a:lnTo>
                  <a:pt x="7940932" y="3101594"/>
                </a:lnTo>
                <a:lnTo>
                  <a:pt x="7952740" y="3097658"/>
                </a:lnTo>
                <a:lnTo>
                  <a:pt x="7976356" y="3083882"/>
                </a:lnTo>
                <a:lnTo>
                  <a:pt x="7976356" y="3083881"/>
                </a:lnTo>
                <a:lnTo>
                  <a:pt x="7952740" y="3097657"/>
                </a:lnTo>
                <a:lnTo>
                  <a:pt x="7940931" y="3101593"/>
                </a:lnTo>
                <a:lnTo>
                  <a:pt x="7936995" y="3109465"/>
                </a:lnTo>
                <a:lnTo>
                  <a:pt x="7919283" y="3109465"/>
                </a:lnTo>
                <a:lnTo>
                  <a:pt x="7899603" y="3097657"/>
                </a:lnTo>
                <a:lnTo>
                  <a:pt x="7891731" y="3079945"/>
                </a:lnTo>
                <a:lnTo>
                  <a:pt x="7879923" y="3060265"/>
                </a:lnTo>
                <a:lnTo>
                  <a:pt x="7887795" y="3034681"/>
                </a:lnTo>
                <a:lnTo>
                  <a:pt x="7875987" y="3026809"/>
                </a:lnTo>
                <a:lnTo>
                  <a:pt x="7875987" y="3026809"/>
                </a:lnTo>
                <a:lnTo>
                  <a:pt x="7885827" y="3034681"/>
                </a:lnTo>
                <a:lnTo>
                  <a:pt x="7877955" y="3060266"/>
                </a:lnTo>
                <a:lnTo>
                  <a:pt x="7868115" y="3050425"/>
                </a:lnTo>
                <a:lnTo>
                  <a:pt x="7844499" y="3042553"/>
                </a:lnTo>
                <a:lnTo>
                  <a:pt x="7838595" y="3022873"/>
                </a:lnTo>
                <a:lnTo>
                  <a:pt x="7822851" y="3018937"/>
                </a:lnTo>
                <a:lnTo>
                  <a:pt x="7811043" y="3030745"/>
                </a:lnTo>
                <a:lnTo>
                  <a:pt x="7807107" y="3060266"/>
                </a:lnTo>
                <a:lnTo>
                  <a:pt x="7793330" y="3083882"/>
                </a:lnTo>
                <a:lnTo>
                  <a:pt x="7785458" y="3121274"/>
                </a:lnTo>
                <a:lnTo>
                  <a:pt x="7793330" y="3144890"/>
                </a:lnTo>
                <a:lnTo>
                  <a:pt x="7803171" y="3152762"/>
                </a:lnTo>
                <a:lnTo>
                  <a:pt x="7814979" y="3182283"/>
                </a:lnTo>
                <a:lnTo>
                  <a:pt x="7832691" y="3205899"/>
                </a:lnTo>
                <a:lnTo>
                  <a:pt x="7848435" y="3213771"/>
                </a:lnTo>
                <a:lnTo>
                  <a:pt x="7868115" y="3231483"/>
                </a:lnTo>
                <a:lnTo>
                  <a:pt x="7879176" y="3237804"/>
                </a:lnTo>
                <a:lnTo>
                  <a:pt x="7881892" y="3237386"/>
                </a:lnTo>
                <a:lnTo>
                  <a:pt x="7901572" y="3274779"/>
                </a:lnTo>
                <a:lnTo>
                  <a:pt x="7901572" y="3312171"/>
                </a:lnTo>
                <a:lnTo>
                  <a:pt x="7913380" y="3323979"/>
                </a:lnTo>
                <a:lnTo>
                  <a:pt x="7925188" y="3345627"/>
                </a:lnTo>
                <a:lnTo>
                  <a:pt x="7933060" y="3373179"/>
                </a:lnTo>
                <a:lnTo>
                  <a:pt x="7913380" y="3369243"/>
                </a:lnTo>
                <a:lnTo>
                  <a:pt x="7893700" y="3361371"/>
                </a:lnTo>
                <a:lnTo>
                  <a:pt x="7875988" y="3341691"/>
                </a:lnTo>
                <a:lnTo>
                  <a:pt x="7868115" y="3339723"/>
                </a:lnTo>
                <a:lnTo>
                  <a:pt x="7852371" y="3329883"/>
                </a:lnTo>
                <a:lnTo>
                  <a:pt x="7836627" y="3308235"/>
                </a:lnTo>
                <a:lnTo>
                  <a:pt x="7832691" y="3290523"/>
                </a:lnTo>
                <a:lnTo>
                  <a:pt x="7818915" y="3261003"/>
                </a:lnTo>
                <a:lnTo>
                  <a:pt x="7818915" y="3237386"/>
                </a:lnTo>
                <a:lnTo>
                  <a:pt x="7811044" y="3223611"/>
                </a:lnTo>
                <a:lnTo>
                  <a:pt x="7811043" y="3223611"/>
                </a:lnTo>
                <a:lnTo>
                  <a:pt x="7793330" y="3201963"/>
                </a:lnTo>
                <a:lnTo>
                  <a:pt x="7777586" y="3178347"/>
                </a:lnTo>
                <a:lnTo>
                  <a:pt x="7761842" y="3174411"/>
                </a:lnTo>
                <a:lnTo>
                  <a:pt x="7761842" y="3144890"/>
                </a:lnTo>
                <a:lnTo>
                  <a:pt x="7765778" y="3129146"/>
                </a:lnTo>
                <a:lnTo>
                  <a:pt x="7765778" y="3113402"/>
                </a:lnTo>
                <a:lnTo>
                  <a:pt x="7767745" y="3108976"/>
                </a:lnTo>
                <a:lnTo>
                  <a:pt x="7767745" y="3083882"/>
                </a:lnTo>
                <a:lnTo>
                  <a:pt x="7771681" y="3050426"/>
                </a:lnTo>
                <a:lnTo>
                  <a:pt x="7771681" y="3030745"/>
                </a:lnTo>
                <a:lnTo>
                  <a:pt x="7767745" y="3018937"/>
                </a:lnTo>
                <a:lnTo>
                  <a:pt x="7748065" y="2997289"/>
                </a:lnTo>
                <a:lnTo>
                  <a:pt x="7744129" y="2969737"/>
                </a:lnTo>
                <a:lnTo>
                  <a:pt x="7740193" y="2932345"/>
                </a:lnTo>
                <a:lnTo>
                  <a:pt x="7732321" y="2924473"/>
                </a:lnTo>
                <a:lnTo>
                  <a:pt x="7720513" y="2912664"/>
                </a:lnTo>
                <a:lnTo>
                  <a:pt x="7708705" y="2928409"/>
                </a:lnTo>
                <a:lnTo>
                  <a:pt x="7694929" y="2948089"/>
                </a:lnTo>
                <a:lnTo>
                  <a:pt x="7659505" y="2952025"/>
                </a:lnTo>
                <a:lnTo>
                  <a:pt x="7645729" y="2948089"/>
                </a:lnTo>
                <a:lnTo>
                  <a:pt x="7649665" y="2932345"/>
                </a:lnTo>
                <a:lnTo>
                  <a:pt x="7641793" y="2908728"/>
                </a:lnTo>
                <a:lnTo>
                  <a:pt x="7641793" y="2871336"/>
                </a:lnTo>
                <a:lnTo>
                  <a:pt x="7622113" y="2855592"/>
                </a:lnTo>
                <a:lnTo>
                  <a:pt x="7618177" y="2830008"/>
                </a:lnTo>
                <a:lnTo>
                  <a:pt x="7588656" y="2810327"/>
                </a:lnTo>
                <a:lnTo>
                  <a:pt x="7580784" y="2792615"/>
                </a:lnTo>
                <a:lnTo>
                  <a:pt x="7594560" y="2776871"/>
                </a:lnTo>
                <a:lnTo>
                  <a:pt x="7578817" y="2792614"/>
                </a:lnTo>
                <a:lnTo>
                  <a:pt x="7574881" y="2780806"/>
                </a:lnTo>
                <a:lnTo>
                  <a:pt x="7570945" y="2759158"/>
                </a:lnTo>
                <a:lnTo>
                  <a:pt x="7553233" y="2735542"/>
                </a:lnTo>
                <a:lnTo>
                  <a:pt x="7541425" y="2735542"/>
                </a:lnTo>
                <a:lnTo>
                  <a:pt x="7537489" y="2743414"/>
                </a:lnTo>
                <a:lnTo>
                  <a:pt x="7537489" y="2761126"/>
                </a:lnTo>
                <a:lnTo>
                  <a:pt x="7511905" y="2772934"/>
                </a:lnTo>
                <a:lnTo>
                  <a:pt x="7496160" y="2776870"/>
                </a:lnTo>
                <a:lnTo>
                  <a:pt x="7490256" y="2768998"/>
                </a:lnTo>
                <a:lnTo>
                  <a:pt x="7490256" y="2727670"/>
                </a:lnTo>
                <a:lnTo>
                  <a:pt x="7484352" y="2715862"/>
                </a:lnTo>
                <a:lnTo>
                  <a:pt x="7482384" y="2690278"/>
                </a:lnTo>
                <a:lnTo>
                  <a:pt x="7470576" y="2674533"/>
                </a:lnTo>
                <a:lnTo>
                  <a:pt x="7470576" y="2662726"/>
                </a:lnTo>
                <a:lnTo>
                  <a:pt x="7470575" y="2662726"/>
                </a:lnTo>
                <a:lnTo>
                  <a:pt x="7470575" y="2674534"/>
                </a:lnTo>
                <a:lnTo>
                  <a:pt x="7480415" y="2690278"/>
                </a:lnTo>
                <a:lnTo>
                  <a:pt x="7484351" y="2715862"/>
                </a:lnTo>
                <a:lnTo>
                  <a:pt x="7488287" y="2727670"/>
                </a:lnTo>
                <a:lnTo>
                  <a:pt x="7488287" y="2768999"/>
                </a:lnTo>
                <a:lnTo>
                  <a:pt x="7443023" y="2784743"/>
                </a:lnTo>
                <a:lnTo>
                  <a:pt x="7431215" y="2800487"/>
                </a:lnTo>
                <a:lnTo>
                  <a:pt x="7435151" y="2812295"/>
                </a:lnTo>
                <a:lnTo>
                  <a:pt x="7431215" y="2822135"/>
                </a:lnTo>
                <a:lnTo>
                  <a:pt x="7413503" y="2830007"/>
                </a:lnTo>
                <a:lnTo>
                  <a:pt x="7389886" y="2841815"/>
                </a:lnTo>
                <a:lnTo>
                  <a:pt x="7370206" y="2857560"/>
                </a:lnTo>
                <a:lnTo>
                  <a:pt x="7366270" y="2871336"/>
                </a:lnTo>
                <a:lnTo>
                  <a:pt x="7348558" y="2879208"/>
                </a:lnTo>
                <a:lnTo>
                  <a:pt x="7344622" y="2887080"/>
                </a:lnTo>
                <a:lnTo>
                  <a:pt x="7324942" y="2898888"/>
                </a:lnTo>
                <a:lnTo>
                  <a:pt x="7303294" y="2920536"/>
                </a:lnTo>
                <a:lnTo>
                  <a:pt x="7291486" y="2944152"/>
                </a:lnTo>
                <a:lnTo>
                  <a:pt x="7279677" y="2944152"/>
                </a:lnTo>
                <a:lnTo>
                  <a:pt x="7261965" y="2957928"/>
                </a:lnTo>
                <a:lnTo>
                  <a:pt x="7250157" y="2957928"/>
                </a:lnTo>
                <a:lnTo>
                  <a:pt x="7242285" y="2969736"/>
                </a:lnTo>
                <a:lnTo>
                  <a:pt x="7242285" y="3001225"/>
                </a:lnTo>
                <a:lnTo>
                  <a:pt x="7242285" y="3011065"/>
                </a:lnTo>
                <a:lnTo>
                  <a:pt x="7242285" y="3054361"/>
                </a:lnTo>
                <a:lnTo>
                  <a:pt x="7230477" y="3072073"/>
                </a:lnTo>
                <a:lnTo>
                  <a:pt x="7234413" y="3109466"/>
                </a:lnTo>
                <a:lnTo>
                  <a:pt x="7222605" y="3109466"/>
                </a:lnTo>
                <a:lnTo>
                  <a:pt x="7214733" y="3121274"/>
                </a:lnTo>
                <a:lnTo>
                  <a:pt x="7214733" y="3137018"/>
                </a:lnTo>
                <a:lnTo>
                  <a:pt x="7200957" y="3144890"/>
                </a:lnTo>
                <a:lnTo>
                  <a:pt x="7189149" y="3156698"/>
                </a:lnTo>
                <a:lnTo>
                  <a:pt x="7185213" y="3162602"/>
                </a:lnTo>
                <a:lnTo>
                  <a:pt x="7169469" y="3178346"/>
                </a:lnTo>
                <a:lnTo>
                  <a:pt x="7149788" y="3170474"/>
                </a:lnTo>
                <a:lnTo>
                  <a:pt x="7139948" y="3156698"/>
                </a:lnTo>
                <a:lnTo>
                  <a:pt x="7128140" y="3121274"/>
                </a:lnTo>
                <a:lnTo>
                  <a:pt x="7116332" y="3095690"/>
                </a:lnTo>
                <a:lnTo>
                  <a:pt x="7104524" y="3072073"/>
                </a:lnTo>
                <a:lnTo>
                  <a:pt x="7090748" y="3050425"/>
                </a:lnTo>
                <a:lnTo>
                  <a:pt x="7090748" y="3034681"/>
                </a:lnTo>
                <a:lnTo>
                  <a:pt x="7082876" y="3018937"/>
                </a:lnTo>
                <a:lnTo>
                  <a:pt x="7078940" y="3005161"/>
                </a:lnTo>
                <a:lnTo>
                  <a:pt x="7059260" y="2957928"/>
                </a:lnTo>
                <a:lnTo>
                  <a:pt x="7047452" y="2944152"/>
                </a:lnTo>
                <a:lnTo>
                  <a:pt x="7033675" y="2891016"/>
                </a:lnTo>
                <a:lnTo>
                  <a:pt x="7029739" y="2849687"/>
                </a:lnTo>
                <a:lnTo>
                  <a:pt x="7025803" y="2804423"/>
                </a:lnTo>
                <a:lnTo>
                  <a:pt x="7021867" y="2796551"/>
                </a:lnTo>
                <a:lnTo>
                  <a:pt x="7021867" y="2768999"/>
                </a:lnTo>
                <a:lnTo>
                  <a:pt x="7013995" y="2761127"/>
                </a:lnTo>
                <a:lnTo>
                  <a:pt x="7006123" y="2784743"/>
                </a:lnTo>
                <a:lnTo>
                  <a:pt x="7006123" y="2792615"/>
                </a:lnTo>
                <a:lnTo>
                  <a:pt x="7000219" y="2808359"/>
                </a:lnTo>
                <a:lnTo>
                  <a:pt x="6968731" y="2812295"/>
                </a:lnTo>
                <a:lnTo>
                  <a:pt x="6949051" y="2800487"/>
                </a:lnTo>
                <a:lnTo>
                  <a:pt x="6923467" y="2768999"/>
                </a:lnTo>
                <a:lnTo>
                  <a:pt x="6919530" y="2759159"/>
                </a:lnTo>
                <a:lnTo>
                  <a:pt x="6935275" y="2759159"/>
                </a:lnTo>
                <a:lnTo>
                  <a:pt x="6945115" y="2759159"/>
                </a:lnTo>
                <a:lnTo>
                  <a:pt x="6956923" y="2743414"/>
                </a:lnTo>
                <a:lnTo>
                  <a:pt x="6939211" y="2747350"/>
                </a:lnTo>
                <a:lnTo>
                  <a:pt x="6915594" y="2747350"/>
                </a:lnTo>
                <a:lnTo>
                  <a:pt x="6907722" y="2739478"/>
                </a:lnTo>
                <a:lnTo>
                  <a:pt x="6907722" y="2727670"/>
                </a:lnTo>
                <a:lnTo>
                  <a:pt x="6899850" y="2723734"/>
                </a:lnTo>
                <a:lnTo>
                  <a:pt x="6891978" y="2719798"/>
                </a:lnTo>
                <a:lnTo>
                  <a:pt x="6907722" y="2702086"/>
                </a:lnTo>
                <a:lnTo>
                  <a:pt x="6931339" y="2690278"/>
                </a:lnTo>
                <a:lnTo>
                  <a:pt x="6972667" y="2698150"/>
                </a:lnTo>
                <a:lnTo>
                  <a:pt x="6976603" y="2672566"/>
                </a:lnTo>
                <a:lnTo>
                  <a:pt x="6976364" y="2672148"/>
                </a:lnTo>
                <a:lnTo>
                  <a:pt x="6972667" y="2696182"/>
                </a:lnTo>
                <a:lnTo>
                  <a:pt x="6931338" y="2688310"/>
                </a:lnTo>
                <a:lnTo>
                  <a:pt x="6907722" y="2700118"/>
                </a:lnTo>
                <a:lnTo>
                  <a:pt x="6891978" y="2719798"/>
                </a:lnTo>
                <a:lnTo>
                  <a:pt x="6876234" y="2711926"/>
                </a:lnTo>
                <a:lnTo>
                  <a:pt x="6876234" y="2704054"/>
                </a:lnTo>
                <a:lnTo>
                  <a:pt x="6866394" y="2696182"/>
                </a:lnTo>
                <a:lnTo>
                  <a:pt x="6862458" y="2678470"/>
                </a:lnTo>
                <a:lnTo>
                  <a:pt x="6854586" y="2670598"/>
                </a:lnTo>
                <a:lnTo>
                  <a:pt x="6830969" y="2670598"/>
                </a:lnTo>
                <a:lnTo>
                  <a:pt x="6819161" y="2674534"/>
                </a:lnTo>
                <a:lnTo>
                  <a:pt x="6781769" y="2670598"/>
                </a:lnTo>
                <a:lnTo>
                  <a:pt x="6769961" y="2674534"/>
                </a:lnTo>
                <a:lnTo>
                  <a:pt x="6728633" y="2678470"/>
                </a:lnTo>
                <a:lnTo>
                  <a:pt x="6716825" y="2670598"/>
                </a:lnTo>
                <a:lnTo>
                  <a:pt x="6713872" y="2667646"/>
                </a:lnTo>
                <a:lnTo>
                  <a:pt x="6706985" y="2674533"/>
                </a:lnTo>
                <a:lnTo>
                  <a:pt x="6701081" y="2666661"/>
                </a:lnTo>
                <a:lnTo>
                  <a:pt x="6681401" y="2666661"/>
                </a:lnTo>
                <a:lnTo>
                  <a:pt x="6661720" y="2662725"/>
                </a:lnTo>
                <a:lnTo>
                  <a:pt x="6644008" y="2666661"/>
                </a:lnTo>
                <a:lnTo>
                  <a:pt x="6626296" y="2658789"/>
                </a:lnTo>
                <a:lnTo>
                  <a:pt x="6598744" y="2654853"/>
                </a:lnTo>
                <a:lnTo>
                  <a:pt x="6586936" y="2643045"/>
                </a:lnTo>
                <a:lnTo>
                  <a:pt x="6584968" y="2637141"/>
                </a:lnTo>
                <a:lnTo>
                  <a:pt x="6581032" y="2613525"/>
                </a:lnTo>
                <a:lnTo>
                  <a:pt x="6569224" y="2605653"/>
                </a:lnTo>
                <a:lnTo>
                  <a:pt x="6561351" y="2611557"/>
                </a:lnTo>
                <a:lnTo>
                  <a:pt x="6545607" y="2623365"/>
                </a:lnTo>
                <a:lnTo>
                  <a:pt x="6488535" y="2623365"/>
                </a:lnTo>
                <a:lnTo>
                  <a:pt x="6482631" y="2617461"/>
                </a:lnTo>
                <a:lnTo>
                  <a:pt x="6466887" y="2613525"/>
                </a:lnTo>
                <a:lnTo>
                  <a:pt x="6447206" y="2589908"/>
                </a:lnTo>
                <a:lnTo>
                  <a:pt x="6437366" y="2589908"/>
                </a:lnTo>
                <a:lnTo>
                  <a:pt x="6417686" y="2578100"/>
                </a:lnTo>
                <a:lnTo>
                  <a:pt x="6413750" y="2562356"/>
                </a:lnTo>
                <a:lnTo>
                  <a:pt x="6405878" y="2550548"/>
                </a:lnTo>
                <a:lnTo>
                  <a:pt x="6386198" y="2526932"/>
                </a:lnTo>
                <a:lnTo>
                  <a:pt x="6384230" y="2513156"/>
                </a:lnTo>
                <a:lnTo>
                  <a:pt x="6348805" y="2513156"/>
                </a:lnTo>
                <a:lnTo>
                  <a:pt x="6334705" y="2516681"/>
                </a:lnTo>
                <a:lnTo>
                  <a:pt x="6335032" y="2517091"/>
                </a:lnTo>
                <a:lnTo>
                  <a:pt x="6327160" y="2528899"/>
                </a:lnTo>
                <a:lnTo>
                  <a:pt x="6325191" y="2528336"/>
                </a:lnTo>
                <a:lnTo>
                  <a:pt x="6313381" y="2536772"/>
                </a:lnTo>
                <a:lnTo>
                  <a:pt x="6313381" y="2544644"/>
                </a:lnTo>
                <a:lnTo>
                  <a:pt x="6325189" y="2558420"/>
                </a:lnTo>
                <a:lnTo>
                  <a:pt x="6305509" y="2558420"/>
                </a:lnTo>
                <a:lnTo>
                  <a:pt x="6295669" y="2546612"/>
                </a:lnTo>
                <a:lnTo>
                  <a:pt x="6295669" y="2546612"/>
                </a:lnTo>
                <a:lnTo>
                  <a:pt x="6242535" y="2554483"/>
                </a:lnTo>
                <a:lnTo>
                  <a:pt x="6242455" y="2554448"/>
                </a:lnTo>
                <a:lnTo>
                  <a:pt x="6242533" y="2554485"/>
                </a:lnTo>
                <a:lnTo>
                  <a:pt x="6295669" y="2546613"/>
                </a:lnTo>
                <a:lnTo>
                  <a:pt x="6305509" y="2558421"/>
                </a:lnTo>
                <a:lnTo>
                  <a:pt x="6323221" y="2558421"/>
                </a:lnTo>
                <a:lnTo>
                  <a:pt x="6336997" y="2570229"/>
                </a:lnTo>
                <a:lnTo>
                  <a:pt x="6340934" y="2582037"/>
                </a:lnTo>
                <a:lnTo>
                  <a:pt x="6354710" y="2589909"/>
                </a:lnTo>
                <a:lnTo>
                  <a:pt x="6370454" y="2623366"/>
                </a:lnTo>
                <a:lnTo>
                  <a:pt x="6382262" y="2625334"/>
                </a:lnTo>
                <a:lnTo>
                  <a:pt x="6378326" y="2650918"/>
                </a:lnTo>
                <a:lnTo>
                  <a:pt x="6399974" y="2682406"/>
                </a:lnTo>
                <a:lnTo>
                  <a:pt x="6407846" y="2694214"/>
                </a:lnTo>
                <a:lnTo>
                  <a:pt x="6411782" y="2694870"/>
                </a:lnTo>
                <a:lnTo>
                  <a:pt x="6409814" y="2694214"/>
                </a:lnTo>
                <a:lnTo>
                  <a:pt x="6401942" y="2682406"/>
                </a:lnTo>
                <a:lnTo>
                  <a:pt x="6409814" y="2666662"/>
                </a:lnTo>
                <a:lnTo>
                  <a:pt x="6405878" y="2650917"/>
                </a:lnTo>
                <a:lnTo>
                  <a:pt x="6409814" y="2639109"/>
                </a:lnTo>
                <a:lnTo>
                  <a:pt x="6425558" y="2643045"/>
                </a:lnTo>
                <a:lnTo>
                  <a:pt x="6429494" y="2674534"/>
                </a:lnTo>
                <a:lnTo>
                  <a:pt x="6421622" y="2698150"/>
                </a:lnTo>
                <a:lnTo>
                  <a:pt x="6431462" y="2707990"/>
                </a:lnTo>
                <a:lnTo>
                  <a:pt x="6427526" y="2719798"/>
                </a:lnTo>
                <a:lnTo>
                  <a:pt x="6445238" y="2743415"/>
                </a:lnTo>
                <a:lnTo>
                  <a:pt x="6453131" y="2744022"/>
                </a:lnTo>
                <a:lnTo>
                  <a:pt x="6447206" y="2743414"/>
                </a:lnTo>
                <a:lnTo>
                  <a:pt x="6429494" y="2719798"/>
                </a:lnTo>
                <a:lnTo>
                  <a:pt x="6433430" y="2709958"/>
                </a:lnTo>
                <a:lnTo>
                  <a:pt x="6451142" y="2713894"/>
                </a:lnTo>
                <a:lnTo>
                  <a:pt x="6462950" y="2713894"/>
                </a:lnTo>
                <a:lnTo>
                  <a:pt x="6490503" y="2709958"/>
                </a:lnTo>
                <a:lnTo>
                  <a:pt x="6504279" y="2694214"/>
                </a:lnTo>
                <a:lnTo>
                  <a:pt x="6531831" y="2672565"/>
                </a:lnTo>
                <a:lnTo>
                  <a:pt x="6547575" y="2656821"/>
                </a:lnTo>
                <a:lnTo>
                  <a:pt x="6563319" y="2668629"/>
                </a:lnTo>
                <a:lnTo>
                  <a:pt x="6563319" y="2676501"/>
                </a:lnTo>
                <a:lnTo>
                  <a:pt x="6560039" y="2676829"/>
                </a:lnTo>
                <a:lnTo>
                  <a:pt x="6563319" y="2688310"/>
                </a:lnTo>
                <a:lnTo>
                  <a:pt x="6575127" y="2704054"/>
                </a:lnTo>
                <a:lnTo>
                  <a:pt x="6598744" y="2715862"/>
                </a:lnTo>
                <a:lnTo>
                  <a:pt x="6620392" y="2715862"/>
                </a:lnTo>
                <a:lnTo>
                  <a:pt x="6622360" y="2727671"/>
                </a:lnTo>
                <a:lnTo>
                  <a:pt x="6644008" y="2745383"/>
                </a:lnTo>
                <a:lnTo>
                  <a:pt x="6655816" y="2749319"/>
                </a:lnTo>
                <a:lnTo>
                  <a:pt x="6661720" y="2765063"/>
                </a:lnTo>
                <a:lnTo>
                  <a:pt x="6645976" y="2784743"/>
                </a:lnTo>
                <a:lnTo>
                  <a:pt x="6622360" y="2810327"/>
                </a:lnTo>
                <a:lnTo>
                  <a:pt x="6608584" y="2818199"/>
                </a:lnTo>
                <a:lnTo>
                  <a:pt x="6598744" y="2831976"/>
                </a:lnTo>
                <a:lnTo>
                  <a:pt x="6592840" y="2851656"/>
                </a:lnTo>
                <a:lnTo>
                  <a:pt x="6567255" y="2875272"/>
                </a:lnTo>
                <a:lnTo>
                  <a:pt x="6567255" y="2885112"/>
                </a:lnTo>
                <a:lnTo>
                  <a:pt x="6557415" y="2892984"/>
                </a:lnTo>
                <a:lnTo>
                  <a:pt x="6533799" y="2896920"/>
                </a:lnTo>
                <a:lnTo>
                  <a:pt x="6525927" y="2916600"/>
                </a:lnTo>
                <a:lnTo>
                  <a:pt x="6484600" y="2918568"/>
                </a:lnTo>
                <a:lnTo>
                  <a:pt x="6486567" y="2920536"/>
                </a:lnTo>
                <a:lnTo>
                  <a:pt x="6462951" y="2926440"/>
                </a:lnTo>
                <a:lnTo>
                  <a:pt x="6443271" y="2946120"/>
                </a:lnTo>
                <a:lnTo>
                  <a:pt x="6443271" y="2953992"/>
                </a:lnTo>
                <a:lnTo>
                  <a:pt x="6435399" y="2965800"/>
                </a:lnTo>
                <a:lnTo>
                  <a:pt x="6413751" y="2969736"/>
                </a:lnTo>
                <a:lnTo>
                  <a:pt x="6394070" y="2977608"/>
                </a:lnTo>
                <a:lnTo>
                  <a:pt x="6372422" y="2979577"/>
                </a:lnTo>
                <a:lnTo>
                  <a:pt x="6360614" y="2987449"/>
                </a:lnTo>
                <a:lnTo>
                  <a:pt x="6348806" y="2991385"/>
                </a:lnTo>
                <a:lnTo>
                  <a:pt x="6340934" y="3003193"/>
                </a:lnTo>
                <a:lnTo>
                  <a:pt x="6291733" y="3018937"/>
                </a:lnTo>
                <a:lnTo>
                  <a:pt x="6275989" y="3026809"/>
                </a:lnTo>
                <a:lnTo>
                  <a:pt x="6252373" y="3026809"/>
                </a:lnTo>
                <a:lnTo>
                  <a:pt x="6244501" y="3036649"/>
                </a:lnTo>
                <a:lnTo>
                  <a:pt x="6203173" y="3048457"/>
                </a:lnTo>
                <a:lnTo>
                  <a:pt x="6199237" y="3040585"/>
                </a:lnTo>
                <a:lnTo>
                  <a:pt x="6185460" y="3032713"/>
                </a:lnTo>
                <a:lnTo>
                  <a:pt x="6185460" y="3007129"/>
                </a:lnTo>
                <a:lnTo>
                  <a:pt x="6169716" y="2977608"/>
                </a:lnTo>
                <a:lnTo>
                  <a:pt x="6169716" y="2965800"/>
                </a:lnTo>
                <a:lnTo>
                  <a:pt x="6165780" y="2934312"/>
                </a:lnTo>
                <a:lnTo>
                  <a:pt x="6165780" y="2920536"/>
                </a:lnTo>
                <a:lnTo>
                  <a:pt x="6146100" y="2894952"/>
                </a:lnTo>
                <a:lnTo>
                  <a:pt x="6130356" y="2883144"/>
                </a:lnTo>
                <a:lnTo>
                  <a:pt x="6116580" y="2845751"/>
                </a:lnTo>
                <a:lnTo>
                  <a:pt x="6112644" y="2833943"/>
                </a:lnTo>
                <a:lnTo>
                  <a:pt x="6092963" y="2826071"/>
                </a:lnTo>
                <a:lnTo>
                  <a:pt x="6079187" y="2802455"/>
                </a:lnTo>
                <a:lnTo>
                  <a:pt x="6067379" y="2784743"/>
                </a:lnTo>
                <a:lnTo>
                  <a:pt x="6067379" y="2749319"/>
                </a:lnTo>
                <a:lnTo>
                  <a:pt x="6055571" y="2731606"/>
                </a:lnTo>
                <a:lnTo>
                  <a:pt x="6039827" y="2719798"/>
                </a:lnTo>
                <a:lnTo>
                  <a:pt x="6026051" y="2707990"/>
                </a:lnTo>
                <a:lnTo>
                  <a:pt x="6010307" y="2690278"/>
                </a:lnTo>
                <a:lnTo>
                  <a:pt x="6010307" y="2662726"/>
                </a:lnTo>
                <a:lnTo>
                  <a:pt x="5990627" y="2646982"/>
                </a:lnTo>
                <a:lnTo>
                  <a:pt x="5982755" y="2633206"/>
                </a:lnTo>
                <a:lnTo>
                  <a:pt x="5968978" y="2601717"/>
                </a:lnTo>
                <a:lnTo>
                  <a:pt x="5965042" y="2593845"/>
                </a:lnTo>
                <a:lnTo>
                  <a:pt x="5949298" y="2589909"/>
                </a:lnTo>
                <a:lnTo>
                  <a:pt x="5949298" y="2550549"/>
                </a:lnTo>
                <a:lnTo>
                  <a:pt x="5949298" y="2548581"/>
                </a:lnTo>
                <a:lnTo>
                  <a:pt x="5982755" y="2544645"/>
                </a:lnTo>
                <a:lnTo>
                  <a:pt x="6002435" y="2521029"/>
                </a:lnTo>
                <a:lnTo>
                  <a:pt x="6028019" y="2521029"/>
                </a:lnTo>
                <a:lnTo>
                  <a:pt x="6031955" y="2513157"/>
                </a:lnTo>
                <a:lnTo>
                  <a:pt x="6031955" y="2513156"/>
                </a:lnTo>
                <a:lnTo>
                  <a:pt x="6028019" y="2521028"/>
                </a:lnTo>
                <a:lnTo>
                  <a:pt x="6002435" y="2521028"/>
                </a:lnTo>
                <a:lnTo>
                  <a:pt x="5982755" y="2542676"/>
                </a:lnTo>
                <a:lnTo>
                  <a:pt x="5949298" y="2546612"/>
                </a:lnTo>
                <a:lnTo>
                  <a:pt x="5949298" y="2534804"/>
                </a:lnTo>
                <a:lnTo>
                  <a:pt x="5947330" y="2534804"/>
                </a:lnTo>
                <a:lnTo>
                  <a:pt x="5939458" y="2509220"/>
                </a:lnTo>
                <a:lnTo>
                  <a:pt x="5935523" y="2493477"/>
                </a:lnTo>
                <a:lnTo>
                  <a:pt x="5935522" y="2493477"/>
                </a:lnTo>
                <a:lnTo>
                  <a:pt x="5931586" y="2487573"/>
                </a:lnTo>
                <a:lnTo>
                  <a:pt x="5939458" y="2475765"/>
                </a:lnTo>
                <a:lnTo>
                  <a:pt x="5939460" y="2475767"/>
                </a:lnTo>
                <a:lnTo>
                  <a:pt x="5939458" y="2475764"/>
                </a:lnTo>
                <a:lnTo>
                  <a:pt x="5947330" y="2460020"/>
                </a:lnTo>
                <a:lnTo>
                  <a:pt x="5951266" y="2448211"/>
                </a:lnTo>
                <a:lnTo>
                  <a:pt x="5957170" y="2434435"/>
                </a:lnTo>
                <a:lnTo>
                  <a:pt x="5961106" y="2418691"/>
                </a:lnTo>
                <a:lnTo>
                  <a:pt x="5967010" y="2406883"/>
                </a:lnTo>
                <a:lnTo>
                  <a:pt x="5976850" y="2410819"/>
                </a:lnTo>
                <a:lnTo>
                  <a:pt x="5980635" y="2399465"/>
                </a:lnTo>
                <a:lnTo>
                  <a:pt x="5978818" y="2399011"/>
                </a:lnTo>
                <a:lnTo>
                  <a:pt x="5974882" y="2408851"/>
                </a:lnTo>
                <a:lnTo>
                  <a:pt x="5965042" y="2404915"/>
                </a:lnTo>
                <a:lnTo>
                  <a:pt x="5968978" y="2399011"/>
                </a:lnTo>
                <a:lnTo>
                  <a:pt x="5972914" y="2387203"/>
                </a:lnTo>
                <a:lnTo>
                  <a:pt x="5974882" y="2330130"/>
                </a:lnTo>
                <a:lnTo>
                  <a:pt x="5977836" y="2328161"/>
                </a:lnTo>
                <a:lnTo>
                  <a:pt x="5980787" y="2322259"/>
                </a:lnTo>
                <a:lnTo>
                  <a:pt x="5980787" y="2308483"/>
                </a:lnTo>
                <a:lnTo>
                  <a:pt x="5980787" y="2296675"/>
                </a:lnTo>
                <a:lnTo>
                  <a:pt x="5949299" y="2296675"/>
                </a:lnTo>
                <a:lnTo>
                  <a:pt x="5941426" y="2300611"/>
                </a:lnTo>
                <a:lnTo>
                  <a:pt x="5931586" y="2304547"/>
                </a:lnTo>
                <a:lnTo>
                  <a:pt x="5919778" y="2312419"/>
                </a:lnTo>
                <a:lnTo>
                  <a:pt x="5896162" y="2316355"/>
                </a:lnTo>
                <a:lnTo>
                  <a:pt x="5882386" y="2316355"/>
                </a:lnTo>
                <a:lnTo>
                  <a:pt x="5850898" y="2292739"/>
                </a:lnTo>
                <a:lnTo>
                  <a:pt x="5844994" y="2284867"/>
                </a:lnTo>
                <a:lnTo>
                  <a:pt x="5829249" y="2292739"/>
                </a:lnTo>
                <a:lnTo>
                  <a:pt x="5833185" y="2304547"/>
                </a:lnTo>
                <a:lnTo>
                  <a:pt x="5817441" y="2304547"/>
                </a:lnTo>
                <a:lnTo>
                  <a:pt x="5793825" y="2312419"/>
                </a:lnTo>
                <a:lnTo>
                  <a:pt x="5787921" y="2300611"/>
                </a:lnTo>
                <a:lnTo>
                  <a:pt x="5780049" y="2296675"/>
                </a:lnTo>
                <a:lnTo>
                  <a:pt x="5768241" y="2308483"/>
                </a:lnTo>
                <a:lnTo>
                  <a:pt x="5764305" y="2316355"/>
                </a:lnTo>
                <a:lnTo>
                  <a:pt x="5748561" y="2322259"/>
                </a:lnTo>
                <a:lnTo>
                  <a:pt x="5748561" y="2316355"/>
                </a:lnTo>
                <a:lnTo>
                  <a:pt x="5756433" y="2304547"/>
                </a:lnTo>
                <a:lnTo>
                  <a:pt x="5760369" y="2292739"/>
                </a:lnTo>
                <a:lnTo>
                  <a:pt x="5752497" y="2284867"/>
                </a:lnTo>
                <a:lnTo>
                  <a:pt x="5742657" y="2292739"/>
                </a:lnTo>
                <a:lnTo>
                  <a:pt x="5734784" y="2296675"/>
                </a:lnTo>
                <a:lnTo>
                  <a:pt x="5734784" y="2284867"/>
                </a:lnTo>
                <a:lnTo>
                  <a:pt x="5744625" y="2280931"/>
                </a:lnTo>
                <a:lnTo>
                  <a:pt x="5748561" y="2276995"/>
                </a:lnTo>
                <a:lnTo>
                  <a:pt x="5738721" y="2273059"/>
                </a:lnTo>
                <a:lnTo>
                  <a:pt x="5738721" y="2255346"/>
                </a:lnTo>
                <a:lnTo>
                  <a:pt x="5730848" y="2247474"/>
                </a:lnTo>
                <a:lnTo>
                  <a:pt x="5719040" y="2247474"/>
                </a:lnTo>
                <a:lnTo>
                  <a:pt x="5711168" y="2239602"/>
                </a:lnTo>
                <a:lnTo>
                  <a:pt x="5715104" y="2231730"/>
                </a:lnTo>
                <a:lnTo>
                  <a:pt x="5726912" y="2235666"/>
                </a:lnTo>
                <a:lnTo>
                  <a:pt x="5730848" y="2227794"/>
                </a:lnTo>
                <a:lnTo>
                  <a:pt x="5730848" y="2219922"/>
                </a:lnTo>
                <a:lnTo>
                  <a:pt x="5726912" y="2206146"/>
                </a:lnTo>
                <a:lnTo>
                  <a:pt x="5730848" y="2198274"/>
                </a:lnTo>
                <a:lnTo>
                  <a:pt x="5715104" y="2198274"/>
                </a:lnTo>
                <a:lnTo>
                  <a:pt x="5715104" y="2190402"/>
                </a:lnTo>
                <a:lnTo>
                  <a:pt x="5726912" y="2172690"/>
                </a:lnTo>
                <a:lnTo>
                  <a:pt x="5738721" y="2164818"/>
                </a:lnTo>
                <a:lnTo>
                  <a:pt x="5752497" y="2164818"/>
                </a:lnTo>
                <a:lnTo>
                  <a:pt x="5772177" y="2156946"/>
                </a:lnTo>
                <a:lnTo>
                  <a:pt x="5787921" y="2160882"/>
                </a:lnTo>
                <a:lnTo>
                  <a:pt x="5801697" y="2156946"/>
                </a:lnTo>
                <a:lnTo>
                  <a:pt x="5805633" y="2149074"/>
                </a:lnTo>
                <a:lnTo>
                  <a:pt x="5791857" y="2141201"/>
                </a:lnTo>
                <a:lnTo>
                  <a:pt x="5793825" y="2129393"/>
                </a:lnTo>
                <a:lnTo>
                  <a:pt x="5801697" y="2125457"/>
                </a:lnTo>
                <a:lnTo>
                  <a:pt x="5833185" y="2125457"/>
                </a:lnTo>
                <a:lnTo>
                  <a:pt x="5844994" y="2133329"/>
                </a:lnTo>
                <a:lnTo>
                  <a:pt x="5870578" y="2115617"/>
                </a:lnTo>
                <a:lnTo>
                  <a:pt x="5904034" y="2103809"/>
                </a:lnTo>
                <a:lnTo>
                  <a:pt x="5935522" y="2103809"/>
                </a:lnTo>
                <a:lnTo>
                  <a:pt x="5949299" y="2099873"/>
                </a:lnTo>
                <a:lnTo>
                  <a:pt x="5961107" y="2119553"/>
                </a:lnTo>
                <a:lnTo>
                  <a:pt x="5984723" y="2115617"/>
                </a:lnTo>
                <a:lnTo>
                  <a:pt x="6006371" y="2133329"/>
                </a:lnTo>
                <a:lnTo>
                  <a:pt x="6018179" y="2133329"/>
                </a:lnTo>
                <a:lnTo>
                  <a:pt x="6043763" y="2141201"/>
                </a:lnTo>
                <a:lnTo>
                  <a:pt x="6063444" y="2137265"/>
                </a:lnTo>
                <a:lnTo>
                  <a:pt x="6083124" y="2141201"/>
                </a:lnTo>
                <a:lnTo>
                  <a:pt x="6104772" y="2141201"/>
                </a:lnTo>
                <a:lnTo>
                  <a:pt x="6140196" y="2123489"/>
                </a:lnTo>
                <a:lnTo>
                  <a:pt x="6140196" y="2111681"/>
                </a:lnTo>
                <a:lnTo>
                  <a:pt x="6161845" y="2119553"/>
                </a:lnTo>
                <a:lnTo>
                  <a:pt x="6181525" y="2119553"/>
                </a:lnTo>
                <a:lnTo>
                  <a:pt x="6181526" y="2119555"/>
                </a:lnTo>
                <a:lnTo>
                  <a:pt x="6214981" y="2131362"/>
                </a:lnTo>
                <a:lnTo>
                  <a:pt x="6215033" y="2131379"/>
                </a:lnTo>
                <a:lnTo>
                  <a:pt x="6214980" y="2131361"/>
                </a:lnTo>
                <a:lnTo>
                  <a:pt x="6181524" y="2117585"/>
                </a:lnTo>
                <a:lnTo>
                  <a:pt x="6161844" y="2117585"/>
                </a:lnTo>
                <a:lnTo>
                  <a:pt x="6140196" y="2109713"/>
                </a:lnTo>
                <a:lnTo>
                  <a:pt x="6144132" y="2099873"/>
                </a:lnTo>
                <a:lnTo>
                  <a:pt x="6132324" y="2084129"/>
                </a:lnTo>
                <a:lnTo>
                  <a:pt x="6132324" y="2072320"/>
                </a:lnTo>
                <a:lnTo>
                  <a:pt x="6124452" y="2064448"/>
                </a:lnTo>
                <a:lnTo>
                  <a:pt x="6108707" y="2062480"/>
                </a:lnTo>
                <a:lnTo>
                  <a:pt x="6092301" y="2047565"/>
                </a:lnTo>
                <a:lnTo>
                  <a:pt x="6087059" y="2046737"/>
                </a:lnTo>
                <a:lnTo>
                  <a:pt x="6071315" y="2034929"/>
                </a:lnTo>
                <a:lnTo>
                  <a:pt x="6047699" y="2003441"/>
                </a:lnTo>
                <a:lnTo>
                  <a:pt x="6033923" y="2003441"/>
                </a:lnTo>
                <a:lnTo>
                  <a:pt x="6022115" y="1991633"/>
                </a:lnTo>
                <a:lnTo>
                  <a:pt x="6012275" y="1989665"/>
                </a:lnTo>
                <a:lnTo>
                  <a:pt x="6006371" y="1979825"/>
                </a:lnTo>
                <a:lnTo>
                  <a:pt x="6004403" y="1969985"/>
                </a:lnTo>
                <a:lnTo>
                  <a:pt x="6022115" y="1969985"/>
                </a:lnTo>
                <a:lnTo>
                  <a:pt x="6022115" y="1960145"/>
                </a:lnTo>
                <a:lnTo>
                  <a:pt x="6037859" y="1946369"/>
                </a:lnTo>
                <a:lnTo>
                  <a:pt x="6039827" y="1940465"/>
                </a:lnTo>
                <a:lnTo>
                  <a:pt x="6031955" y="1922752"/>
                </a:lnTo>
                <a:lnTo>
                  <a:pt x="6057539" y="1908976"/>
                </a:lnTo>
                <a:lnTo>
                  <a:pt x="6053603" y="1905040"/>
                </a:lnTo>
                <a:lnTo>
                  <a:pt x="6026051" y="1912912"/>
                </a:lnTo>
                <a:lnTo>
                  <a:pt x="6043763" y="1883392"/>
                </a:lnTo>
                <a:lnTo>
                  <a:pt x="6063443" y="1863712"/>
                </a:lnTo>
                <a:lnTo>
                  <a:pt x="6075251" y="1863712"/>
                </a:lnTo>
                <a:lnTo>
                  <a:pt x="6079187" y="1830256"/>
                </a:lnTo>
                <a:lnTo>
                  <a:pt x="6096899" y="1810575"/>
                </a:lnTo>
                <a:lnTo>
                  <a:pt x="6079262" y="1795651"/>
                </a:lnTo>
                <a:lnTo>
                  <a:pt x="6094931" y="1810574"/>
                </a:lnTo>
                <a:lnTo>
                  <a:pt x="6077219" y="1830255"/>
                </a:lnTo>
                <a:lnTo>
                  <a:pt x="6073283" y="1863711"/>
                </a:lnTo>
                <a:lnTo>
                  <a:pt x="6061475" y="1863711"/>
                </a:lnTo>
                <a:lnTo>
                  <a:pt x="6043763" y="1881423"/>
                </a:lnTo>
                <a:lnTo>
                  <a:pt x="6024083" y="1912911"/>
                </a:lnTo>
                <a:lnTo>
                  <a:pt x="6006371" y="1912911"/>
                </a:lnTo>
                <a:lnTo>
                  <a:pt x="5994562" y="1924719"/>
                </a:lnTo>
                <a:lnTo>
                  <a:pt x="5959138" y="1924719"/>
                </a:lnTo>
                <a:lnTo>
                  <a:pt x="5957170" y="1934560"/>
                </a:lnTo>
                <a:lnTo>
                  <a:pt x="5953234" y="1938496"/>
                </a:lnTo>
                <a:lnTo>
                  <a:pt x="5921746" y="1946368"/>
                </a:lnTo>
                <a:lnTo>
                  <a:pt x="5921746" y="1948336"/>
                </a:lnTo>
                <a:lnTo>
                  <a:pt x="5945362" y="1958176"/>
                </a:lnTo>
                <a:lnTo>
                  <a:pt x="5953234" y="1969984"/>
                </a:lnTo>
                <a:lnTo>
                  <a:pt x="5978818" y="1971952"/>
                </a:lnTo>
                <a:lnTo>
                  <a:pt x="5986690" y="1971952"/>
                </a:lnTo>
                <a:lnTo>
                  <a:pt x="5986690" y="1983760"/>
                </a:lnTo>
                <a:lnTo>
                  <a:pt x="5967010" y="1987696"/>
                </a:lnTo>
                <a:lnTo>
                  <a:pt x="5953234" y="1989664"/>
                </a:lnTo>
                <a:lnTo>
                  <a:pt x="5933554" y="2005408"/>
                </a:lnTo>
                <a:lnTo>
                  <a:pt x="5915842" y="2005408"/>
                </a:lnTo>
                <a:lnTo>
                  <a:pt x="5907970" y="1993600"/>
                </a:lnTo>
                <a:lnTo>
                  <a:pt x="5911906" y="1981792"/>
                </a:lnTo>
                <a:lnTo>
                  <a:pt x="5888290" y="1971952"/>
                </a:lnTo>
                <a:lnTo>
                  <a:pt x="5888290" y="1964080"/>
                </a:lnTo>
                <a:lnTo>
                  <a:pt x="5896162" y="1960144"/>
                </a:lnTo>
                <a:lnTo>
                  <a:pt x="5915842" y="1954240"/>
                </a:lnTo>
                <a:lnTo>
                  <a:pt x="5915842" y="1946368"/>
                </a:lnTo>
                <a:lnTo>
                  <a:pt x="5900098" y="1938496"/>
                </a:lnTo>
                <a:lnTo>
                  <a:pt x="5880417" y="1938496"/>
                </a:lnTo>
                <a:lnTo>
                  <a:pt x="5870577" y="1934560"/>
                </a:lnTo>
                <a:lnTo>
                  <a:pt x="5858769" y="1924719"/>
                </a:lnTo>
                <a:lnTo>
                  <a:pt x="5850897" y="1924719"/>
                </a:lnTo>
                <a:lnTo>
                  <a:pt x="5843025" y="1930623"/>
                </a:lnTo>
                <a:lnTo>
                  <a:pt x="5823345" y="1934560"/>
                </a:lnTo>
                <a:lnTo>
                  <a:pt x="5823345" y="1946368"/>
                </a:lnTo>
                <a:lnTo>
                  <a:pt x="5803216" y="1968327"/>
                </a:lnTo>
                <a:lnTo>
                  <a:pt x="5809568" y="1977856"/>
                </a:lnTo>
                <a:lnTo>
                  <a:pt x="5780048" y="2009345"/>
                </a:lnTo>
                <a:lnTo>
                  <a:pt x="5776112" y="2034929"/>
                </a:lnTo>
                <a:lnTo>
                  <a:pt x="5736752" y="2019185"/>
                </a:lnTo>
                <a:lnTo>
                  <a:pt x="5721008" y="2019185"/>
                </a:lnTo>
                <a:lnTo>
                  <a:pt x="5699359" y="2034929"/>
                </a:lnTo>
                <a:lnTo>
                  <a:pt x="5667871" y="2038865"/>
                </a:lnTo>
                <a:lnTo>
                  <a:pt x="5638351" y="2030993"/>
                </a:lnTo>
                <a:lnTo>
                  <a:pt x="5618671" y="2019185"/>
                </a:lnTo>
                <a:lnTo>
                  <a:pt x="5616309" y="2027058"/>
                </a:lnTo>
                <a:lnTo>
                  <a:pt x="5618671" y="2021152"/>
                </a:lnTo>
                <a:lnTo>
                  <a:pt x="5638351" y="2032960"/>
                </a:lnTo>
                <a:lnTo>
                  <a:pt x="5667872" y="2040832"/>
                </a:lnTo>
                <a:lnTo>
                  <a:pt x="5697392" y="2036896"/>
                </a:lnTo>
                <a:lnTo>
                  <a:pt x="5721008" y="2021152"/>
                </a:lnTo>
                <a:lnTo>
                  <a:pt x="5736752" y="2021152"/>
                </a:lnTo>
                <a:lnTo>
                  <a:pt x="5774144" y="2036896"/>
                </a:lnTo>
                <a:lnTo>
                  <a:pt x="5770208" y="2052640"/>
                </a:lnTo>
                <a:lnTo>
                  <a:pt x="5758400" y="2058544"/>
                </a:lnTo>
                <a:lnTo>
                  <a:pt x="5758400" y="2090033"/>
                </a:lnTo>
                <a:lnTo>
                  <a:pt x="5751602" y="2103630"/>
                </a:lnTo>
                <a:lnTo>
                  <a:pt x="5752497" y="2103809"/>
                </a:lnTo>
                <a:lnTo>
                  <a:pt x="5787921" y="2133330"/>
                </a:lnTo>
                <a:lnTo>
                  <a:pt x="5783985" y="2145138"/>
                </a:lnTo>
                <a:lnTo>
                  <a:pt x="5768241" y="2145138"/>
                </a:lnTo>
                <a:lnTo>
                  <a:pt x="5750529" y="2141202"/>
                </a:lnTo>
                <a:lnTo>
                  <a:pt x="5746593" y="2153010"/>
                </a:lnTo>
                <a:lnTo>
                  <a:pt x="5726912" y="2156946"/>
                </a:lnTo>
                <a:lnTo>
                  <a:pt x="5711168" y="2168754"/>
                </a:lnTo>
                <a:lnTo>
                  <a:pt x="5711168" y="2164818"/>
                </a:lnTo>
                <a:lnTo>
                  <a:pt x="5715104" y="2156946"/>
                </a:lnTo>
                <a:lnTo>
                  <a:pt x="5707232" y="2153010"/>
                </a:lnTo>
                <a:lnTo>
                  <a:pt x="5721008" y="2133330"/>
                </a:lnTo>
                <a:lnTo>
                  <a:pt x="5724944" y="2117585"/>
                </a:lnTo>
                <a:lnTo>
                  <a:pt x="5721008" y="2133329"/>
                </a:lnTo>
                <a:lnTo>
                  <a:pt x="5705264" y="2153010"/>
                </a:lnTo>
                <a:lnTo>
                  <a:pt x="5691488" y="2145138"/>
                </a:lnTo>
                <a:lnTo>
                  <a:pt x="5679680" y="2149074"/>
                </a:lnTo>
                <a:lnTo>
                  <a:pt x="5671808" y="2145138"/>
                </a:lnTo>
                <a:lnTo>
                  <a:pt x="5660000" y="2149074"/>
                </a:lnTo>
                <a:lnTo>
                  <a:pt x="5646223" y="2153010"/>
                </a:lnTo>
                <a:lnTo>
                  <a:pt x="5646223" y="2164818"/>
                </a:lnTo>
                <a:lnTo>
                  <a:pt x="5658032" y="2170722"/>
                </a:lnTo>
                <a:lnTo>
                  <a:pt x="5654095" y="2174658"/>
                </a:lnTo>
                <a:lnTo>
                  <a:pt x="5646223" y="2174658"/>
                </a:lnTo>
                <a:lnTo>
                  <a:pt x="5650159" y="2182530"/>
                </a:lnTo>
                <a:lnTo>
                  <a:pt x="5646223" y="2182530"/>
                </a:lnTo>
                <a:lnTo>
                  <a:pt x="5642287" y="2170722"/>
                </a:lnTo>
                <a:lnTo>
                  <a:pt x="5634415" y="2170722"/>
                </a:lnTo>
                <a:lnTo>
                  <a:pt x="5638351" y="2182530"/>
                </a:lnTo>
                <a:lnTo>
                  <a:pt x="5634415" y="2182530"/>
                </a:lnTo>
                <a:lnTo>
                  <a:pt x="5626543" y="2170722"/>
                </a:lnTo>
                <a:lnTo>
                  <a:pt x="5622607" y="2164818"/>
                </a:lnTo>
                <a:lnTo>
                  <a:pt x="5614735" y="2160882"/>
                </a:lnTo>
                <a:lnTo>
                  <a:pt x="5606863" y="2164818"/>
                </a:lnTo>
                <a:lnTo>
                  <a:pt x="5606863" y="2178594"/>
                </a:lnTo>
                <a:lnTo>
                  <a:pt x="5622607" y="2202210"/>
                </a:lnTo>
                <a:lnTo>
                  <a:pt x="5618671" y="2225826"/>
                </a:lnTo>
                <a:lnTo>
                  <a:pt x="5638351" y="2233698"/>
                </a:lnTo>
                <a:lnTo>
                  <a:pt x="5654095" y="2247475"/>
                </a:lnTo>
                <a:lnTo>
                  <a:pt x="5654095" y="2259283"/>
                </a:lnTo>
                <a:lnTo>
                  <a:pt x="5634415" y="2259283"/>
                </a:lnTo>
                <a:lnTo>
                  <a:pt x="5634415" y="2278963"/>
                </a:lnTo>
                <a:lnTo>
                  <a:pt x="5622607" y="2275027"/>
                </a:lnTo>
                <a:lnTo>
                  <a:pt x="5618671" y="2278963"/>
                </a:lnTo>
                <a:lnTo>
                  <a:pt x="5626543" y="2286835"/>
                </a:lnTo>
                <a:lnTo>
                  <a:pt x="5626543" y="2306515"/>
                </a:lnTo>
                <a:lnTo>
                  <a:pt x="5614735" y="2306515"/>
                </a:lnTo>
                <a:lnTo>
                  <a:pt x="5606863" y="2306515"/>
                </a:lnTo>
                <a:lnTo>
                  <a:pt x="5600959" y="2294707"/>
                </a:lnTo>
                <a:lnTo>
                  <a:pt x="5589151" y="2294707"/>
                </a:lnTo>
                <a:lnTo>
                  <a:pt x="5585215" y="2290771"/>
                </a:lnTo>
                <a:lnTo>
                  <a:pt x="5589151" y="2275027"/>
                </a:lnTo>
                <a:lnTo>
                  <a:pt x="5577343" y="2263219"/>
                </a:lnTo>
                <a:lnTo>
                  <a:pt x="5577343" y="2251411"/>
                </a:lnTo>
                <a:lnTo>
                  <a:pt x="5593087" y="2247475"/>
                </a:lnTo>
                <a:lnTo>
                  <a:pt x="5622607" y="2247475"/>
                </a:lnTo>
                <a:lnTo>
                  <a:pt x="5614735" y="2239602"/>
                </a:lnTo>
                <a:lnTo>
                  <a:pt x="5593087" y="2239602"/>
                </a:lnTo>
                <a:lnTo>
                  <a:pt x="5577343" y="2243539"/>
                </a:lnTo>
                <a:lnTo>
                  <a:pt x="5561598" y="2229762"/>
                </a:lnTo>
                <a:lnTo>
                  <a:pt x="5557662" y="2214018"/>
                </a:lnTo>
                <a:lnTo>
                  <a:pt x="5547822" y="2202210"/>
                </a:lnTo>
                <a:lnTo>
                  <a:pt x="5543886" y="2190402"/>
                </a:lnTo>
                <a:lnTo>
                  <a:pt x="5543894" y="2190396"/>
                </a:lnTo>
                <a:lnTo>
                  <a:pt x="5543886" y="2190401"/>
                </a:lnTo>
                <a:lnTo>
                  <a:pt x="5526174" y="2166785"/>
                </a:lnTo>
                <a:lnTo>
                  <a:pt x="5522238" y="2145137"/>
                </a:lnTo>
                <a:lnTo>
                  <a:pt x="5526174" y="2127425"/>
                </a:lnTo>
                <a:lnTo>
                  <a:pt x="5526174" y="2115616"/>
                </a:lnTo>
                <a:lnTo>
                  <a:pt x="5514366" y="2099872"/>
                </a:lnTo>
                <a:lnTo>
                  <a:pt x="5522238" y="2090032"/>
                </a:lnTo>
                <a:lnTo>
                  <a:pt x="5534046" y="2082160"/>
                </a:lnTo>
                <a:lnTo>
                  <a:pt x="5551758" y="2086096"/>
                </a:lnTo>
                <a:lnTo>
                  <a:pt x="5563566" y="2103808"/>
                </a:lnTo>
                <a:lnTo>
                  <a:pt x="5555694" y="2123489"/>
                </a:lnTo>
                <a:lnTo>
                  <a:pt x="5555694" y="2123489"/>
                </a:lnTo>
                <a:lnTo>
                  <a:pt x="5563566" y="2103808"/>
                </a:lnTo>
                <a:lnTo>
                  <a:pt x="5563567" y="2103808"/>
                </a:lnTo>
                <a:lnTo>
                  <a:pt x="5551759" y="2084128"/>
                </a:lnTo>
                <a:lnTo>
                  <a:pt x="5534047" y="2080192"/>
                </a:lnTo>
                <a:lnTo>
                  <a:pt x="5522238" y="2088064"/>
                </a:lnTo>
                <a:lnTo>
                  <a:pt x="5514366" y="2099872"/>
                </a:lnTo>
                <a:lnTo>
                  <a:pt x="5490750" y="2088064"/>
                </a:lnTo>
                <a:lnTo>
                  <a:pt x="5490750" y="2088065"/>
                </a:lnTo>
                <a:lnTo>
                  <a:pt x="5471070" y="2080193"/>
                </a:lnTo>
                <a:lnTo>
                  <a:pt x="5465166" y="2064449"/>
                </a:lnTo>
                <a:lnTo>
                  <a:pt x="5441550" y="2052641"/>
                </a:lnTo>
                <a:lnTo>
                  <a:pt x="5417934" y="2038865"/>
                </a:lnTo>
                <a:lnTo>
                  <a:pt x="5404158" y="2023121"/>
                </a:lnTo>
                <a:lnTo>
                  <a:pt x="5400222" y="2007377"/>
                </a:lnTo>
                <a:lnTo>
                  <a:pt x="5392349" y="1997537"/>
                </a:lnTo>
                <a:lnTo>
                  <a:pt x="5384477" y="1981792"/>
                </a:lnTo>
                <a:lnTo>
                  <a:pt x="5372669" y="1989665"/>
                </a:lnTo>
                <a:lnTo>
                  <a:pt x="5370701" y="1997537"/>
                </a:lnTo>
                <a:lnTo>
                  <a:pt x="5359838" y="1984863"/>
                </a:lnTo>
                <a:lnTo>
                  <a:pt x="5358893" y="1987696"/>
                </a:lnTo>
                <a:lnTo>
                  <a:pt x="5358893" y="1983761"/>
                </a:lnTo>
                <a:lnTo>
                  <a:pt x="5358893" y="1969984"/>
                </a:lnTo>
                <a:lnTo>
                  <a:pt x="5329373" y="1971952"/>
                </a:lnTo>
                <a:lnTo>
                  <a:pt x="5317565" y="1983760"/>
                </a:lnTo>
                <a:lnTo>
                  <a:pt x="5319533" y="1989664"/>
                </a:lnTo>
                <a:lnTo>
                  <a:pt x="5317565" y="2017216"/>
                </a:lnTo>
                <a:lnTo>
                  <a:pt x="5347085" y="2040832"/>
                </a:lnTo>
                <a:lnTo>
                  <a:pt x="5358893" y="2058544"/>
                </a:lnTo>
                <a:lnTo>
                  <a:pt x="5372669" y="2090033"/>
                </a:lnTo>
                <a:lnTo>
                  <a:pt x="5398253" y="2103809"/>
                </a:lnTo>
                <a:lnTo>
                  <a:pt x="5421870" y="2111681"/>
                </a:lnTo>
                <a:lnTo>
                  <a:pt x="5429742" y="2127425"/>
                </a:lnTo>
                <a:lnTo>
                  <a:pt x="5437614" y="2135297"/>
                </a:lnTo>
                <a:lnTo>
                  <a:pt x="5459262" y="2139233"/>
                </a:lnTo>
                <a:lnTo>
                  <a:pt x="5459262" y="2147105"/>
                </a:lnTo>
                <a:lnTo>
                  <a:pt x="5478942" y="2153009"/>
                </a:lnTo>
                <a:lnTo>
                  <a:pt x="5496654" y="2168753"/>
                </a:lnTo>
                <a:lnTo>
                  <a:pt x="5496654" y="2180561"/>
                </a:lnTo>
                <a:lnTo>
                  <a:pt x="5492718" y="2184497"/>
                </a:lnTo>
                <a:lnTo>
                  <a:pt x="5475006" y="2172689"/>
                </a:lnTo>
                <a:lnTo>
                  <a:pt x="5463198" y="2168753"/>
                </a:lnTo>
                <a:lnTo>
                  <a:pt x="5447454" y="2168753"/>
                </a:lnTo>
                <a:lnTo>
                  <a:pt x="5443518" y="2192370"/>
                </a:lnTo>
                <a:lnTo>
                  <a:pt x="5459262" y="2208114"/>
                </a:lnTo>
                <a:lnTo>
                  <a:pt x="5459262" y="2221890"/>
                </a:lnTo>
                <a:lnTo>
                  <a:pt x="5447454" y="2229762"/>
                </a:lnTo>
                <a:lnTo>
                  <a:pt x="5441550" y="2245506"/>
                </a:lnTo>
                <a:lnTo>
                  <a:pt x="5421870" y="2261250"/>
                </a:lnTo>
                <a:lnTo>
                  <a:pt x="5413998" y="2253378"/>
                </a:lnTo>
                <a:lnTo>
                  <a:pt x="5417934" y="2241570"/>
                </a:lnTo>
                <a:lnTo>
                  <a:pt x="5433678" y="2221890"/>
                </a:lnTo>
                <a:lnTo>
                  <a:pt x="5425806" y="2208114"/>
                </a:lnTo>
                <a:lnTo>
                  <a:pt x="5425806" y="2192370"/>
                </a:lnTo>
                <a:lnTo>
                  <a:pt x="5417934" y="2180561"/>
                </a:lnTo>
                <a:lnTo>
                  <a:pt x="5406125" y="2180561"/>
                </a:lnTo>
                <a:lnTo>
                  <a:pt x="5398253" y="2176625"/>
                </a:lnTo>
                <a:lnTo>
                  <a:pt x="5396285" y="2160881"/>
                </a:lnTo>
                <a:lnTo>
                  <a:pt x="5384477" y="2156945"/>
                </a:lnTo>
                <a:lnTo>
                  <a:pt x="5376605" y="2153009"/>
                </a:lnTo>
                <a:lnTo>
                  <a:pt x="5370701" y="2153009"/>
                </a:lnTo>
                <a:lnTo>
                  <a:pt x="5358893" y="2139233"/>
                </a:lnTo>
                <a:lnTo>
                  <a:pt x="5349053" y="2139233"/>
                </a:lnTo>
                <a:lnTo>
                  <a:pt x="5325437" y="2123489"/>
                </a:lnTo>
                <a:lnTo>
                  <a:pt x="5319533" y="2111681"/>
                </a:lnTo>
                <a:lnTo>
                  <a:pt x="5307725" y="2111681"/>
                </a:lnTo>
                <a:lnTo>
                  <a:pt x="5295916" y="2095937"/>
                </a:lnTo>
                <a:lnTo>
                  <a:pt x="5290012" y="2082161"/>
                </a:lnTo>
                <a:lnTo>
                  <a:pt x="5272300" y="2070352"/>
                </a:lnTo>
                <a:lnTo>
                  <a:pt x="5272300" y="2042800"/>
                </a:lnTo>
                <a:lnTo>
                  <a:pt x="5254588" y="2017216"/>
                </a:lnTo>
                <a:lnTo>
                  <a:pt x="5242780" y="2013280"/>
                </a:lnTo>
                <a:lnTo>
                  <a:pt x="5215228" y="2017216"/>
                </a:lnTo>
                <a:lnTo>
                  <a:pt x="5197516" y="2036896"/>
                </a:lnTo>
                <a:lnTo>
                  <a:pt x="5197513" y="2036892"/>
                </a:lnTo>
                <a:lnTo>
                  <a:pt x="5181778" y="2044759"/>
                </a:lnTo>
                <a:lnTo>
                  <a:pt x="5168002" y="2052631"/>
                </a:lnTo>
                <a:lnTo>
                  <a:pt x="5156194" y="2058535"/>
                </a:lnTo>
                <a:lnTo>
                  <a:pt x="5136513" y="2062471"/>
                </a:lnTo>
                <a:lnTo>
                  <a:pt x="5124705" y="2058535"/>
                </a:lnTo>
                <a:lnTo>
                  <a:pt x="5110929" y="2058535"/>
                </a:lnTo>
                <a:lnTo>
                  <a:pt x="5087313" y="2052631"/>
                </a:lnTo>
                <a:lnTo>
                  <a:pt x="5065665" y="2062471"/>
                </a:lnTo>
                <a:lnTo>
                  <a:pt x="5057793" y="2086087"/>
                </a:lnTo>
                <a:lnTo>
                  <a:pt x="5056552" y="2086087"/>
                </a:lnTo>
                <a:lnTo>
                  <a:pt x="5061722" y="2099874"/>
                </a:lnTo>
                <a:lnTo>
                  <a:pt x="5053850" y="2123490"/>
                </a:lnTo>
                <a:lnTo>
                  <a:pt x="5026298" y="2133330"/>
                </a:lnTo>
                <a:lnTo>
                  <a:pt x="5012522" y="2137266"/>
                </a:lnTo>
                <a:lnTo>
                  <a:pt x="4992842" y="2153010"/>
                </a:lnTo>
                <a:lnTo>
                  <a:pt x="4992842" y="2160882"/>
                </a:lnTo>
                <a:lnTo>
                  <a:pt x="4977098" y="2174659"/>
                </a:lnTo>
                <a:lnTo>
                  <a:pt x="4977098" y="2202211"/>
                </a:lnTo>
                <a:lnTo>
                  <a:pt x="4981034" y="2231731"/>
                </a:lnTo>
                <a:lnTo>
                  <a:pt x="4965289" y="2247475"/>
                </a:lnTo>
                <a:lnTo>
                  <a:pt x="4963321" y="2267156"/>
                </a:lnTo>
                <a:lnTo>
                  <a:pt x="4943641" y="2275028"/>
                </a:lnTo>
                <a:lnTo>
                  <a:pt x="4931833" y="2284868"/>
                </a:lnTo>
                <a:lnTo>
                  <a:pt x="4920025" y="2288804"/>
                </a:lnTo>
                <a:lnTo>
                  <a:pt x="4916089" y="2300612"/>
                </a:lnTo>
                <a:lnTo>
                  <a:pt x="4902313" y="2312420"/>
                </a:lnTo>
                <a:lnTo>
                  <a:pt x="4882633" y="2308484"/>
                </a:lnTo>
                <a:lnTo>
                  <a:pt x="4866889" y="2304548"/>
                </a:lnTo>
                <a:lnTo>
                  <a:pt x="4841304" y="2312420"/>
                </a:lnTo>
                <a:lnTo>
                  <a:pt x="4825560" y="2326196"/>
                </a:lnTo>
                <a:lnTo>
                  <a:pt x="4809816" y="2324228"/>
                </a:lnTo>
                <a:lnTo>
                  <a:pt x="4805880" y="2320292"/>
                </a:lnTo>
                <a:lnTo>
                  <a:pt x="4796039" y="2312420"/>
                </a:lnTo>
                <a:lnTo>
                  <a:pt x="4784231" y="2288804"/>
                </a:lnTo>
                <a:lnTo>
                  <a:pt x="4772423" y="2284868"/>
                </a:lnTo>
                <a:lnTo>
                  <a:pt x="4764551" y="2290772"/>
                </a:lnTo>
                <a:lnTo>
                  <a:pt x="4768487" y="2271092"/>
                </a:lnTo>
                <a:lnTo>
                  <a:pt x="4776359" y="2259283"/>
                </a:lnTo>
                <a:lnTo>
                  <a:pt x="4768487" y="2271091"/>
                </a:lnTo>
                <a:lnTo>
                  <a:pt x="4764551" y="2290771"/>
                </a:lnTo>
                <a:lnTo>
                  <a:pt x="4752743" y="2298643"/>
                </a:lnTo>
                <a:lnTo>
                  <a:pt x="4738967" y="2294707"/>
                </a:lnTo>
                <a:lnTo>
                  <a:pt x="4723223" y="2294707"/>
                </a:lnTo>
                <a:lnTo>
                  <a:pt x="4727159" y="2278963"/>
                </a:lnTo>
                <a:lnTo>
                  <a:pt x="4727159" y="2249443"/>
                </a:lnTo>
                <a:lnTo>
                  <a:pt x="4723223" y="2241571"/>
                </a:lnTo>
                <a:lnTo>
                  <a:pt x="4715351" y="2241571"/>
                </a:lnTo>
                <a:lnTo>
                  <a:pt x="4715351" y="2212050"/>
                </a:lnTo>
                <a:lnTo>
                  <a:pt x="4723223" y="2204178"/>
                </a:lnTo>
                <a:lnTo>
                  <a:pt x="4723223" y="2188434"/>
                </a:lnTo>
                <a:lnTo>
                  <a:pt x="4731095" y="2180562"/>
                </a:lnTo>
                <a:lnTo>
                  <a:pt x="4735031" y="2154978"/>
                </a:lnTo>
                <a:lnTo>
                  <a:pt x="4731095" y="2135297"/>
                </a:lnTo>
                <a:lnTo>
                  <a:pt x="4727159" y="2121521"/>
                </a:lnTo>
                <a:lnTo>
                  <a:pt x="4731095" y="2113649"/>
                </a:lnTo>
                <a:lnTo>
                  <a:pt x="4746839" y="2117585"/>
                </a:lnTo>
                <a:lnTo>
                  <a:pt x="4772423" y="2113649"/>
                </a:lnTo>
                <a:lnTo>
                  <a:pt x="4784232" y="2109713"/>
                </a:lnTo>
                <a:lnTo>
                  <a:pt x="4796031" y="2123480"/>
                </a:lnTo>
                <a:lnTo>
                  <a:pt x="4784231" y="2107746"/>
                </a:lnTo>
                <a:lnTo>
                  <a:pt x="4772423" y="2111682"/>
                </a:lnTo>
                <a:lnTo>
                  <a:pt x="4744871" y="2115618"/>
                </a:lnTo>
                <a:lnTo>
                  <a:pt x="4731095" y="2111682"/>
                </a:lnTo>
                <a:lnTo>
                  <a:pt x="4731095" y="2095938"/>
                </a:lnTo>
                <a:lnTo>
                  <a:pt x="4715351" y="2072321"/>
                </a:lnTo>
                <a:lnTo>
                  <a:pt x="4723223" y="2058545"/>
                </a:lnTo>
                <a:lnTo>
                  <a:pt x="4742903" y="2050673"/>
                </a:lnTo>
                <a:lnTo>
                  <a:pt x="4744871" y="2038865"/>
                </a:lnTo>
                <a:lnTo>
                  <a:pt x="4760615" y="2038865"/>
                </a:lnTo>
                <a:lnTo>
                  <a:pt x="4764551" y="2046737"/>
                </a:lnTo>
                <a:lnTo>
                  <a:pt x="4801944" y="2046737"/>
                </a:lnTo>
                <a:lnTo>
                  <a:pt x="4809816" y="2042801"/>
                </a:lnTo>
                <a:lnTo>
                  <a:pt x="4825560" y="2042801"/>
                </a:lnTo>
                <a:lnTo>
                  <a:pt x="4851144" y="2050673"/>
                </a:lnTo>
                <a:lnTo>
                  <a:pt x="4870825" y="2046737"/>
                </a:lnTo>
                <a:lnTo>
                  <a:pt x="4902313" y="2054609"/>
                </a:lnTo>
                <a:lnTo>
                  <a:pt x="4931833" y="2054609"/>
                </a:lnTo>
                <a:lnTo>
                  <a:pt x="4932708" y="2055120"/>
                </a:lnTo>
                <a:lnTo>
                  <a:pt x="4943647" y="2036887"/>
                </a:lnTo>
                <a:lnTo>
                  <a:pt x="4947583" y="2013271"/>
                </a:lnTo>
                <a:lnTo>
                  <a:pt x="4947583" y="1995559"/>
                </a:lnTo>
                <a:lnTo>
                  <a:pt x="4959392" y="2003431"/>
                </a:lnTo>
                <a:lnTo>
                  <a:pt x="4955455" y="1991623"/>
                </a:lnTo>
                <a:lnTo>
                  <a:pt x="4947583" y="1987687"/>
                </a:lnTo>
                <a:lnTo>
                  <a:pt x="4943647" y="1971942"/>
                </a:lnTo>
                <a:lnTo>
                  <a:pt x="4939711" y="1954230"/>
                </a:lnTo>
                <a:lnTo>
                  <a:pt x="4947583" y="1948326"/>
                </a:lnTo>
                <a:lnTo>
                  <a:pt x="4943647" y="1940454"/>
                </a:lnTo>
                <a:lnTo>
                  <a:pt x="4916095" y="1920774"/>
                </a:lnTo>
                <a:lnTo>
                  <a:pt x="4923967" y="1908966"/>
                </a:lnTo>
                <a:lnTo>
                  <a:pt x="4910191" y="1895190"/>
                </a:lnTo>
                <a:lnTo>
                  <a:pt x="4902319" y="1895190"/>
                </a:lnTo>
                <a:lnTo>
                  <a:pt x="4894447" y="1887318"/>
                </a:lnTo>
                <a:lnTo>
                  <a:pt x="4882639" y="1887318"/>
                </a:lnTo>
                <a:lnTo>
                  <a:pt x="4862958" y="1879446"/>
                </a:lnTo>
                <a:lnTo>
                  <a:pt x="4853118" y="1871574"/>
                </a:lnTo>
                <a:lnTo>
                  <a:pt x="4853118" y="1863702"/>
                </a:lnTo>
                <a:lnTo>
                  <a:pt x="4845246" y="1855830"/>
                </a:lnTo>
                <a:lnTo>
                  <a:pt x="4853118" y="1845990"/>
                </a:lnTo>
                <a:lnTo>
                  <a:pt x="4866894" y="1847958"/>
                </a:lnTo>
                <a:lnTo>
                  <a:pt x="4878703" y="1838118"/>
                </a:lnTo>
                <a:lnTo>
                  <a:pt x="4890511" y="1838118"/>
                </a:lnTo>
                <a:lnTo>
                  <a:pt x="4910191" y="1847958"/>
                </a:lnTo>
                <a:lnTo>
                  <a:pt x="4916095" y="1845990"/>
                </a:lnTo>
                <a:lnTo>
                  <a:pt x="4927903" y="1847958"/>
                </a:lnTo>
                <a:lnTo>
                  <a:pt x="4939711" y="1838118"/>
                </a:lnTo>
                <a:lnTo>
                  <a:pt x="4931839" y="1826310"/>
                </a:lnTo>
                <a:lnTo>
                  <a:pt x="4920031" y="1806630"/>
                </a:lnTo>
                <a:lnTo>
                  <a:pt x="4920031" y="1798757"/>
                </a:lnTo>
                <a:lnTo>
                  <a:pt x="4939711" y="1798757"/>
                </a:lnTo>
                <a:lnTo>
                  <a:pt x="4951519" y="1810566"/>
                </a:lnTo>
                <a:lnTo>
                  <a:pt x="4973168" y="1810566"/>
                </a:lnTo>
                <a:lnTo>
                  <a:pt x="4973168" y="1802693"/>
                </a:lnTo>
                <a:lnTo>
                  <a:pt x="4988912" y="1794821"/>
                </a:lnTo>
                <a:lnTo>
                  <a:pt x="5012528" y="1777109"/>
                </a:lnTo>
                <a:lnTo>
                  <a:pt x="5022368" y="1743653"/>
                </a:lnTo>
                <a:lnTo>
                  <a:pt x="5045984" y="1737749"/>
                </a:lnTo>
                <a:lnTo>
                  <a:pt x="5045985" y="1737750"/>
                </a:lnTo>
                <a:lnTo>
                  <a:pt x="5055818" y="1727917"/>
                </a:lnTo>
                <a:lnTo>
                  <a:pt x="5061722" y="1723981"/>
                </a:lnTo>
                <a:lnTo>
                  <a:pt x="5075499" y="1727917"/>
                </a:lnTo>
                <a:lnTo>
                  <a:pt x="5091243" y="1723981"/>
                </a:lnTo>
                <a:lnTo>
                  <a:pt x="5101083" y="1716109"/>
                </a:lnTo>
                <a:lnTo>
                  <a:pt x="5108955" y="1722013"/>
                </a:lnTo>
                <a:lnTo>
                  <a:pt x="5124699" y="1722013"/>
                </a:lnTo>
                <a:lnTo>
                  <a:pt x="5128631" y="1739705"/>
                </a:lnTo>
                <a:lnTo>
                  <a:pt x="5124699" y="1720045"/>
                </a:lnTo>
                <a:lnTo>
                  <a:pt x="5108955" y="1720045"/>
                </a:lnTo>
                <a:lnTo>
                  <a:pt x="5101083" y="1716109"/>
                </a:lnTo>
                <a:lnTo>
                  <a:pt x="5091243" y="1723981"/>
                </a:lnTo>
                <a:lnTo>
                  <a:pt x="5075498" y="1727917"/>
                </a:lnTo>
                <a:lnTo>
                  <a:pt x="5061722" y="1723981"/>
                </a:lnTo>
                <a:lnTo>
                  <a:pt x="5071562" y="1720045"/>
                </a:lnTo>
                <a:lnTo>
                  <a:pt x="5079434" y="1720045"/>
                </a:lnTo>
                <a:lnTo>
                  <a:pt x="5087306" y="1712173"/>
                </a:lnTo>
                <a:lnTo>
                  <a:pt x="5083370" y="1708237"/>
                </a:lnTo>
                <a:lnTo>
                  <a:pt x="5087306" y="1696428"/>
                </a:lnTo>
                <a:lnTo>
                  <a:pt x="5099115" y="1682652"/>
                </a:lnTo>
                <a:lnTo>
                  <a:pt x="5105019" y="1655100"/>
                </a:lnTo>
                <a:lnTo>
                  <a:pt x="5116827" y="1655100"/>
                </a:lnTo>
                <a:lnTo>
                  <a:pt x="5124699" y="1659036"/>
                </a:lnTo>
                <a:lnTo>
                  <a:pt x="5116827" y="1666908"/>
                </a:lnTo>
                <a:lnTo>
                  <a:pt x="5120763" y="1678716"/>
                </a:lnTo>
                <a:lnTo>
                  <a:pt x="5132571" y="1666908"/>
                </a:lnTo>
                <a:lnTo>
                  <a:pt x="5136507" y="1659036"/>
                </a:lnTo>
                <a:lnTo>
                  <a:pt x="5124699" y="1647228"/>
                </a:lnTo>
                <a:lnTo>
                  <a:pt x="5124699" y="1641324"/>
                </a:lnTo>
                <a:lnTo>
                  <a:pt x="5140443" y="1629516"/>
                </a:lnTo>
                <a:lnTo>
                  <a:pt x="5169963" y="1629516"/>
                </a:lnTo>
                <a:lnTo>
                  <a:pt x="5173462" y="1636514"/>
                </a:lnTo>
                <a:lnTo>
                  <a:pt x="5173900" y="1635421"/>
                </a:lnTo>
                <a:lnTo>
                  <a:pt x="5169964" y="1629516"/>
                </a:lnTo>
                <a:lnTo>
                  <a:pt x="5175868" y="1613772"/>
                </a:lnTo>
                <a:lnTo>
                  <a:pt x="5191612" y="1613772"/>
                </a:lnTo>
                <a:lnTo>
                  <a:pt x="5203420" y="1617708"/>
                </a:lnTo>
                <a:lnTo>
                  <a:pt x="5211292" y="1613772"/>
                </a:lnTo>
                <a:lnTo>
                  <a:pt x="5223100" y="1605900"/>
                </a:lnTo>
                <a:lnTo>
                  <a:pt x="5223100" y="1586220"/>
                </a:lnTo>
                <a:lnTo>
                  <a:pt x="5215228" y="1564572"/>
                </a:lnTo>
                <a:lnTo>
                  <a:pt x="5227036" y="1560636"/>
                </a:lnTo>
                <a:lnTo>
                  <a:pt x="5215227" y="1564572"/>
                </a:lnTo>
                <a:lnTo>
                  <a:pt x="5215227" y="1542924"/>
                </a:lnTo>
                <a:lnTo>
                  <a:pt x="5199483" y="1527180"/>
                </a:lnTo>
                <a:lnTo>
                  <a:pt x="5197515" y="1503563"/>
                </a:lnTo>
                <a:lnTo>
                  <a:pt x="5199483" y="1481915"/>
                </a:lnTo>
                <a:lnTo>
                  <a:pt x="5219163" y="1470107"/>
                </a:lnTo>
                <a:lnTo>
                  <a:pt x="5230972" y="1470107"/>
                </a:lnTo>
                <a:lnTo>
                  <a:pt x="5242780" y="1454363"/>
                </a:lnTo>
                <a:lnTo>
                  <a:pt x="5258524" y="1454363"/>
                </a:lnTo>
                <a:lnTo>
                  <a:pt x="5266396" y="1474043"/>
                </a:lnTo>
                <a:lnTo>
                  <a:pt x="5282140" y="1477979"/>
                </a:lnTo>
                <a:lnTo>
                  <a:pt x="5290012" y="1481915"/>
                </a:lnTo>
                <a:lnTo>
                  <a:pt x="5282140" y="1493723"/>
                </a:lnTo>
                <a:lnTo>
                  <a:pt x="5262460" y="1497659"/>
                </a:lnTo>
                <a:lnTo>
                  <a:pt x="5262460" y="1507499"/>
                </a:lnTo>
                <a:lnTo>
                  <a:pt x="5242780" y="1523243"/>
                </a:lnTo>
                <a:lnTo>
                  <a:pt x="5238844" y="1542924"/>
                </a:lnTo>
                <a:lnTo>
                  <a:pt x="5248684" y="1560636"/>
                </a:lnTo>
                <a:lnTo>
                  <a:pt x="5248684" y="1560636"/>
                </a:lnTo>
                <a:lnTo>
                  <a:pt x="5248684" y="1564572"/>
                </a:lnTo>
                <a:lnTo>
                  <a:pt x="5260492" y="1580316"/>
                </a:lnTo>
                <a:lnTo>
                  <a:pt x="5278204" y="1582284"/>
                </a:lnTo>
                <a:lnTo>
                  <a:pt x="5284108" y="1586220"/>
                </a:lnTo>
                <a:lnTo>
                  <a:pt x="5305757" y="1590156"/>
                </a:lnTo>
                <a:lnTo>
                  <a:pt x="5319533" y="1574412"/>
                </a:lnTo>
                <a:lnTo>
                  <a:pt x="5352989" y="1568508"/>
                </a:lnTo>
                <a:lnTo>
                  <a:pt x="5352989" y="1586220"/>
                </a:lnTo>
                <a:lnTo>
                  <a:pt x="5360861" y="1586220"/>
                </a:lnTo>
                <a:lnTo>
                  <a:pt x="5372669" y="1601964"/>
                </a:lnTo>
                <a:lnTo>
                  <a:pt x="5376474" y="1624793"/>
                </a:lnTo>
                <a:lnTo>
                  <a:pt x="5376605" y="1623612"/>
                </a:lnTo>
                <a:lnTo>
                  <a:pt x="5372669" y="1601964"/>
                </a:lnTo>
                <a:lnTo>
                  <a:pt x="5394317" y="1590156"/>
                </a:lnTo>
                <a:lnTo>
                  <a:pt x="5412030" y="1590156"/>
                </a:lnTo>
                <a:lnTo>
                  <a:pt x="5435646" y="1572444"/>
                </a:lnTo>
                <a:lnTo>
                  <a:pt x="5457294" y="1564572"/>
                </a:lnTo>
                <a:lnTo>
                  <a:pt x="5465166" y="1556700"/>
                </a:lnTo>
                <a:lnTo>
                  <a:pt x="5496655" y="1560636"/>
                </a:lnTo>
                <a:lnTo>
                  <a:pt x="5498623" y="1578348"/>
                </a:lnTo>
                <a:lnTo>
                  <a:pt x="5518303" y="1582284"/>
                </a:lnTo>
                <a:lnTo>
                  <a:pt x="5534047" y="1572444"/>
                </a:lnTo>
                <a:lnTo>
                  <a:pt x="5541918" y="1574412"/>
                </a:lnTo>
                <a:lnTo>
                  <a:pt x="5536014" y="1572444"/>
                </a:lnTo>
                <a:lnTo>
                  <a:pt x="5539950" y="1562604"/>
                </a:lnTo>
                <a:lnTo>
                  <a:pt x="5536014" y="1556700"/>
                </a:lnTo>
                <a:lnTo>
                  <a:pt x="5537982" y="1546860"/>
                </a:lnTo>
                <a:lnTo>
                  <a:pt x="5569471" y="1544892"/>
                </a:lnTo>
                <a:lnTo>
                  <a:pt x="5573135" y="1541228"/>
                </a:lnTo>
                <a:lnTo>
                  <a:pt x="5565534" y="1493724"/>
                </a:lnTo>
                <a:lnTo>
                  <a:pt x="5566847" y="1492412"/>
                </a:lnTo>
                <a:lnTo>
                  <a:pt x="5559630" y="1477979"/>
                </a:lnTo>
                <a:lnTo>
                  <a:pt x="5563566" y="1462234"/>
                </a:lnTo>
                <a:lnTo>
                  <a:pt x="5575374" y="1450426"/>
                </a:lnTo>
                <a:lnTo>
                  <a:pt x="5575374" y="1420906"/>
                </a:lnTo>
                <a:lnTo>
                  <a:pt x="5595055" y="1416970"/>
                </a:lnTo>
                <a:lnTo>
                  <a:pt x="5612767" y="1409098"/>
                </a:lnTo>
                <a:lnTo>
                  <a:pt x="5620639" y="1424842"/>
                </a:lnTo>
                <a:lnTo>
                  <a:pt x="5640319" y="1446490"/>
                </a:lnTo>
                <a:lnTo>
                  <a:pt x="5658031" y="1442554"/>
                </a:lnTo>
                <a:lnTo>
                  <a:pt x="5665903" y="1409098"/>
                </a:lnTo>
                <a:lnTo>
                  <a:pt x="5661967" y="1397290"/>
                </a:lnTo>
                <a:lnTo>
                  <a:pt x="5661967" y="1393354"/>
                </a:lnTo>
                <a:lnTo>
                  <a:pt x="5654095" y="1381547"/>
                </a:lnTo>
                <a:lnTo>
                  <a:pt x="5642287" y="1375643"/>
                </a:lnTo>
                <a:lnTo>
                  <a:pt x="5642287" y="1352026"/>
                </a:lnTo>
                <a:lnTo>
                  <a:pt x="5630479" y="1346122"/>
                </a:lnTo>
                <a:lnTo>
                  <a:pt x="5630479" y="1336282"/>
                </a:lnTo>
                <a:lnTo>
                  <a:pt x="5661968" y="1316602"/>
                </a:lnTo>
                <a:lnTo>
                  <a:pt x="5683616" y="1316602"/>
                </a:lnTo>
                <a:lnTo>
                  <a:pt x="5703296" y="1306762"/>
                </a:lnTo>
                <a:lnTo>
                  <a:pt x="5715104" y="1312666"/>
                </a:lnTo>
                <a:lnTo>
                  <a:pt x="5746592" y="1318570"/>
                </a:lnTo>
                <a:lnTo>
                  <a:pt x="5736752" y="1361866"/>
                </a:lnTo>
                <a:lnTo>
                  <a:pt x="5748560" y="1385483"/>
                </a:lnTo>
                <a:lnTo>
                  <a:pt x="5748560" y="1407131"/>
                </a:lnTo>
                <a:lnTo>
                  <a:pt x="5719239" y="1409086"/>
                </a:lnTo>
                <a:lnTo>
                  <a:pt x="5750528" y="1407130"/>
                </a:lnTo>
                <a:lnTo>
                  <a:pt x="5748560" y="1436650"/>
                </a:lnTo>
                <a:lnTo>
                  <a:pt x="5748687" y="1436841"/>
                </a:lnTo>
                <a:lnTo>
                  <a:pt x="5750528" y="1411068"/>
                </a:lnTo>
                <a:lnTo>
                  <a:pt x="5750528" y="1407130"/>
                </a:lnTo>
                <a:lnTo>
                  <a:pt x="5750528" y="1389419"/>
                </a:lnTo>
                <a:lnTo>
                  <a:pt x="5738720" y="1363835"/>
                </a:lnTo>
                <a:lnTo>
                  <a:pt x="5748560" y="1318571"/>
                </a:lnTo>
                <a:lnTo>
                  <a:pt x="5764304" y="1304795"/>
                </a:lnTo>
                <a:lnTo>
                  <a:pt x="5760368" y="1296923"/>
                </a:lnTo>
                <a:lnTo>
                  <a:pt x="5780049" y="1296923"/>
                </a:lnTo>
                <a:lnTo>
                  <a:pt x="5783985" y="1289051"/>
                </a:lnTo>
                <a:lnTo>
                  <a:pt x="5813505" y="1292987"/>
                </a:lnTo>
                <a:lnTo>
                  <a:pt x="5817441" y="1273306"/>
                </a:lnTo>
                <a:lnTo>
                  <a:pt x="5803665" y="1271338"/>
                </a:lnTo>
                <a:lnTo>
                  <a:pt x="5783985" y="1271338"/>
                </a:lnTo>
                <a:lnTo>
                  <a:pt x="5770209" y="1265434"/>
                </a:lnTo>
                <a:lnTo>
                  <a:pt x="5772177" y="1245754"/>
                </a:lnTo>
                <a:lnTo>
                  <a:pt x="5772262" y="1245435"/>
                </a:lnTo>
                <a:lnTo>
                  <a:pt x="5748560" y="1255593"/>
                </a:lnTo>
                <a:lnTo>
                  <a:pt x="5738720" y="1251657"/>
                </a:lnTo>
                <a:lnTo>
                  <a:pt x="5730848" y="1255593"/>
                </a:lnTo>
                <a:lnTo>
                  <a:pt x="5703296" y="1263465"/>
                </a:lnTo>
                <a:lnTo>
                  <a:pt x="5699360" y="1271337"/>
                </a:lnTo>
                <a:lnTo>
                  <a:pt x="5681647" y="1271337"/>
                </a:lnTo>
                <a:lnTo>
                  <a:pt x="5665903" y="1281177"/>
                </a:lnTo>
                <a:lnTo>
                  <a:pt x="5654095" y="1277241"/>
                </a:lnTo>
                <a:lnTo>
                  <a:pt x="5648191" y="1285113"/>
                </a:lnTo>
                <a:lnTo>
                  <a:pt x="5632447" y="1289049"/>
                </a:lnTo>
                <a:lnTo>
                  <a:pt x="5620639" y="1285113"/>
                </a:lnTo>
                <a:lnTo>
                  <a:pt x="5620639" y="1271337"/>
                </a:lnTo>
                <a:lnTo>
                  <a:pt x="5602927" y="1271337"/>
                </a:lnTo>
                <a:lnTo>
                  <a:pt x="5598991" y="1259529"/>
                </a:lnTo>
                <a:lnTo>
                  <a:pt x="5583247" y="1259529"/>
                </a:lnTo>
                <a:lnTo>
                  <a:pt x="5579310" y="1214264"/>
                </a:lnTo>
                <a:lnTo>
                  <a:pt x="5587183" y="1206392"/>
                </a:lnTo>
                <a:lnTo>
                  <a:pt x="5579310" y="1184744"/>
                </a:lnTo>
                <a:lnTo>
                  <a:pt x="5571438" y="1149320"/>
                </a:lnTo>
                <a:lnTo>
                  <a:pt x="5571438" y="1123735"/>
                </a:lnTo>
                <a:lnTo>
                  <a:pt x="5587183" y="1107991"/>
                </a:lnTo>
                <a:lnTo>
                  <a:pt x="5587183" y="1096183"/>
                </a:lnTo>
                <a:lnTo>
                  <a:pt x="5602927" y="1092247"/>
                </a:lnTo>
                <a:lnTo>
                  <a:pt x="5606863" y="1078471"/>
                </a:lnTo>
                <a:lnTo>
                  <a:pt x="5616703" y="1066663"/>
                </a:lnTo>
                <a:lnTo>
                  <a:pt x="5628511" y="1062727"/>
                </a:lnTo>
                <a:lnTo>
                  <a:pt x="5632447" y="1043047"/>
                </a:lnTo>
                <a:lnTo>
                  <a:pt x="5648191" y="1039111"/>
                </a:lnTo>
                <a:lnTo>
                  <a:pt x="5661967" y="1021399"/>
                </a:lnTo>
                <a:lnTo>
                  <a:pt x="5673775" y="984006"/>
                </a:lnTo>
                <a:lnTo>
                  <a:pt x="5685584" y="984006"/>
                </a:lnTo>
                <a:lnTo>
                  <a:pt x="5693456" y="972198"/>
                </a:lnTo>
                <a:lnTo>
                  <a:pt x="5693456" y="960390"/>
                </a:lnTo>
                <a:lnTo>
                  <a:pt x="5693456" y="948582"/>
                </a:lnTo>
                <a:lnTo>
                  <a:pt x="5669839" y="926934"/>
                </a:lnTo>
                <a:lnTo>
                  <a:pt x="5652127" y="919062"/>
                </a:lnTo>
                <a:lnTo>
                  <a:pt x="5648191" y="897413"/>
                </a:lnTo>
                <a:lnTo>
                  <a:pt x="5648191" y="848213"/>
                </a:lnTo>
                <a:lnTo>
                  <a:pt x="5646223" y="847032"/>
                </a:lnTo>
                <a:lnTo>
                  <a:pt x="5646223" y="865926"/>
                </a:lnTo>
                <a:lnTo>
                  <a:pt x="5646223" y="895446"/>
                </a:lnTo>
                <a:lnTo>
                  <a:pt x="5650159" y="919062"/>
                </a:lnTo>
                <a:lnTo>
                  <a:pt x="5624575" y="930870"/>
                </a:lnTo>
                <a:lnTo>
                  <a:pt x="5604895" y="926934"/>
                </a:lnTo>
                <a:lnTo>
                  <a:pt x="5600959" y="938743"/>
                </a:lnTo>
                <a:lnTo>
                  <a:pt x="5585215" y="952519"/>
                </a:lnTo>
                <a:lnTo>
                  <a:pt x="5585215" y="964327"/>
                </a:lnTo>
                <a:lnTo>
                  <a:pt x="5571439" y="989911"/>
                </a:lnTo>
                <a:lnTo>
                  <a:pt x="5575375" y="997783"/>
                </a:lnTo>
                <a:lnTo>
                  <a:pt x="5577343" y="1013527"/>
                </a:lnTo>
                <a:lnTo>
                  <a:pt x="5559630" y="1039111"/>
                </a:lnTo>
                <a:lnTo>
                  <a:pt x="5536014" y="1062728"/>
                </a:lnTo>
                <a:lnTo>
                  <a:pt x="5518302" y="1078472"/>
                </a:lnTo>
                <a:lnTo>
                  <a:pt x="5502558" y="1096184"/>
                </a:lnTo>
                <a:lnTo>
                  <a:pt x="5482878" y="1107992"/>
                </a:lnTo>
                <a:lnTo>
                  <a:pt x="5478942" y="1141448"/>
                </a:lnTo>
                <a:lnTo>
                  <a:pt x="5463198" y="1153256"/>
                </a:lnTo>
                <a:lnTo>
                  <a:pt x="5463198" y="1176873"/>
                </a:lnTo>
                <a:lnTo>
                  <a:pt x="5467134" y="1184745"/>
                </a:lnTo>
                <a:lnTo>
                  <a:pt x="5461230" y="1194585"/>
                </a:lnTo>
                <a:lnTo>
                  <a:pt x="5461230" y="1237881"/>
                </a:lnTo>
                <a:lnTo>
                  <a:pt x="5482878" y="1251657"/>
                </a:lnTo>
                <a:lnTo>
                  <a:pt x="5502558" y="1275274"/>
                </a:lnTo>
                <a:lnTo>
                  <a:pt x="5502558" y="1316602"/>
                </a:lnTo>
                <a:lnTo>
                  <a:pt x="5482878" y="1340218"/>
                </a:lnTo>
                <a:lnTo>
                  <a:pt x="5475006" y="1340218"/>
                </a:lnTo>
                <a:lnTo>
                  <a:pt x="5463198" y="1348090"/>
                </a:lnTo>
                <a:lnTo>
                  <a:pt x="5463198" y="1359898"/>
                </a:lnTo>
                <a:lnTo>
                  <a:pt x="5453358" y="1355962"/>
                </a:lnTo>
                <a:lnTo>
                  <a:pt x="5441549" y="1371706"/>
                </a:lnTo>
                <a:lnTo>
                  <a:pt x="5445486" y="1416971"/>
                </a:lnTo>
                <a:lnTo>
                  <a:pt x="5437613" y="1446491"/>
                </a:lnTo>
                <a:lnTo>
                  <a:pt x="5421869" y="1481915"/>
                </a:lnTo>
                <a:lnTo>
                  <a:pt x="5412029" y="1491756"/>
                </a:lnTo>
                <a:lnTo>
                  <a:pt x="5392349" y="1491756"/>
                </a:lnTo>
                <a:lnTo>
                  <a:pt x="5372669" y="1519308"/>
                </a:lnTo>
                <a:lnTo>
                  <a:pt x="5364797" y="1523244"/>
                </a:lnTo>
                <a:lnTo>
                  <a:pt x="5352989" y="1523244"/>
                </a:lnTo>
                <a:lnTo>
                  <a:pt x="5343149" y="1515372"/>
                </a:lnTo>
                <a:lnTo>
                  <a:pt x="5335277" y="1495692"/>
                </a:lnTo>
                <a:lnTo>
                  <a:pt x="5335277" y="1470107"/>
                </a:lnTo>
                <a:lnTo>
                  <a:pt x="5319532" y="1458299"/>
                </a:lnTo>
                <a:lnTo>
                  <a:pt x="5317564" y="1438619"/>
                </a:lnTo>
                <a:lnTo>
                  <a:pt x="5307724" y="1428779"/>
                </a:lnTo>
                <a:lnTo>
                  <a:pt x="5313628" y="1389419"/>
                </a:lnTo>
                <a:lnTo>
                  <a:pt x="5295916" y="1375642"/>
                </a:lnTo>
                <a:lnTo>
                  <a:pt x="5297491" y="1371865"/>
                </a:lnTo>
                <a:lnTo>
                  <a:pt x="5290012" y="1359898"/>
                </a:lnTo>
                <a:lnTo>
                  <a:pt x="5290012" y="1340218"/>
                </a:lnTo>
                <a:lnTo>
                  <a:pt x="5276236" y="1330378"/>
                </a:lnTo>
                <a:lnTo>
                  <a:pt x="5278204" y="1312666"/>
                </a:lnTo>
                <a:lnTo>
                  <a:pt x="5276236" y="1306762"/>
                </a:lnTo>
                <a:lnTo>
                  <a:pt x="5266395" y="1316602"/>
                </a:lnTo>
                <a:lnTo>
                  <a:pt x="5266395" y="1330378"/>
                </a:lnTo>
                <a:lnTo>
                  <a:pt x="5254587" y="1340218"/>
                </a:lnTo>
                <a:lnTo>
                  <a:pt x="5242779" y="1346122"/>
                </a:lnTo>
                <a:lnTo>
                  <a:pt x="5242779" y="1336282"/>
                </a:lnTo>
                <a:lnTo>
                  <a:pt x="5230971" y="1346122"/>
                </a:lnTo>
                <a:lnTo>
                  <a:pt x="5230971" y="1352026"/>
                </a:lnTo>
                <a:lnTo>
                  <a:pt x="5213259" y="1379579"/>
                </a:lnTo>
                <a:lnTo>
                  <a:pt x="5201451" y="1385483"/>
                </a:lnTo>
                <a:lnTo>
                  <a:pt x="5185707" y="1397291"/>
                </a:lnTo>
                <a:lnTo>
                  <a:pt x="5167995" y="1405163"/>
                </a:lnTo>
                <a:lnTo>
                  <a:pt x="5156187" y="1389419"/>
                </a:lnTo>
                <a:lnTo>
                  <a:pt x="5167995" y="1375643"/>
                </a:lnTo>
                <a:lnTo>
                  <a:pt x="5160123" y="1375643"/>
                </a:lnTo>
                <a:lnTo>
                  <a:pt x="5152251" y="1379579"/>
                </a:lnTo>
                <a:lnTo>
                  <a:pt x="5140442" y="1379579"/>
                </a:lnTo>
                <a:lnTo>
                  <a:pt x="5140442" y="1367770"/>
                </a:lnTo>
                <a:lnTo>
                  <a:pt x="5132570" y="1363834"/>
                </a:lnTo>
                <a:lnTo>
                  <a:pt x="5124698" y="1352026"/>
                </a:lnTo>
                <a:lnTo>
                  <a:pt x="5124698" y="1346122"/>
                </a:lnTo>
                <a:lnTo>
                  <a:pt x="5140442" y="1340218"/>
                </a:lnTo>
                <a:lnTo>
                  <a:pt x="5140442" y="1330378"/>
                </a:lnTo>
                <a:lnTo>
                  <a:pt x="5148315" y="1318570"/>
                </a:lnTo>
                <a:lnTo>
                  <a:pt x="5136506" y="1316602"/>
                </a:lnTo>
                <a:lnTo>
                  <a:pt x="5132570" y="1324474"/>
                </a:lnTo>
                <a:lnTo>
                  <a:pt x="5122730" y="1328410"/>
                </a:lnTo>
                <a:lnTo>
                  <a:pt x="5122730" y="1316602"/>
                </a:lnTo>
                <a:lnTo>
                  <a:pt x="5124698" y="1304794"/>
                </a:lnTo>
                <a:lnTo>
                  <a:pt x="5136506" y="1300858"/>
                </a:lnTo>
                <a:lnTo>
                  <a:pt x="5140442" y="1289050"/>
                </a:lnTo>
                <a:lnTo>
                  <a:pt x="5156187" y="1271338"/>
                </a:lnTo>
                <a:lnTo>
                  <a:pt x="5156187" y="1259529"/>
                </a:lnTo>
                <a:lnTo>
                  <a:pt x="5152251" y="1263466"/>
                </a:lnTo>
                <a:lnTo>
                  <a:pt x="5140442" y="1275274"/>
                </a:lnTo>
                <a:lnTo>
                  <a:pt x="5128634" y="1275274"/>
                </a:lnTo>
                <a:lnTo>
                  <a:pt x="5122730" y="1271338"/>
                </a:lnTo>
                <a:lnTo>
                  <a:pt x="5128634" y="1263466"/>
                </a:lnTo>
                <a:lnTo>
                  <a:pt x="5128634" y="1251657"/>
                </a:lnTo>
                <a:lnTo>
                  <a:pt x="5118794" y="1247721"/>
                </a:lnTo>
                <a:lnTo>
                  <a:pt x="5118794" y="1239849"/>
                </a:lnTo>
                <a:lnTo>
                  <a:pt x="5136506" y="1233945"/>
                </a:lnTo>
                <a:lnTo>
                  <a:pt x="5144378" y="1237881"/>
                </a:lnTo>
                <a:lnTo>
                  <a:pt x="5156187" y="1233945"/>
                </a:lnTo>
                <a:lnTo>
                  <a:pt x="5167995" y="1230009"/>
                </a:lnTo>
                <a:lnTo>
                  <a:pt x="5177835" y="1226073"/>
                </a:lnTo>
                <a:lnTo>
                  <a:pt x="5177835" y="1218201"/>
                </a:lnTo>
                <a:lnTo>
                  <a:pt x="5167995" y="1222137"/>
                </a:lnTo>
                <a:lnTo>
                  <a:pt x="5160123" y="1226073"/>
                </a:lnTo>
                <a:lnTo>
                  <a:pt x="5132570" y="1226073"/>
                </a:lnTo>
                <a:lnTo>
                  <a:pt x="5124698" y="1230009"/>
                </a:lnTo>
                <a:lnTo>
                  <a:pt x="5114858" y="1226073"/>
                </a:lnTo>
                <a:lnTo>
                  <a:pt x="5114858" y="1206393"/>
                </a:lnTo>
                <a:lnTo>
                  <a:pt x="5114858" y="1188681"/>
                </a:lnTo>
                <a:lnTo>
                  <a:pt x="5118794" y="1184745"/>
                </a:lnTo>
                <a:lnTo>
                  <a:pt x="5118794" y="1176873"/>
                </a:lnTo>
                <a:lnTo>
                  <a:pt x="5124698" y="1169001"/>
                </a:lnTo>
                <a:lnTo>
                  <a:pt x="5132570" y="1165065"/>
                </a:lnTo>
                <a:lnTo>
                  <a:pt x="5144378" y="1149320"/>
                </a:lnTo>
                <a:lnTo>
                  <a:pt x="5167995" y="1147352"/>
                </a:lnTo>
                <a:lnTo>
                  <a:pt x="5167995" y="1141448"/>
                </a:lnTo>
                <a:lnTo>
                  <a:pt x="5160123" y="1139480"/>
                </a:lnTo>
                <a:lnTo>
                  <a:pt x="5160123" y="1131608"/>
                </a:lnTo>
                <a:lnTo>
                  <a:pt x="5171931" y="1127672"/>
                </a:lnTo>
                <a:lnTo>
                  <a:pt x="5171931" y="1119800"/>
                </a:lnTo>
                <a:lnTo>
                  <a:pt x="5185707" y="1107992"/>
                </a:lnTo>
                <a:lnTo>
                  <a:pt x="5197515" y="1107992"/>
                </a:lnTo>
                <a:lnTo>
                  <a:pt x="5201451" y="1100120"/>
                </a:lnTo>
                <a:lnTo>
                  <a:pt x="5217195" y="1090280"/>
                </a:lnTo>
                <a:lnTo>
                  <a:pt x="5227035" y="1090280"/>
                </a:lnTo>
                <a:lnTo>
                  <a:pt x="5230971" y="1082408"/>
                </a:lnTo>
                <a:lnTo>
                  <a:pt x="5238843" y="1078472"/>
                </a:lnTo>
                <a:lnTo>
                  <a:pt x="5242779" y="1054856"/>
                </a:lnTo>
                <a:lnTo>
                  <a:pt x="5284108" y="1017463"/>
                </a:lnTo>
                <a:lnTo>
                  <a:pt x="5284108" y="1005655"/>
                </a:lnTo>
                <a:lnTo>
                  <a:pt x="5307724" y="976135"/>
                </a:lnTo>
                <a:lnTo>
                  <a:pt x="5319532" y="976135"/>
                </a:lnTo>
                <a:lnTo>
                  <a:pt x="5329372" y="960391"/>
                </a:lnTo>
                <a:lnTo>
                  <a:pt x="5319532" y="964327"/>
                </a:lnTo>
                <a:lnTo>
                  <a:pt x="5319532" y="956455"/>
                </a:lnTo>
                <a:lnTo>
                  <a:pt x="5325436" y="948583"/>
                </a:lnTo>
                <a:lnTo>
                  <a:pt x="5331340" y="926934"/>
                </a:lnTo>
                <a:lnTo>
                  <a:pt x="5331340" y="907254"/>
                </a:lnTo>
                <a:lnTo>
                  <a:pt x="5352988" y="903318"/>
                </a:lnTo>
                <a:lnTo>
                  <a:pt x="5364796" y="895446"/>
                </a:lnTo>
                <a:lnTo>
                  <a:pt x="5354956" y="889542"/>
                </a:lnTo>
                <a:lnTo>
                  <a:pt x="5341180" y="893478"/>
                </a:lnTo>
                <a:lnTo>
                  <a:pt x="5341180" y="877734"/>
                </a:lnTo>
                <a:lnTo>
                  <a:pt x="5347084" y="873798"/>
                </a:lnTo>
                <a:lnTo>
                  <a:pt x="5364796" y="858054"/>
                </a:lnTo>
                <a:lnTo>
                  <a:pt x="5376604" y="850182"/>
                </a:lnTo>
                <a:lnTo>
                  <a:pt x="5388413" y="850182"/>
                </a:lnTo>
                <a:lnTo>
                  <a:pt x="5400221" y="844278"/>
                </a:lnTo>
                <a:lnTo>
                  <a:pt x="5384476" y="840342"/>
                </a:lnTo>
                <a:lnTo>
                  <a:pt x="5400221" y="836406"/>
                </a:lnTo>
                <a:lnTo>
                  <a:pt x="5412029" y="836406"/>
                </a:lnTo>
                <a:lnTo>
                  <a:pt x="5415965" y="828533"/>
                </a:lnTo>
                <a:lnTo>
                  <a:pt x="5392349" y="828533"/>
                </a:lnTo>
                <a:lnTo>
                  <a:pt x="5417933" y="804917"/>
                </a:lnTo>
                <a:lnTo>
                  <a:pt x="5425805" y="812789"/>
                </a:lnTo>
                <a:lnTo>
                  <a:pt x="5433677" y="812789"/>
                </a:lnTo>
                <a:lnTo>
                  <a:pt x="5433677" y="799013"/>
                </a:lnTo>
                <a:lnTo>
                  <a:pt x="5457293" y="799013"/>
                </a:lnTo>
                <a:lnTo>
                  <a:pt x="5457293" y="791141"/>
                </a:lnTo>
                <a:lnTo>
                  <a:pt x="5445485" y="791141"/>
                </a:lnTo>
                <a:lnTo>
                  <a:pt x="5429741" y="791141"/>
                </a:lnTo>
                <a:lnTo>
                  <a:pt x="5441549" y="779333"/>
                </a:lnTo>
                <a:lnTo>
                  <a:pt x="5457293" y="783269"/>
                </a:lnTo>
                <a:lnTo>
                  <a:pt x="5469101" y="775397"/>
                </a:lnTo>
                <a:lnTo>
                  <a:pt x="5463197" y="767525"/>
                </a:lnTo>
                <a:lnTo>
                  <a:pt x="5475005" y="755717"/>
                </a:lnTo>
                <a:lnTo>
                  <a:pt x="5486813" y="753749"/>
                </a:lnTo>
                <a:lnTo>
                  <a:pt x="5490749" y="759653"/>
                </a:lnTo>
                <a:lnTo>
                  <a:pt x="5498621" y="753749"/>
                </a:lnTo>
                <a:lnTo>
                  <a:pt x="5502557" y="745877"/>
                </a:lnTo>
                <a:lnTo>
                  <a:pt x="5510430" y="749813"/>
                </a:lnTo>
                <a:lnTo>
                  <a:pt x="5516334" y="749813"/>
                </a:lnTo>
                <a:lnTo>
                  <a:pt x="5514366" y="741941"/>
                </a:lnTo>
                <a:lnTo>
                  <a:pt x="5506493" y="738005"/>
                </a:lnTo>
                <a:lnTo>
                  <a:pt x="5510430" y="730133"/>
                </a:lnTo>
                <a:lnTo>
                  <a:pt x="5520270" y="730133"/>
                </a:lnTo>
                <a:lnTo>
                  <a:pt x="5524206" y="738005"/>
                </a:lnTo>
                <a:lnTo>
                  <a:pt x="5532078" y="726196"/>
                </a:lnTo>
                <a:lnTo>
                  <a:pt x="5539950" y="722260"/>
                </a:lnTo>
                <a:lnTo>
                  <a:pt x="5547822" y="722260"/>
                </a:lnTo>
                <a:lnTo>
                  <a:pt x="5539950" y="730133"/>
                </a:lnTo>
                <a:lnTo>
                  <a:pt x="5539950" y="741941"/>
                </a:lnTo>
                <a:lnTo>
                  <a:pt x="5539950" y="749813"/>
                </a:lnTo>
                <a:lnTo>
                  <a:pt x="5547822" y="749813"/>
                </a:lnTo>
                <a:lnTo>
                  <a:pt x="5555694" y="741941"/>
                </a:lnTo>
                <a:lnTo>
                  <a:pt x="5555694" y="730133"/>
                </a:lnTo>
                <a:lnTo>
                  <a:pt x="5563566" y="722260"/>
                </a:lnTo>
                <a:lnTo>
                  <a:pt x="5581278" y="722260"/>
                </a:lnTo>
                <a:lnTo>
                  <a:pt x="5585214" y="726196"/>
                </a:lnTo>
                <a:lnTo>
                  <a:pt x="5593086" y="726196"/>
                </a:lnTo>
                <a:lnTo>
                  <a:pt x="5597022" y="718324"/>
                </a:lnTo>
                <a:lnTo>
                  <a:pt x="5569470" y="710452"/>
                </a:lnTo>
                <a:lnTo>
                  <a:pt x="5573406" y="704548"/>
                </a:lnTo>
                <a:lnTo>
                  <a:pt x="5585214" y="700614"/>
                </a:lnTo>
                <a:lnTo>
                  <a:pt x="5600958" y="704548"/>
                </a:lnTo>
                <a:lnTo>
                  <a:pt x="5616702" y="716356"/>
                </a:lnTo>
                <a:lnTo>
                  <a:pt x="5618670" y="718324"/>
                </a:lnTo>
                <a:lnTo>
                  <a:pt x="5638351" y="718324"/>
                </a:lnTo>
                <a:lnTo>
                  <a:pt x="5634415" y="706516"/>
                </a:lnTo>
                <a:lnTo>
                  <a:pt x="5646223" y="700614"/>
                </a:lnTo>
                <a:lnTo>
                  <a:pt x="5658031" y="698647"/>
                </a:lnTo>
                <a:lnTo>
                  <a:pt x="5665903" y="688806"/>
                </a:lnTo>
                <a:lnTo>
                  <a:pt x="5671807" y="686838"/>
                </a:lnTo>
                <a:lnTo>
                  <a:pt x="5665903" y="676998"/>
                </a:lnTo>
                <a:lnTo>
                  <a:pt x="5667871" y="671093"/>
                </a:lnTo>
                <a:lnTo>
                  <a:pt x="5675743" y="671093"/>
                </a:lnTo>
                <a:lnTo>
                  <a:pt x="5691488" y="671093"/>
                </a:lnTo>
                <a:lnTo>
                  <a:pt x="5699359" y="671093"/>
                </a:lnTo>
                <a:lnTo>
                  <a:pt x="5703295" y="676998"/>
                </a:lnTo>
                <a:lnTo>
                  <a:pt x="5687551" y="686838"/>
                </a:lnTo>
                <a:lnTo>
                  <a:pt x="5679679" y="698647"/>
                </a:lnTo>
                <a:lnTo>
                  <a:pt x="5675743" y="710452"/>
                </a:lnTo>
                <a:lnTo>
                  <a:pt x="5699359" y="700614"/>
                </a:lnTo>
                <a:lnTo>
                  <a:pt x="5703295" y="692741"/>
                </a:lnTo>
                <a:lnTo>
                  <a:pt x="5715103" y="675029"/>
                </a:lnTo>
                <a:lnTo>
                  <a:pt x="5728879" y="675029"/>
                </a:lnTo>
                <a:lnTo>
                  <a:pt x="5721007" y="682902"/>
                </a:lnTo>
                <a:lnTo>
                  <a:pt x="5728879" y="688806"/>
                </a:lnTo>
                <a:lnTo>
                  <a:pt x="5736751" y="675029"/>
                </a:lnTo>
                <a:lnTo>
                  <a:pt x="5732815" y="663221"/>
                </a:lnTo>
                <a:lnTo>
                  <a:pt x="5760368" y="665190"/>
                </a:lnTo>
                <a:lnTo>
                  <a:pt x="5772176" y="675029"/>
                </a:lnTo>
                <a:lnTo>
                  <a:pt x="5760368" y="682902"/>
                </a:lnTo>
                <a:lnTo>
                  <a:pt x="5772176" y="688806"/>
                </a:lnTo>
                <a:lnTo>
                  <a:pt x="5778080" y="676998"/>
                </a:lnTo>
                <a:lnTo>
                  <a:pt x="5793824" y="675029"/>
                </a:lnTo>
                <a:lnTo>
                  <a:pt x="5831216" y="698647"/>
                </a:lnTo>
                <a:lnTo>
                  <a:pt x="5813504" y="710452"/>
                </a:lnTo>
                <a:lnTo>
                  <a:pt x="5782016" y="706516"/>
                </a:lnTo>
                <a:lnTo>
                  <a:pt x="5778080" y="710452"/>
                </a:lnTo>
                <a:lnTo>
                  <a:pt x="5805632" y="722260"/>
                </a:lnTo>
                <a:lnTo>
                  <a:pt x="5805632" y="726196"/>
                </a:lnTo>
                <a:lnTo>
                  <a:pt x="5813504" y="730133"/>
                </a:lnTo>
                <a:lnTo>
                  <a:pt x="5827280" y="722260"/>
                </a:lnTo>
                <a:lnTo>
                  <a:pt x="5839088" y="730133"/>
                </a:lnTo>
                <a:lnTo>
                  <a:pt x="5826616" y="735384"/>
                </a:lnTo>
                <a:lnTo>
                  <a:pt x="5839089" y="732102"/>
                </a:lnTo>
                <a:lnTo>
                  <a:pt x="5856801" y="732102"/>
                </a:lnTo>
                <a:lnTo>
                  <a:pt x="5856801" y="720294"/>
                </a:lnTo>
                <a:lnTo>
                  <a:pt x="5872545" y="720294"/>
                </a:lnTo>
                <a:lnTo>
                  <a:pt x="5894194" y="728166"/>
                </a:lnTo>
                <a:lnTo>
                  <a:pt x="5894194" y="734070"/>
                </a:lnTo>
                <a:lnTo>
                  <a:pt x="5874513" y="736038"/>
                </a:lnTo>
                <a:lnTo>
                  <a:pt x="5880417" y="745878"/>
                </a:lnTo>
                <a:lnTo>
                  <a:pt x="5898130" y="747846"/>
                </a:lnTo>
                <a:lnTo>
                  <a:pt x="5911906" y="753750"/>
                </a:lnTo>
                <a:lnTo>
                  <a:pt x="5939458" y="751782"/>
                </a:lnTo>
                <a:lnTo>
                  <a:pt x="5980786" y="759654"/>
                </a:lnTo>
                <a:lnTo>
                  <a:pt x="6022115" y="783270"/>
                </a:lnTo>
                <a:lnTo>
                  <a:pt x="6057539" y="793110"/>
                </a:lnTo>
                <a:lnTo>
                  <a:pt x="6073283" y="800982"/>
                </a:lnTo>
                <a:lnTo>
                  <a:pt x="6083123" y="810822"/>
                </a:lnTo>
                <a:lnTo>
                  <a:pt x="6096899" y="810822"/>
                </a:lnTo>
                <a:lnTo>
                  <a:pt x="6112644" y="818694"/>
                </a:lnTo>
                <a:lnTo>
                  <a:pt x="6124452" y="828535"/>
                </a:lnTo>
                <a:lnTo>
                  <a:pt x="6124452" y="865927"/>
                </a:lnTo>
                <a:lnTo>
                  <a:pt x="6065411" y="907255"/>
                </a:lnTo>
                <a:lnTo>
                  <a:pt x="6031955" y="903319"/>
                </a:lnTo>
                <a:lnTo>
                  <a:pt x="5990626" y="889543"/>
                </a:lnTo>
                <a:lnTo>
                  <a:pt x="5955202" y="877735"/>
                </a:lnTo>
                <a:lnTo>
                  <a:pt x="5927650" y="865927"/>
                </a:lnTo>
                <a:lnTo>
                  <a:pt x="5909938" y="865927"/>
                </a:lnTo>
                <a:lnTo>
                  <a:pt x="5876481" y="846247"/>
                </a:lnTo>
                <a:lnTo>
                  <a:pt x="5874513" y="858055"/>
                </a:lnTo>
                <a:lnTo>
                  <a:pt x="5909938" y="881671"/>
                </a:lnTo>
                <a:lnTo>
                  <a:pt x="5941426" y="915127"/>
                </a:lnTo>
                <a:lnTo>
                  <a:pt x="5945362" y="934807"/>
                </a:lnTo>
                <a:lnTo>
                  <a:pt x="5929618" y="958424"/>
                </a:lnTo>
                <a:lnTo>
                  <a:pt x="5945362" y="976136"/>
                </a:lnTo>
                <a:lnTo>
                  <a:pt x="5941426" y="1011560"/>
                </a:lnTo>
                <a:lnTo>
                  <a:pt x="5943394" y="1027304"/>
                </a:lnTo>
                <a:lnTo>
                  <a:pt x="5965042" y="1021400"/>
                </a:lnTo>
                <a:lnTo>
                  <a:pt x="5992594" y="1050920"/>
                </a:lnTo>
                <a:lnTo>
                  <a:pt x="6028019" y="1045016"/>
                </a:lnTo>
                <a:lnTo>
                  <a:pt x="6035891" y="1033208"/>
                </a:lnTo>
                <a:lnTo>
                  <a:pt x="6022115" y="1023368"/>
                </a:lnTo>
                <a:lnTo>
                  <a:pt x="6010307" y="1019432"/>
                </a:lnTo>
                <a:lnTo>
                  <a:pt x="5990626" y="991880"/>
                </a:lnTo>
                <a:lnTo>
                  <a:pt x="6000467" y="966296"/>
                </a:lnTo>
                <a:lnTo>
                  <a:pt x="6012275" y="968264"/>
                </a:lnTo>
                <a:lnTo>
                  <a:pt x="6022115" y="984008"/>
                </a:lnTo>
                <a:lnTo>
                  <a:pt x="6063443" y="1001720"/>
                </a:lnTo>
                <a:lnTo>
                  <a:pt x="6094931" y="999752"/>
                </a:lnTo>
                <a:lnTo>
                  <a:pt x="6100835" y="984008"/>
                </a:lnTo>
                <a:lnTo>
                  <a:pt x="6081155" y="940712"/>
                </a:lnTo>
                <a:lnTo>
                  <a:pt x="6116580" y="911191"/>
                </a:lnTo>
                <a:lnTo>
                  <a:pt x="6142164" y="895447"/>
                </a:lnTo>
                <a:lnTo>
                  <a:pt x="6142164" y="875767"/>
                </a:lnTo>
                <a:lnTo>
                  <a:pt x="6169716" y="877735"/>
                </a:lnTo>
                <a:lnTo>
                  <a:pt x="6203172" y="899383"/>
                </a:lnTo>
                <a:lnTo>
                  <a:pt x="6220885" y="854119"/>
                </a:lnTo>
                <a:lnTo>
                  <a:pt x="6199236" y="844279"/>
                </a:lnTo>
                <a:lnTo>
                  <a:pt x="6199236" y="834439"/>
                </a:lnTo>
                <a:lnTo>
                  <a:pt x="6209076" y="828535"/>
                </a:lnTo>
                <a:lnTo>
                  <a:pt x="6209076" y="804918"/>
                </a:lnTo>
                <a:lnTo>
                  <a:pt x="6199236" y="797046"/>
                </a:lnTo>
                <a:lnTo>
                  <a:pt x="6181524" y="787206"/>
                </a:lnTo>
                <a:lnTo>
                  <a:pt x="6181524" y="781302"/>
                </a:lnTo>
                <a:lnTo>
                  <a:pt x="6195300" y="779334"/>
                </a:lnTo>
                <a:lnTo>
                  <a:pt x="6230725" y="783270"/>
                </a:lnTo>
                <a:lnTo>
                  <a:pt x="6264181" y="793110"/>
                </a:lnTo>
                <a:lnTo>
                  <a:pt x="6283861" y="814758"/>
                </a:lnTo>
                <a:lnTo>
                  <a:pt x="6244501" y="820662"/>
                </a:lnTo>
                <a:lnTo>
                  <a:pt x="6242533" y="828535"/>
                </a:lnTo>
                <a:lnTo>
                  <a:pt x="6230725" y="834439"/>
                </a:lnTo>
                <a:lnTo>
                  <a:pt x="6246469" y="844279"/>
                </a:lnTo>
                <a:lnTo>
                  <a:pt x="6250405" y="852151"/>
                </a:lnTo>
                <a:lnTo>
                  <a:pt x="6283861" y="861991"/>
                </a:lnTo>
                <a:lnTo>
                  <a:pt x="6309445" y="852151"/>
                </a:lnTo>
                <a:lnTo>
                  <a:pt x="6311413" y="836407"/>
                </a:lnTo>
                <a:lnTo>
                  <a:pt x="6309445" y="822630"/>
                </a:lnTo>
                <a:lnTo>
                  <a:pt x="6319285" y="820662"/>
                </a:lnTo>
                <a:lnTo>
                  <a:pt x="6329125" y="828535"/>
                </a:lnTo>
                <a:lnTo>
                  <a:pt x="6338966" y="828535"/>
                </a:lnTo>
                <a:lnTo>
                  <a:pt x="6338966" y="816726"/>
                </a:lnTo>
                <a:lnTo>
                  <a:pt x="6362582" y="816726"/>
                </a:lnTo>
                <a:lnTo>
                  <a:pt x="6380294" y="804918"/>
                </a:lnTo>
                <a:lnTo>
                  <a:pt x="6396038" y="793110"/>
                </a:lnTo>
                <a:lnTo>
                  <a:pt x="6421622" y="787206"/>
                </a:lnTo>
                <a:lnTo>
                  <a:pt x="6433430" y="787206"/>
                </a:lnTo>
                <a:lnTo>
                  <a:pt x="6435398" y="793110"/>
                </a:lnTo>
                <a:lnTo>
                  <a:pt x="6447207" y="789174"/>
                </a:lnTo>
                <a:lnTo>
                  <a:pt x="6445238" y="781302"/>
                </a:lnTo>
                <a:lnTo>
                  <a:pt x="6459015" y="779334"/>
                </a:lnTo>
                <a:lnTo>
                  <a:pt x="6474759" y="769494"/>
                </a:lnTo>
                <a:lnTo>
                  <a:pt x="6494439" y="767526"/>
                </a:lnTo>
                <a:lnTo>
                  <a:pt x="6482631" y="775398"/>
                </a:lnTo>
                <a:lnTo>
                  <a:pt x="6490503" y="787206"/>
                </a:lnTo>
                <a:lnTo>
                  <a:pt x="6474759" y="797046"/>
                </a:lnTo>
                <a:lnTo>
                  <a:pt x="6482631" y="802950"/>
                </a:lnTo>
                <a:lnTo>
                  <a:pt x="6498375" y="797046"/>
                </a:lnTo>
                <a:lnTo>
                  <a:pt x="6502311" y="800982"/>
                </a:lnTo>
                <a:lnTo>
                  <a:pt x="6521991" y="800982"/>
                </a:lnTo>
                <a:lnTo>
                  <a:pt x="6518055" y="793110"/>
                </a:lnTo>
                <a:lnTo>
                  <a:pt x="6531831" y="783270"/>
                </a:lnTo>
                <a:lnTo>
                  <a:pt x="6547575" y="783270"/>
                </a:lnTo>
                <a:lnTo>
                  <a:pt x="6549543" y="787206"/>
                </a:lnTo>
                <a:lnTo>
                  <a:pt x="6573160" y="787206"/>
                </a:lnTo>
                <a:lnTo>
                  <a:pt x="6588904" y="775398"/>
                </a:lnTo>
                <a:lnTo>
                  <a:pt x="6604648" y="775398"/>
                </a:lnTo>
                <a:lnTo>
                  <a:pt x="6622360" y="765558"/>
                </a:lnTo>
                <a:lnTo>
                  <a:pt x="6638104" y="771462"/>
                </a:lnTo>
                <a:lnTo>
                  <a:pt x="6636136" y="787206"/>
                </a:lnTo>
                <a:lnTo>
                  <a:pt x="6647944" y="793110"/>
                </a:lnTo>
                <a:lnTo>
                  <a:pt x="6659752" y="787206"/>
                </a:lnTo>
                <a:lnTo>
                  <a:pt x="6657784" y="779334"/>
                </a:lnTo>
                <a:lnTo>
                  <a:pt x="6683369" y="775398"/>
                </a:lnTo>
                <a:lnTo>
                  <a:pt x="6683369" y="753750"/>
                </a:lnTo>
                <a:lnTo>
                  <a:pt x="6671560" y="741942"/>
                </a:lnTo>
                <a:lnTo>
                  <a:pt x="6693209" y="728166"/>
                </a:lnTo>
                <a:lnTo>
                  <a:pt x="6767993" y="736038"/>
                </a:lnTo>
                <a:lnTo>
                  <a:pt x="6803418" y="753750"/>
                </a:lnTo>
                <a:lnTo>
                  <a:pt x="6817194" y="759654"/>
                </a:lnTo>
                <a:lnTo>
                  <a:pt x="6836874" y="765558"/>
                </a:lnTo>
                <a:lnTo>
                  <a:pt x="6850650" y="775398"/>
                </a:lnTo>
                <a:lnTo>
                  <a:pt x="6864426" y="775398"/>
                </a:lnTo>
                <a:lnTo>
                  <a:pt x="6884106" y="787206"/>
                </a:lnTo>
                <a:lnTo>
                  <a:pt x="6886074" y="797046"/>
                </a:lnTo>
                <a:lnTo>
                  <a:pt x="6893946" y="800982"/>
                </a:lnTo>
                <a:lnTo>
                  <a:pt x="6921499" y="787206"/>
                </a:lnTo>
                <a:lnTo>
                  <a:pt x="6921499" y="769494"/>
                </a:lnTo>
                <a:lnTo>
                  <a:pt x="6905755" y="767526"/>
                </a:lnTo>
                <a:lnTo>
                  <a:pt x="6886074" y="753750"/>
                </a:lnTo>
                <a:lnTo>
                  <a:pt x="6890010" y="745878"/>
                </a:lnTo>
                <a:lnTo>
                  <a:pt x="6872298" y="734070"/>
                </a:lnTo>
                <a:lnTo>
                  <a:pt x="6862458" y="739974"/>
                </a:lnTo>
                <a:lnTo>
                  <a:pt x="6856554" y="720294"/>
                </a:lnTo>
                <a:lnTo>
                  <a:pt x="6862458" y="718326"/>
                </a:lnTo>
                <a:lnTo>
                  <a:pt x="6862458" y="684871"/>
                </a:lnTo>
                <a:lnTo>
                  <a:pt x="6858522" y="676999"/>
                </a:lnTo>
                <a:lnTo>
                  <a:pt x="6864426" y="661255"/>
                </a:lnTo>
                <a:lnTo>
                  <a:pt x="6891978" y="639610"/>
                </a:lnTo>
                <a:lnTo>
                  <a:pt x="6915595" y="610089"/>
                </a:lnTo>
                <a:lnTo>
                  <a:pt x="6927403" y="562854"/>
                </a:lnTo>
                <a:lnTo>
                  <a:pt x="6951019" y="554982"/>
                </a:lnTo>
                <a:lnTo>
                  <a:pt x="6968731" y="562854"/>
                </a:lnTo>
                <a:lnTo>
                  <a:pt x="7000219" y="560890"/>
                </a:lnTo>
                <a:lnTo>
                  <a:pt x="7027772" y="576630"/>
                </a:lnTo>
                <a:lnTo>
                  <a:pt x="7021868" y="596312"/>
                </a:lnTo>
                <a:lnTo>
                  <a:pt x="7029740" y="598280"/>
                </a:lnTo>
                <a:lnTo>
                  <a:pt x="7027772" y="612054"/>
                </a:lnTo>
                <a:lnTo>
                  <a:pt x="6996283" y="637640"/>
                </a:lnTo>
                <a:lnTo>
                  <a:pt x="6994315" y="651415"/>
                </a:lnTo>
                <a:lnTo>
                  <a:pt x="7017932" y="655351"/>
                </a:lnTo>
                <a:lnTo>
                  <a:pt x="7019900" y="688809"/>
                </a:lnTo>
                <a:lnTo>
                  <a:pt x="7033676" y="692743"/>
                </a:lnTo>
                <a:lnTo>
                  <a:pt x="7015964" y="706517"/>
                </a:lnTo>
                <a:lnTo>
                  <a:pt x="7015964" y="741942"/>
                </a:lnTo>
                <a:lnTo>
                  <a:pt x="7025804" y="747846"/>
                </a:lnTo>
                <a:lnTo>
                  <a:pt x="7015964" y="765558"/>
                </a:lnTo>
                <a:lnTo>
                  <a:pt x="7033676" y="781302"/>
                </a:lnTo>
                <a:lnTo>
                  <a:pt x="7053356" y="783270"/>
                </a:lnTo>
                <a:lnTo>
                  <a:pt x="7031708" y="799014"/>
                </a:lnTo>
                <a:lnTo>
                  <a:pt x="7037612" y="806886"/>
                </a:lnTo>
                <a:lnTo>
                  <a:pt x="7025804" y="828535"/>
                </a:lnTo>
                <a:lnTo>
                  <a:pt x="7002187" y="844279"/>
                </a:lnTo>
                <a:lnTo>
                  <a:pt x="7002187" y="850183"/>
                </a:lnTo>
                <a:lnTo>
                  <a:pt x="6990379" y="858055"/>
                </a:lnTo>
                <a:lnTo>
                  <a:pt x="6990379" y="865927"/>
                </a:lnTo>
                <a:lnTo>
                  <a:pt x="6968731" y="875767"/>
                </a:lnTo>
                <a:lnTo>
                  <a:pt x="6952987" y="861991"/>
                </a:lnTo>
                <a:lnTo>
                  <a:pt x="6941179" y="858055"/>
                </a:lnTo>
                <a:lnTo>
                  <a:pt x="6925435" y="861991"/>
                </a:lnTo>
                <a:lnTo>
                  <a:pt x="6905755" y="861991"/>
                </a:lnTo>
                <a:lnTo>
                  <a:pt x="6899850" y="865927"/>
                </a:lnTo>
                <a:lnTo>
                  <a:pt x="6903787" y="869863"/>
                </a:lnTo>
                <a:lnTo>
                  <a:pt x="6923467" y="871831"/>
                </a:lnTo>
                <a:lnTo>
                  <a:pt x="6943147" y="889543"/>
                </a:lnTo>
                <a:lnTo>
                  <a:pt x="6998251" y="889543"/>
                </a:lnTo>
                <a:lnTo>
                  <a:pt x="7006123" y="897415"/>
                </a:lnTo>
                <a:lnTo>
                  <a:pt x="7019900" y="877735"/>
                </a:lnTo>
                <a:lnTo>
                  <a:pt x="7045484" y="863959"/>
                </a:lnTo>
                <a:lnTo>
                  <a:pt x="7063196" y="838375"/>
                </a:lnTo>
                <a:lnTo>
                  <a:pt x="7080908" y="830503"/>
                </a:lnTo>
                <a:lnTo>
                  <a:pt x="7084844" y="816726"/>
                </a:lnTo>
                <a:lnTo>
                  <a:pt x="7069100" y="793110"/>
                </a:lnTo>
                <a:lnTo>
                  <a:pt x="7063196" y="783270"/>
                </a:lnTo>
                <a:lnTo>
                  <a:pt x="7112396" y="765558"/>
                </a:lnTo>
                <a:lnTo>
                  <a:pt x="7132077" y="767526"/>
                </a:lnTo>
                <a:lnTo>
                  <a:pt x="7139949" y="775398"/>
                </a:lnTo>
                <a:lnTo>
                  <a:pt x="7155693" y="793110"/>
                </a:lnTo>
                <a:lnTo>
                  <a:pt x="7145853" y="822630"/>
                </a:lnTo>
                <a:lnTo>
                  <a:pt x="7159629" y="830503"/>
                </a:lnTo>
                <a:lnTo>
                  <a:pt x="7185213" y="834439"/>
                </a:lnTo>
                <a:lnTo>
                  <a:pt x="7202925" y="830503"/>
                </a:lnTo>
                <a:lnTo>
                  <a:pt x="7189149" y="824598"/>
                </a:lnTo>
                <a:lnTo>
                  <a:pt x="7177341" y="828535"/>
                </a:lnTo>
                <a:lnTo>
                  <a:pt x="7163565" y="818694"/>
                </a:lnTo>
                <a:lnTo>
                  <a:pt x="7161597" y="806886"/>
                </a:lnTo>
                <a:lnTo>
                  <a:pt x="7181277" y="797046"/>
                </a:lnTo>
                <a:lnTo>
                  <a:pt x="7163565" y="775398"/>
                </a:lnTo>
                <a:lnTo>
                  <a:pt x="7147821" y="769494"/>
                </a:lnTo>
                <a:lnTo>
                  <a:pt x="7139949" y="757686"/>
                </a:lnTo>
                <a:lnTo>
                  <a:pt x="7102556" y="753750"/>
                </a:lnTo>
                <a:lnTo>
                  <a:pt x="7084844" y="759654"/>
                </a:lnTo>
                <a:lnTo>
                  <a:pt x="7057292" y="753750"/>
                </a:lnTo>
                <a:lnTo>
                  <a:pt x="7051388" y="741942"/>
                </a:lnTo>
                <a:lnTo>
                  <a:pt x="7043516" y="724230"/>
                </a:lnTo>
                <a:lnTo>
                  <a:pt x="7045484" y="710454"/>
                </a:lnTo>
                <a:lnTo>
                  <a:pt x="7061228" y="698648"/>
                </a:lnTo>
                <a:lnTo>
                  <a:pt x="7073036" y="688809"/>
                </a:lnTo>
                <a:lnTo>
                  <a:pt x="7063196" y="665191"/>
                </a:lnTo>
                <a:lnTo>
                  <a:pt x="7037612" y="645511"/>
                </a:lnTo>
                <a:lnTo>
                  <a:pt x="7049420" y="623863"/>
                </a:lnTo>
                <a:lnTo>
                  <a:pt x="7094684" y="606151"/>
                </a:lnTo>
                <a:lnTo>
                  <a:pt x="7096652" y="590410"/>
                </a:lnTo>
                <a:lnTo>
                  <a:pt x="7092716" y="582534"/>
                </a:lnTo>
                <a:lnTo>
                  <a:pt x="7088780" y="572695"/>
                </a:lnTo>
                <a:lnTo>
                  <a:pt x="7075004" y="562854"/>
                </a:lnTo>
                <a:lnTo>
                  <a:pt x="7080908" y="560890"/>
                </a:lnTo>
                <a:lnTo>
                  <a:pt x="7092716" y="562854"/>
                </a:lnTo>
                <a:lnTo>
                  <a:pt x="7110428" y="576630"/>
                </a:lnTo>
                <a:lnTo>
                  <a:pt x="7112396" y="600249"/>
                </a:lnTo>
                <a:lnTo>
                  <a:pt x="7098620" y="614022"/>
                </a:lnTo>
                <a:lnTo>
                  <a:pt x="7098620" y="625831"/>
                </a:lnTo>
                <a:lnTo>
                  <a:pt x="7110428" y="631734"/>
                </a:lnTo>
                <a:lnTo>
                  <a:pt x="7102556" y="647479"/>
                </a:lnTo>
                <a:lnTo>
                  <a:pt x="7143885" y="659289"/>
                </a:lnTo>
                <a:lnTo>
                  <a:pt x="7165533" y="659289"/>
                </a:lnTo>
                <a:lnTo>
                  <a:pt x="7185213" y="671095"/>
                </a:lnTo>
                <a:lnTo>
                  <a:pt x="7204893" y="673063"/>
                </a:lnTo>
                <a:lnTo>
                  <a:pt x="7204893" y="663223"/>
                </a:lnTo>
                <a:lnTo>
                  <a:pt x="7191117" y="661255"/>
                </a:lnTo>
                <a:lnTo>
                  <a:pt x="7179309" y="655351"/>
                </a:lnTo>
                <a:lnTo>
                  <a:pt x="7179309" y="645511"/>
                </a:lnTo>
                <a:lnTo>
                  <a:pt x="7163565" y="647479"/>
                </a:lnTo>
                <a:lnTo>
                  <a:pt x="7132077" y="637640"/>
                </a:lnTo>
                <a:lnTo>
                  <a:pt x="7120268" y="623863"/>
                </a:lnTo>
                <a:lnTo>
                  <a:pt x="7128141" y="612054"/>
                </a:lnTo>
                <a:lnTo>
                  <a:pt x="7143885" y="610089"/>
                </a:lnTo>
                <a:lnTo>
                  <a:pt x="7161597" y="621895"/>
                </a:lnTo>
                <a:lnTo>
                  <a:pt x="7177341" y="621895"/>
                </a:lnTo>
                <a:lnTo>
                  <a:pt x="7177341" y="606151"/>
                </a:lnTo>
                <a:lnTo>
                  <a:pt x="7163565" y="608120"/>
                </a:lnTo>
                <a:lnTo>
                  <a:pt x="7155693" y="608120"/>
                </a:lnTo>
                <a:lnTo>
                  <a:pt x="7155693" y="600249"/>
                </a:lnTo>
                <a:lnTo>
                  <a:pt x="7179309" y="592374"/>
                </a:lnTo>
                <a:lnTo>
                  <a:pt x="7204893" y="592374"/>
                </a:lnTo>
                <a:lnTo>
                  <a:pt x="7248190" y="610089"/>
                </a:lnTo>
                <a:lnTo>
                  <a:pt x="7283614" y="629769"/>
                </a:lnTo>
                <a:lnTo>
                  <a:pt x="7317070" y="627800"/>
                </a:lnTo>
                <a:lnTo>
                  <a:pt x="7321006" y="631734"/>
                </a:lnTo>
                <a:lnTo>
                  <a:pt x="7311166" y="645511"/>
                </a:lnTo>
                <a:lnTo>
                  <a:pt x="7299358" y="645511"/>
                </a:lnTo>
                <a:lnTo>
                  <a:pt x="7285582" y="655351"/>
                </a:lnTo>
                <a:lnTo>
                  <a:pt x="7297390" y="659289"/>
                </a:lnTo>
                <a:lnTo>
                  <a:pt x="7299358" y="675031"/>
                </a:lnTo>
                <a:lnTo>
                  <a:pt x="7322974" y="671095"/>
                </a:lnTo>
                <a:lnTo>
                  <a:pt x="7322974" y="688809"/>
                </a:lnTo>
                <a:lnTo>
                  <a:pt x="7303294" y="704549"/>
                </a:lnTo>
                <a:lnTo>
                  <a:pt x="7332814" y="722262"/>
                </a:lnTo>
                <a:lnTo>
                  <a:pt x="7344622" y="734070"/>
                </a:lnTo>
                <a:lnTo>
                  <a:pt x="7354463" y="736038"/>
                </a:lnTo>
                <a:lnTo>
                  <a:pt x="7364303" y="732102"/>
                </a:lnTo>
                <a:lnTo>
                  <a:pt x="7360367" y="728166"/>
                </a:lnTo>
                <a:lnTo>
                  <a:pt x="7322974" y="704549"/>
                </a:lnTo>
                <a:lnTo>
                  <a:pt x="7340686" y="696680"/>
                </a:lnTo>
                <a:lnTo>
                  <a:pt x="7344622" y="686840"/>
                </a:lnTo>
                <a:lnTo>
                  <a:pt x="7322974" y="663223"/>
                </a:lnTo>
                <a:lnTo>
                  <a:pt x="7322974" y="651415"/>
                </a:lnTo>
                <a:lnTo>
                  <a:pt x="7334782" y="633702"/>
                </a:lnTo>
                <a:lnTo>
                  <a:pt x="7328878" y="619929"/>
                </a:lnTo>
                <a:lnTo>
                  <a:pt x="7299358" y="612054"/>
                </a:lnTo>
                <a:lnTo>
                  <a:pt x="7299358" y="598280"/>
                </a:lnTo>
                <a:lnTo>
                  <a:pt x="7258030" y="586471"/>
                </a:lnTo>
                <a:lnTo>
                  <a:pt x="7261966" y="576630"/>
                </a:lnTo>
                <a:lnTo>
                  <a:pt x="7250158" y="568760"/>
                </a:lnTo>
                <a:lnTo>
                  <a:pt x="7252126" y="547111"/>
                </a:lnTo>
                <a:lnTo>
                  <a:pt x="7242286" y="537272"/>
                </a:lnTo>
                <a:lnTo>
                  <a:pt x="7258030" y="519560"/>
                </a:lnTo>
                <a:lnTo>
                  <a:pt x="7271806" y="519560"/>
                </a:lnTo>
                <a:lnTo>
                  <a:pt x="7319038" y="515622"/>
                </a:lnTo>
                <a:lnTo>
                  <a:pt x="7348558" y="509721"/>
                </a:lnTo>
                <a:lnTo>
                  <a:pt x="7362335" y="513654"/>
                </a:lnTo>
                <a:lnTo>
                  <a:pt x="7382015" y="513654"/>
                </a:lnTo>
                <a:lnTo>
                  <a:pt x="7393823" y="503813"/>
                </a:lnTo>
                <a:lnTo>
                  <a:pt x="7421375" y="503813"/>
                </a:lnTo>
                <a:lnTo>
                  <a:pt x="7431215" y="513654"/>
                </a:lnTo>
                <a:lnTo>
                  <a:pt x="7433183" y="501846"/>
                </a:lnTo>
                <a:lnTo>
                  <a:pt x="7425311" y="493973"/>
                </a:lnTo>
                <a:lnTo>
                  <a:pt x="7425311" y="486103"/>
                </a:lnTo>
                <a:lnTo>
                  <a:pt x="7413503" y="478231"/>
                </a:lnTo>
                <a:lnTo>
                  <a:pt x="7399727" y="478231"/>
                </a:lnTo>
                <a:lnTo>
                  <a:pt x="7405631" y="468391"/>
                </a:lnTo>
                <a:lnTo>
                  <a:pt x="7425311" y="470361"/>
                </a:lnTo>
                <a:lnTo>
                  <a:pt x="7427279" y="464453"/>
                </a:lnTo>
                <a:lnTo>
                  <a:pt x="7413503" y="460520"/>
                </a:lnTo>
                <a:lnTo>
                  <a:pt x="7399727" y="462485"/>
                </a:lnTo>
                <a:lnTo>
                  <a:pt x="7393823" y="452645"/>
                </a:lnTo>
                <a:lnTo>
                  <a:pt x="7405631" y="444773"/>
                </a:lnTo>
                <a:lnTo>
                  <a:pt x="7423343" y="452645"/>
                </a:lnTo>
                <a:lnTo>
                  <a:pt x="7431215" y="442805"/>
                </a:lnTo>
                <a:lnTo>
                  <a:pt x="7444991" y="434933"/>
                </a:lnTo>
                <a:lnTo>
                  <a:pt x="7446959" y="429031"/>
                </a:lnTo>
                <a:lnTo>
                  <a:pt x="7433183" y="429031"/>
                </a:lnTo>
                <a:lnTo>
                  <a:pt x="7425311" y="425093"/>
                </a:lnTo>
                <a:lnTo>
                  <a:pt x="7429247" y="421156"/>
                </a:lnTo>
                <a:lnTo>
                  <a:pt x="7444991" y="421156"/>
                </a:lnTo>
                <a:lnTo>
                  <a:pt x="7460735" y="421156"/>
                </a:lnTo>
                <a:lnTo>
                  <a:pt x="7484352" y="407382"/>
                </a:lnTo>
                <a:lnTo>
                  <a:pt x="7509936" y="405413"/>
                </a:lnTo>
                <a:lnTo>
                  <a:pt x="7533552" y="401477"/>
                </a:lnTo>
                <a:lnTo>
                  <a:pt x="7549296" y="401477"/>
                </a:lnTo>
                <a:lnTo>
                  <a:pt x="7559136" y="397542"/>
                </a:lnTo>
                <a:lnTo>
                  <a:pt x="7600465" y="395573"/>
                </a:lnTo>
                <a:lnTo>
                  <a:pt x="7626049" y="391636"/>
                </a:lnTo>
                <a:lnTo>
                  <a:pt x="7629985" y="387702"/>
                </a:lnTo>
                <a:lnTo>
                  <a:pt x="7614241" y="387702"/>
                </a:lnTo>
                <a:lnTo>
                  <a:pt x="7602433" y="385733"/>
                </a:lnTo>
                <a:lnTo>
                  <a:pt x="7596529" y="381797"/>
                </a:lnTo>
                <a:lnTo>
                  <a:pt x="7610305" y="375894"/>
                </a:lnTo>
                <a:lnTo>
                  <a:pt x="7643761" y="375894"/>
                </a:lnTo>
                <a:lnTo>
                  <a:pt x="7661473" y="373924"/>
                </a:lnTo>
                <a:lnTo>
                  <a:pt x="7690993" y="379832"/>
                </a:lnTo>
                <a:lnTo>
                  <a:pt x="7671313" y="389671"/>
                </a:lnTo>
                <a:lnTo>
                  <a:pt x="7681153" y="391636"/>
                </a:lnTo>
                <a:lnTo>
                  <a:pt x="7692961" y="385733"/>
                </a:lnTo>
                <a:lnTo>
                  <a:pt x="7706737" y="385733"/>
                </a:lnTo>
                <a:lnTo>
                  <a:pt x="7706737" y="391636"/>
                </a:lnTo>
                <a:lnTo>
                  <a:pt x="7738226" y="381797"/>
                </a:lnTo>
                <a:lnTo>
                  <a:pt x="7748066" y="373924"/>
                </a:lnTo>
                <a:lnTo>
                  <a:pt x="7763810" y="368022"/>
                </a:lnTo>
                <a:lnTo>
                  <a:pt x="7791362" y="379832"/>
                </a:lnTo>
                <a:lnTo>
                  <a:pt x="7779554" y="385733"/>
                </a:lnTo>
                <a:lnTo>
                  <a:pt x="7787426" y="397542"/>
                </a:lnTo>
                <a:lnTo>
                  <a:pt x="7807106" y="391636"/>
                </a:lnTo>
                <a:lnTo>
                  <a:pt x="7811042" y="379832"/>
                </a:lnTo>
                <a:lnTo>
                  <a:pt x="7807106" y="371956"/>
                </a:lnTo>
                <a:lnTo>
                  <a:pt x="7777586" y="360151"/>
                </a:lnTo>
                <a:lnTo>
                  <a:pt x="7769714" y="356213"/>
                </a:lnTo>
                <a:lnTo>
                  <a:pt x="7775618" y="354244"/>
                </a:lnTo>
                <a:lnTo>
                  <a:pt x="7795298" y="358183"/>
                </a:lnTo>
                <a:lnTo>
                  <a:pt x="7822851" y="356213"/>
                </a:lnTo>
                <a:lnTo>
                  <a:pt x="7840563" y="360151"/>
                </a:lnTo>
                <a:lnTo>
                  <a:pt x="7854339" y="360151"/>
                </a:lnTo>
                <a:lnTo>
                  <a:pt x="7881891" y="366053"/>
                </a:lnTo>
                <a:lnTo>
                  <a:pt x="7909443" y="360151"/>
                </a:lnTo>
                <a:lnTo>
                  <a:pt x="7905507" y="356213"/>
                </a:lnTo>
                <a:lnTo>
                  <a:pt x="7872051" y="360151"/>
                </a:lnTo>
                <a:lnTo>
                  <a:pt x="7858275" y="356213"/>
                </a:lnTo>
                <a:lnTo>
                  <a:pt x="7842531" y="354244"/>
                </a:lnTo>
                <a:lnTo>
                  <a:pt x="7834659" y="348343"/>
                </a:lnTo>
                <a:lnTo>
                  <a:pt x="7842531" y="346373"/>
                </a:lnTo>
                <a:lnTo>
                  <a:pt x="7830723" y="340468"/>
                </a:lnTo>
                <a:lnTo>
                  <a:pt x="7826787" y="334564"/>
                </a:lnTo>
                <a:lnTo>
                  <a:pt x="7842531" y="324724"/>
                </a:lnTo>
                <a:lnTo>
                  <a:pt x="7844499" y="316854"/>
                </a:lnTo>
                <a:lnTo>
                  <a:pt x="7870083" y="305044"/>
                </a:lnTo>
                <a:lnTo>
                  <a:pt x="7877955" y="299143"/>
                </a:lnTo>
                <a:close/>
                <a:moveTo>
                  <a:pt x="7980292" y="253875"/>
                </a:moveTo>
                <a:lnTo>
                  <a:pt x="7990132" y="255844"/>
                </a:lnTo>
                <a:lnTo>
                  <a:pt x="7982260" y="257814"/>
                </a:lnTo>
                <a:lnTo>
                  <a:pt x="7976356" y="255844"/>
                </a:lnTo>
                <a:close/>
                <a:moveTo>
                  <a:pt x="7999972" y="246004"/>
                </a:moveTo>
                <a:lnTo>
                  <a:pt x="8003908" y="247974"/>
                </a:lnTo>
                <a:lnTo>
                  <a:pt x="8003908" y="253875"/>
                </a:lnTo>
                <a:lnTo>
                  <a:pt x="7992100" y="251907"/>
                </a:lnTo>
                <a:lnTo>
                  <a:pt x="7992100" y="247974"/>
                </a:lnTo>
                <a:close/>
                <a:moveTo>
                  <a:pt x="7852371" y="184994"/>
                </a:moveTo>
                <a:lnTo>
                  <a:pt x="7866147" y="186964"/>
                </a:lnTo>
                <a:lnTo>
                  <a:pt x="7868115" y="194836"/>
                </a:lnTo>
                <a:lnTo>
                  <a:pt x="7872051" y="194836"/>
                </a:lnTo>
                <a:lnTo>
                  <a:pt x="7875987" y="184994"/>
                </a:lnTo>
                <a:lnTo>
                  <a:pt x="7891731" y="184994"/>
                </a:lnTo>
                <a:lnTo>
                  <a:pt x="7895667" y="194836"/>
                </a:lnTo>
                <a:lnTo>
                  <a:pt x="7885827" y="196804"/>
                </a:lnTo>
                <a:lnTo>
                  <a:pt x="7887795" y="210580"/>
                </a:lnTo>
                <a:lnTo>
                  <a:pt x="7899603" y="206644"/>
                </a:lnTo>
                <a:lnTo>
                  <a:pt x="7905507" y="196804"/>
                </a:lnTo>
                <a:lnTo>
                  <a:pt x="7919284" y="198773"/>
                </a:lnTo>
                <a:lnTo>
                  <a:pt x="7923220" y="206644"/>
                </a:lnTo>
                <a:lnTo>
                  <a:pt x="7942900" y="216485"/>
                </a:lnTo>
                <a:lnTo>
                  <a:pt x="7942900" y="224355"/>
                </a:lnTo>
                <a:lnTo>
                  <a:pt x="7956676" y="232228"/>
                </a:lnTo>
                <a:lnTo>
                  <a:pt x="7952740" y="246004"/>
                </a:lnTo>
                <a:lnTo>
                  <a:pt x="7919284" y="261748"/>
                </a:lnTo>
                <a:lnTo>
                  <a:pt x="7901571" y="261748"/>
                </a:lnTo>
                <a:lnTo>
                  <a:pt x="7885827" y="265684"/>
                </a:lnTo>
                <a:lnTo>
                  <a:pt x="7879923" y="259783"/>
                </a:lnTo>
                <a:lnTo>
                  <a:pt x="7864179" y="259783"/>
                </a:lnTo>
                <a:lnTo>
                  <a:pt x="7844499" y="263716"/>
                </a:lnTo>
                <a:lnTo>
                  <a:pt x="7816946" y="267654"/>
                </a:lnTo>
                <a:lnTo>
                  <a:pt x="7803170" y="277493"/>
                </a:lnTo>
                <a:lnTo>
                  <a:pt x="7787426" y="267654"/>
                </a:lnTo>
                <a:lnTo>
                  <a:pt x="7787426" y="261748"/>
                </a:lnTo>
                <a:lnTo>
                  <a:pt x="7809074" y="251908"/>
                </a:lnTo>
                <a:lnTo>
                  <a:pt x="7805138" y="244036"/>
                </a:lnTo>
                <a:lnTo>
                  <a:pt x="7809074" y="242067"/>
                </a:lnTo>
                <a:lnTo>
                  <a:pt x="7811042" y="224355"/>
                </a:lnTo>
                <a:lnTo>
                  <a:pt x="7830723" y="220419"/>
                </a:lnTo>
                <a:lnTo>
                  <a:pt x="7830723" y="214516"/>
                </a:lnTo>
                <a:lnTo>
                  <a:pt x="7836627" y="206644"/>
                </a:lnTo>
                <a:lnTo>
                  <a:pt x="7834659" y="200739"/>
                </a:lnTo>
                <a:lnTo>
                  <a:pt x="7840563" y="196804"/>
                </a:lnTo>
                <a:lnTo>
                  <a:pt x="7856307" y="194836"/>
                </a:lnTo>
                <a:lnTo>
                  <a:pt x="7848435" y="188934"/>
                </a:lnTo>
                <a:close/>
                <a:moveTo>
                  <a:pt x="7594560" y="179094"/>
                </a:moveTo>
                <a:lnTo>
                  <a:pt x="7596528" y="181059"/>
                </a:lnTo>
                <a:lnTo>
                  <a:pt x="7580784" y="183027"/>
                </a:lnTo>
                <a:lnTo>
                  <a:pt x="7576848" y="181059"/>
                </a:lnTo>
                <a:close/>
                <a:moveTo>
                  <a:pt x="7555200" y="179094"/>
                </a:moveTo>
                <a:lnTo>
                  <a:pt x="7561104" y="179094"/>
                </a:lnTo>
                <a:lnTo>
                  <a:pt x="7563072" y="181059"/>
                </a:lnTo>
                <a:lnTo>
                  <a:pt x="7555200" y="181059"/>
                </a:lnTo>
                <a:close/>
                <a:moveTo>
                  <a:pt x="7604400" y="173187"/>
                </a:moveTo>
                <a:lnTo>
                  <a:pt x="7610304" y="179094"/>
                </a:lnTo>
                <a:lnTo>
                  <a:pt x="7604400" y="179094"/>
                </a:lnTo>
                <a:lnTo>
                  <a:pt x="7600464" y="175154"/>
                </a:lnTo>
                <a:close/>
                <a:moveTo>
                  <a:pt x="7531584" y="173187"/>
                </a:moveTo>
                <a:lnTo>
                  <a:pt x="7541424" y="173187"/>
                </a:lnTo>
                <a:lnTo>
                  <a:pt x="7551264" y="177125"/>
                </a:lnTo>
                <a:lnTo>
                  <a:pt x="7539456" y="175154"/>
                </a:lnTo>
                <a:close/>
                <a:moveTo>
                  <a:pt x="7122236" y="171218"/>
                </a:moveTo>
                <a:lnTo>
                  <a:pt x="7151756" y="171218"/>
                </a:lnTo>
                <a:lnTo>
                  <a:pt x="7161596" y="175154"/>
                </a:lnTo>
                <a:lnTo>
                  <a:pt x="7155692" y="177125"/>
                </a:lnTo>
                <a:lnTo>
                  <a:pt x="7134044" y="175154"/>
                </a:lnTo>
                <a:close/>
                <a:moveTo>
                  <a:pt x="6604648" y="147605"/>
                </a:moveTo>
                <a:lnTo>
                  <a:pt x="6622360" y="149570"/>
                </a:lnTo>
                <a:lnTo>
                  <a:pt x="6622360" y="151538"/>
                </a:lnTo>
                <a:lnTo>
                  <a:pt x="6604648" y="151538"/>
                </a:lnTo>
                <a:lnTo>
                  <a:pt x="6596776" y="149570"/>
                </a:lnTo>
                <a:close/>
                <a:moveTo>
                  <a:pt x="7545360" y="139729"/>
                </a:moveTo>
                <a:lnTo>
                  <a:pt x="7572913" y="139729"/>
                </a:lnTo>
                <a:lnTo>
                  <a:pt x="7594561" y="145635"/>
                </a:lnTo>
                <a:lnTo>
                  <a:pt x="7606369" y="145635"/>
                </a:lnTo>
                <a:lnTo>
                  <a:pt x="7618177" y="151538"/>
                </a:lnTo>
                <a:lnTo>
                  <a:pt x="7600465" y="161377"/>
                </a:lnTo>
                <a:lnTo>
                  <a:pt x="7580785" y="169250"/>
                </a:lnTo>
                <a:lnTo>
                  <a:pt x="7574881" y="167284"/>
                </a:lnTo>
                <a:lnTo>
                  <a:pt x="7586689" y="165315"/>
                </a:lnTo>
                <a:lnTo>
                  <a:pt x="7572913" y="159410"/>
                </a:lnTo>
                <a:lnTo>
                  <a:pt x="7559136" y="159410"/>
                </a:lnTo>
                <a:lnTo>
                  <a:pt x="7559136" y="147605"/>
                </a:lnTo>
                <a:lnTo>
                  <a:pt x="7547328" y="143666"/>
                </a:lnTo>
                <a:close/>
                <a:moveTo>
                  <a:pt x="6401942" y="137764"/>
                </a:moveTo>
                <a:lnTo>
                  <a:pt x="6409814" y="139729"/>
                </a:lnTo>
                <a:lnTo>
                  <a:pt x="6411782" y="147605"/>
                </a:lnTo>
                <a:lnTo>
                  <a:pt x="6398006" y="147605"/>
                </a:lnTo>
                <a:lnTo>
                  <a:pt x="6380294" y="141698"/>
                </a:lnTo>
                <a:lnTo>
                  <a:pt x="6396038" y="139729"/>
                </a:lnTo>
                <a:close/>
                <a:moveTo>
                  <a:pt x="6352741" y="137764"/>
                </a:moveTo>
                <a:lnTo>
                  <a:pt x="6364549" y="141698"/>
                </a:lnTo>
                <a:lnTo>
                  <a:pt x="6344869" y="145635"/>
                </a:lnTo>
                <a:lnTo>
                  <a:pt x="6346837" y="141698"/>
                </a:lnTo>
                <a:close/>
                <a:moveTo>
                  <a:pt x="6644008" y="135795"/>
                </a:moveTo>
                <a:lnTo>
                  <a:pt x="6649912" y="137764"/>
                </a:lnTo>
                <a:lnTo>
                  <a:pt x="6649912" y="143666"/>
                </a:lnTo>
                <a:lnTo>
                  <a:pt x="6640072" y="147605"/>
                </a:lnTo>
                <a:lnTo>
                  <a:pt x="6628264" y="145635"/>
                </a:lnTo>
                <a:lnTo>
                  <a:pt x="6622360" y="139729"/>
                </a:lnTo>
                <a:lnTo>
                  <a:pt x="6622360" y="137764"/>
                </a:lnTo>
                <a:close/>
                <a:moveTo>
                  <a:pt x="7732322" y="131858"/>
                </a:moveTo>
                <a:lnTo>
                  <a:pt x="7746098" y="141698"/>
                </a:lnTo>
                <a:lnTo>
                  <a:pt x="7734290" y="151538"/>
                </a:lnTo>
                <a:lnTo>
                  <a:pt x="7738226" y="155475"/>
                </a:lnTo>
                <a:lnTo>
                  <a:pt x="7753970" y="151538"/>
                </a:lnTo>
                <a:lnTo>
                  <a:pt x="7767747" y="141698"/>
                </a:lnTo>
                <a:lnTo>
                  <a:pt x="7783491" y="143666"/>
                </a:lnTo>
                <a:lnTo>
                  <a:pt x="7807107" y="161377"/>
                </a:lnTo>
                <a:lnTo>
                  <a:pt x="7797267" y="188934"/>
                </a:lnTo>
                <a:lnTo>
                  <a:pt x="7785459" y="192866"/>
                </a:lnTo>
                <a:lnTo>
                  <a:pt x="7767747" y="190898"/>
                </a:lnTo>
                <a:lnTo>
                  <a:pt x="7767747" y="196804"/>
                </a:lnTo>
                <a:lnTo>
                  <a:pt x="7801203" y="210580"/>
                </a:lnTo>
                <a:lnTo>
                  <a:pt x="7801203" y="216485"/>
                </a:lnTo>
                <a:lnTo>
                  <a:pt x="7738226" y="226325"/>
                </a:lnTo>
                <a:lnTo>
                  <a:pt x="7728386" y="226325"/>
                </a:lnTo>
                <a:lnTo>
                  <a:pt x="7724450" y="216485"/>
                </a:lnTo>
                <a:lnTo>
                  <a:pt x="7673282" y="206644"/>
                </a:lnTo>
                <a:lnTo>
                  <a:pt x="7661474" y="208613"/>
                </a:lnTo>
                <a:lnTo>
                  <a:pt x="7643762" y="202707"/>
                </a:lnTo>
                <a:lnTo>
                  <a:pt x="7637858" y="192866"/>
                </a:lnTo>
                <a:lnTo>
                  <a:pt x="7641794" y="181059"/>
                </a:lnTo>
                <a:lnTo>
                  <a:pt x="7628017" y="181059"/>
                </a:lnTo>
                <a:lnTo>
                  <a:pt x="7612273" y="173186"/>
                </a:lnTo>
                <a:lnTo>
                  <a:pt x="7618177" y="171218"/>
                </a:lnTo>
                <a:lnTo>
                  <a:pt x="7624081" y="161377"/>
                </a:lnTo>
                <a:lnTo>
                  <a:pt x="7641794" y="159410"/>
                </a:lnTo>
                <a:lnTo>
                  <a:pt x="7643762" y="147605"/>
                </a:lnTo>
                <a:lnTo>
                  <a:pt x="7655570" y="139730"/>
                </a:lnTo>
                <a:lnTo>
                  <a:pt x="7663442" y="141698"/>
                </a:lnTo>
                <a:lnTo>
                  <a:pt x="7690994" y="133825"/>
                </a:lnTo>
                <a:close/>
                <a:moveTo>
                  <a:pt x="6378325" y="125956"/>
                </a:moveTo>
                <a:lnTo>
                  <a:pt x="6388165" y="137764"/>
                </a:lnTo>
                <a:lnTo>
                  <a:pt x="6366517" y="137764"/>
                </a:lnTo>
                <a:lnTo>
                  <a:pt x="6364549" y="135795"/>
                </a:lnTo>
                <a:lnTo>
                  <a:pt x="6364549" y="127924"/>
                </a:lnTo>
                <a:close/>
                <a:moveTo>
                  <a:pt x="6484599" y="120050"/>
                </a:moveTo>
                <a:lnTo>
                  <a:pt x="6488535" y="120050"/>
                </a:lnTo>
                <a:lnTo>
                  <a:pt x="6490503" y="123986"/>
                </a:lnTo>
                <a:lnTo>
                  <a:pt x="6490503" y="125956"/>
                </a:lnTo>
                <a:lnTo>
                  <a:pt x="6486567" y="123986"/>
                </a:lnTo>
                <a:close/>
                <a:moveTo>
                  <a:pt x="6563319" y="118085"/>
                </a:moveTo>
                <a:lnTo>
                  <a:pt x="6569223" y="122017"/>
                </a:lnTo>
                <a:lnTo>
                  <a:pt x="6565287" y="133825"/>
                </a:lnTo>
                <a:lnTo>
                  <a:pt x="6543639" y="133825"/>
                </a:lnTo>
                <a:lnTo>
                  <a:pt x="6539703" y="127924"/>
                </a:lnTo>
                <a:lnTo>
                  <a:pt x="6545607" y="120050"/>
                </a:lnTo>
                <a:close/>
                <a:moveTo>
                  <a:pt x="6533799" y="118085"/>
                </a:moveTo>
                <a:lnTo>
                  <a:pt x="6529863" y="122017"/>
                </a:lnTo>
                <a:lnTo>
                  <a:pt x="6521991" y="123986"/>
                </a:lnTo>
                <a:lnTo>
                  <a:pt x="6514119" y="123986"/>
                </a:lnTo>
                <a:lnTo>
                  <a:pt x="6516087" y="120050"/>
                </a:lnTo>
                <a:lnTo>
                  <a:pt x="6523959" y="120050"/>
                </a:lnTo>
                <a:close/>
                <a:moveTo>
                  <a:pt x="6460982" y="118085"/>
                </a:moveTo>
                <a:lnTo>
                  <a:pt x="6468854" y="118085"/>
                </a:lnTo>
                <a:lnTo>
                  <a:pt x="6476726" y="122017"/>
                </a:lnTo>
                <a:lnTo>
                  <a:pt x="6472790" y="127924"/>
                </a:lnTo>
                <a:lnTo>
                  <a:pt x="6455078" y="129890"/>
                </a:lnTo>
                <a:lnTo>
                  <a:pt x="6439334" y="123986"/>
                </a:lnTo>
                <a:close/>
                <a:moveTo>
                  <a:pt x="6581031" y="108244"/>
                </a:moveTo>
                <a:lnTo>
                  <a:pt x="6604647" y="108244"/>
                </a:lnTo>
                <a:lnTo>
                  <a:pt x="6616455" y="110210"/>
                </a:lnTo>
                <a:lnTo>
                  <a:pt x="6634167" y="114146"/>
                </a:lnTo>
                <a:lnTo>
                  <a:pt x="6634167" y="118085"/>
                </a:lnTo>
                <a:lnTo>
                  <a:pt x="6620391" y="118085"/>
                </a:lnTo>
                <a:lnTo>
                  <a:pt x="6598743" y="123986"/>
                </a:lnTo>
                <a:lnTo>
                  <a:pt x="6598743" y="133825"/>
                </a:lnTo>
                <a:lnTo>
                  <a:pt x="6586935" y="133825"/>
                </a:lnTo>
                <a:lnTo>
                  <a:pt x="6584967" y="123986"/>
                </a:lnTo>
                <a:lnTo>
                  <a:pt x="6586935" y="116115"/>
                </a:lnTo>
                <a:close/>
                <a:moveTo>
                  <a:pt x="6508215" y="104307"/>
                </a:moveTo>
                <a:lnTo>
                  <a:pt x="6514119" y="104307"/>
                </a:lnTo>
                <a:lnTo>
                  <a:pt x="6521991" y="108244"/>
                </a:lnTo>
                <a:lnTo>
                  <a:pt x="6516087" y="112178"/>
                </a:lnTo>
                <a:lnTo>
                  <a:pt x="6502311" y="114146"/>
                </a:lnTo>
                <a:lnTo>
                  <a:pt x="6502311" y="112178"/>
                </a:lnTo>
                <a:lnTo>
                  <a:pt x="6510183" y="108244"/>
                </a:lnTo>
                <a:close/>
                <a:moveTo>
                  <a:pt x="6581031" y="98405"/>
                </a:moveTo>
                <a:lnTo>
                  <a:pt x="6586935" y="98405"/>
                </a:lnTo>
                <a:lnTo>
                  <a:pt x="6610551" y="98405"/>
                </a:lnTo>
                <a:lnTo>
                  <a:pt x="6596775" y="100371"/>
                </a:lnTo>
                <a:close/>
                <a:moveTo>
                  <a:pt x="6484599" y="98405"/>
                </a:moveTo>
                <a:lnTo>
                  <a:pt x="6488535" y="98405"/>
                </a:lnTo>
                <a:lnTo>
                  <a:pt x="6496407" y="104307"/>
                </a:lnTo>
                <a:lnTo>
                  <a:pt x="6492471" y="106275"/>
                </a:lnTo>
                <a:lnTo>
                  <a:pt x="6484599" y="106275"/>
                </a:lnTo>
                <a:close/>
                <a:moveTo>
                  <a:pt x="6541671" y="88565"/>
                </a:moveTo>
                <a:lnTo>
                  <a:pt x="6559383" y="90530"/>
                </a:lnTo>
                <a:lnTo>
                  <a:pt x="6563319" y="94467"/>
                </a:lnTo>
                <a:lnTo>
                  <a:pt x="6551511" y="98405"/>
                </a:lnTo>
                <a:lnTo>
                  <a:pt x="6527895" y="96435"/>
                </a:lnTo>
                <a:close/>
                <a:moveTo>
                  <a:pt x="6706985" y="80690"/>
                </a:moveTo>
                <a:lnTo>
                  <a:pt x="6718793" y="80690"/>
                </a:lnTo>
                <a:lnTo>
                  <a:pt x="6718793" y="90530"/>
                </a:lnTo>
                <a:lnTo>
                  <a:pt x="6697145" y="90530"/>
                </a:lnTo>
                <a:lnTo>
                  <a:pt x="6695177" y="96435"/>
                </a:lnTo>
                <a:lnTo>
                  <a:pt x="6706985" y="104307"/>
                </a:lnTo>
                <a:lnTo>
                  <a:pt x="6701081" y="110210"/>
                </a:lnTo>
                <a:lnTo>
                  <a:pt x="6657784" y="108244"/>
                </a:lnTo>
                <a:lnTo>
                  <a:pt x="6645976" y="104307"/>
                </a:lnTo>
                <a:lnTo>
                  <a:pt x="6645976" y="96435"/>
                </a:lnTo>
                <a:lnTo>
                  <a:pt x="6655816" y="92498"/>
                </a:lnTo>
                <a:lnTo>
                  <a:pt x="6655816" y="82658"/>
                </a:lnTo>
                <a:lnTo>
                  <a:pt x="6697145" y="82658"/>
                </a:lnTo>
                <a:close/>
                <a:moveTo>
                  <a:pt x="6620392" y="76755"/>
                </a:moveTo>
                <a:lnTo>
                  <a:pt x="6626296" y="82658"/>
                </a:lnTo>
                <a:lnTo>
                  <a:pt x="6620392" y="86596"/>
                </a:lnTo>
                <a:lnTo>
                  <a:pt x="6610552" y="82658"/>
                </a:lnTo>
                <a:close/>
                <a:moveTo>
                  <a:pt x="7204893" y="74786"/>
                </a:moveTo>
                <a:lnTo>
                  <a:pt x="7216701" y="78725"/>
                </a:lnTo>
                <a:lnTo>
                  <a:pt x="7226541" y="82658"/>
                </a:lnTo>
                <a:lnTo>
                  <a:pt x="7224573" y="86596"/>
                </a:lnTo>
                <a:lnTo>
                  <a:pt x="7202925" y="88565"/>
                </a:lnTo>
                <a:lnTo>
                  <a:pt x="7193085" y="84626"/>
                </a:lnTo>
                <a:close/>
                <a:moveTo>
                  <a:pt x="6492471" y="74786"/>
                </a:moveTo>
                <a:lnTo>
                  <a:pt x="6508215" y="78725"/>
                </a:lnTo>
                <a:lnTo>
                  <a:pt x="6521991" y="80690"/>
                </a:lnTo>
                <a:lnTo>
                  <a:pt x="6527895" y="82658"/>
                </a:lnTo>
                <a:lnTo>
                  <a:pt x="6523959" y="86596"/>
                </a:lnTo>
                <a:lnTo>
                  <a:pt x="6508215" y="88565"/>
                </a:lnTo>
                <a:lnTo>
                  <a:pt x="6494439" y="82658"/>
                </a:lnTo>
                <a:close/>
                <a:moveTo>
                  <a:pt x="6364550" y="74786"/>
                </a:moveTo>
                <a:lnTo>
                  <a:pt x="6368486" y="74786"/>
                </a:lnTo>
                <a:lnTo>
                  <a:pt x="6398006" y="74786"/>
                </a:lnTo>
                <a:lnTo>
                  <a:pt x="6401942" y="78725"/>
                </a:lnTo>
                <a:lnTo>
                  <a:pt x="6384230" y="84626"/>
                </a:lnTo>
                <a:lnTo>
                  <a:pt x="6386198" y="88565"/>
                </a:lnTo>
                <a:lnTo>
                  <a:pt x="6411782" y="86596"/>
                </a:lnTo>
                <a:lnTo>
                  <a:pt x="6413750" y="90530"/>
                </a:lnTo>
                <a:lnTo>
                  <a:pt x="6413750" y="100371"/>
                </a:lnTo>
                <a:lnTo>
                  <a:pt x="6405878" y="104307"/>
                </a:lnTo>
                <a:lnTo>
                  <a:pt x="6384230" y="104307"/>
                </a:lnTo>
                <a:lnTo>
                  <a:pt x="6372422" y="108244"/>
                </a:lnTo>
                <a:lnTo>
                  <a:pt x="6376358" y="112179"/>
                </a:lnTo>
                <a:lnTo>
                  <a:pt x="6384230" y="114146"/>
                </a:lnTo>
                <a:lnTo>
                  <a:pt x="6380294" y="116115"/>
                </a:lnTo>
                <a:lnTo>
                  <a:pt x="6338966" y="118085"/>
                </a:lnTo>
                <a:lnTo>
                  <a:pt x="6342902" y="125956"/>
                </a:lnTo>
                <a:lnTo>
                  <a:pt x="6336998" y="131858"/>
                </a:lnTo>
                <a:lnTo>
                  <a:pt x="6315350" y="145635"/>
                </a:lnTo>
                <a:lnTo>
                  <a:pt x="6303541" y="143667"/>
                </a:lnTo>
                <a:lnTo>
                  <a:pt x="6303541" y="139734"/>
                </a:lnTo>
                <a:lnTo>
                  <a:pt x="6313382" y="135795"/>
                </a:lnTo>
                <a:lnTo>
                  <a:pt x="6309445" y="131858"/>
                </a:lnTo>
                <a:lnTo>
                  <a:pt x="6289765" y="129891"/>
                </a:lnTo>
                <a:lnTo>
                  <a:pt x="6275989" y="123986"/>
                </a:lnTo>
                <a:lnTo>
                  <a:pt x="6281893" y="116115"/>
                </a:lnTo>
                <a:lnTo>
                  <a:pt x="6299605" y="112179"/>
                </a:lnTo>
                <a:lnTo>
                  <a:pt x="6275989" y="100371"/>
                </a:lnTo>
                <a:lnTo>
                  <a:pt x="6275989" y="96435"/>
                </a:lnTo>
                <a:lnTo>
                  <a:pt x="6344870" y="96435"/>
                </a:lnTo>
                <a:lnTo>
                  <a:pt x="6350774" y="88565"/>
                </a:lnTo>
                <a:lnTo>
                  <a:pt x="6364550" y="82658"/>
                </a:lnTo>
                <a:lnTo>
                  <a:pt x="6372422" y="82658"/>
                </a:lnTo>
                <a:close/>
                <a:moveTo>
                  <a:pt x="6264181" y="74786"/>
                </a:moveTo>
                <a:lnTo>
                  <a:pt x="6270085" y="76755"/>
                </a:lnTo>
                <a:lnTo>
                  <a:pt x="6305509" y="76755"/>
                </a:lnTo>
                <a:lnTo>
                  <a:pt x="6329125" y="80690"/>
                </a:lnTo>
                <a:lnTo>
                  <a:pt x="6338965" y="88565"/>
                </a:lnTo>
                <a:lnTo>
                  <a:pt x="6323221" y="90530"/>
                </a:lnTo>
                <a:lnTo>
                  <a:pt x="6309445" y="88565"/>
                </a:lnTo>
                <a:lnTo>
                  <a:pt x="6307477" y="82658"/>
                </a:lnTo>
                <a:lnTo>
                  <a:pt x="6281893" y="82658"/>
                </a:lnTo>
                <a:lnTo>
                  <a:pt x="6252373" y="92498"/>
                </a:lnTo>
                <a:lnTo>
                  <a:pt x="6252373" y="100371"/>
                </a:lnTo>
                <a:lnTo>
                  <a:pt x="6264181" y="100371"/>
                </a:lnTo>
                <a:lnTo>
                  <a:pt x="6270085" y="106275"/>
                </a:lnTo>
                <a:lnTo>
                  <a:pt x="6258277" y="110210"/>
                </a:lnTo>
                <a:lnTo>
                  <a:pt x="6244501" y="106275"/>
                </a:lnTo>
                <a:lnTo>
                  <a:pt x="6238596" y="108244"/>
                </a:lnTo>
                <a:lnTo>
                  <a:pt x="6228756" y="104307"/>
                </a:lnTo>
                <a:lnTo>
                  <a:pt x="6213012" y="102338"/>
                </a:lnTo>
                <a:lnTo>
                  <a:pt x="6213012" y="100371"/>
                </a:lnTo>
                <a:lnTo>
                  <a:pt x="6211044" y="94467"/>
                </a:lnTo>
                <a:lnTo>
                  <a:pt x="6211044" y="90530"/>
                </a:lnTo>
                <a:lnTo>
                  <a:pt x="6216948" y="88565"/>
                </a:lnTo>
                <a:lnTo>
                  <a:pt x="6252373" y="82658"/>
                </a:lnTo>
                <a:close/>
                <a:moveTo>
                  <a:pt x="6701080" y="62978"/>
                </a:moveTo>
                <a:lnTo>
                  <a:pt x="6706984" y="68885"/>
                </a:lnTo>
                <a:lnTo>
                  <a:pt x="6697144" y="74786"/>
                </a:lnTo>
                <a:lnTo>
                  <a:pt x="6673528" y="74786"/>
                </a:lnTo>
                <a:lnTo>
                  <a:pt x="6675496" y="68885"/>
                </a:lnTo>
                <a:close/>
                <a:moveTo>
                  <a:pt x="6602680" y="62978"/>
                </a:moveTo>
                <a:lnTo>
                  <a:pt x="6614488" y="68885"/>
                </a:lnTo>
                <a:lnTo>
                  <a:pt x="6620392" y="74786"/>
                </a:lnTo>
                <a:lnTo>
                  <a:pt x="6604648" y="74786"/>
                </a:lnTo>
                <a:lnTo>
                  <a:pt x="6598744" y="68885"/>
                </a:lnTo>
                <a:close/>
                <a:moveTo>
                  <a:pt x="6549543" y="62978"/>
                </a:moveTo>
                <a:lnTo>
                  <a:pt x="6575127" y="62978"/>
                </a:lnTo>
                <a:lnTo>
                  <a:pt x="6584967" y="68885"/>
                </a:lnTo>
                <a:lnTo>
                  <a:pt x="6598743" y="76755"/>
                </a:lnTo>
                <a:lnTo>
                  <a:pt x="6596775" y="80690"/>
                </a:lnTo>
                <a:lnTo>
                  <a:pt x="6586935" y="78725"/>
                </a:lnTo>
                <a:lnTo>
                  <a:pt x="6567255" y="68885"/>
                </a:lnTo>
                <a:close/>
                <a:moveTo>
                  <a:pt x="6512151" y="62978"/>
                </a:moveTo>
                <a:lnTo>
                  <a:pt x="6531832" y="68885"/>
                </a:lnTo>
                <a:lnTo>
                  <a:pt x="6543640" y="68885"/>
                </a:lnTo>
                <a:lnTo>
                  <a:pt x="6555448" y="74786"/>
                </a:lnTo>
                <a:lnTo>
                  <a:pt x="6577096" y="80690"/>
                </a:lnTo>
                <a:lnTo>
                  <a:pt x="6596776" y="86596"/>
                </a:lnTo>
                <a:lnTo>
                  <a:pt x="6590872" y="90530"/>
                </a:lnTo>
                <a:lnTo>
                  <a:pt x="6575128" y="94467"/>
                </a:lnTo>
                <a:lnTo>
                  <a:pt x="6563320" y="86596"/>
                </a:lnTo>
                <a:lnTo>
                  <a:pt x="6545608" y="86596"/>
                </a:lnTo>
                <a:lnTo>
                  <a:pt x="6529864" y="78725"/>
                </a:lnTo>
                <a:lnTo>
                  <a:pt x="6527895" y="76755"/>
                </a:lnTo>
                <a:lnTo>
                  <a:pt x="6508215" y="68885"/>
                </a:lnTo>
                <a:lnTo>
                  <a:pt x="6506247" y="64946"/>
                </a:lnTo>
                <a:close/>
                <a:moveTo>
                  <a:pt x="6398006" y="59045"/>
                </a:moveTo>
                <a:lnTo>
                  <a:pt x="6403910" y="59045"/>
                </a:lnTo>
                <a:lnTo>
                  <a:pt x="6409814" y="68885"/>
                </a:lnTo>
                <a:lnTo>
                  <a:pt x="6401942" y="68885"/>
                </a:lnTo>
                <a:lnTo>
                  <a:pt x="6396038" y="68885"/>
                </a:lnTo>
                <a:close/>
                <a:moveTo>
                  <a:pt x="7529616" y="53137"/>
                </a:moveTo>
                <a:lnTo>
                  <a:pt x="7557168" y="53137"/>
                </a:lnTo>
                <a:lnTo>
                  <a:pt x="7563072" y="61009"/>
                </a:lnTo>
                <a:lnTo>
                  <a:pt x="7557168" y="62977"/>
                </a:lnTo>
                <a:lnTo>
                  <a:pt x="7531584" y="62977"/>
                </a:lnTo>
                <a:lnTo>
                  <a:pt x="7519776" y="57076"/>
                </a:lnTo>
                <a:close/>
                <a:moveTo>
                  <a:pt x="6584967" y="53137"/>
                </a:moveTo>
                <a:lnTo>
                  <a:pt x="6598743" y="53137"/>
                </a:lnTo>
                <a:lnTo>
                  <a:pt x="6598743" y="57076"/>
                </a:lnTo>
                <a:lnTo>
                  <a:pt x="6584967" y="59040"/>
                </a:lnTo>
                <a:lnTo>
                  <a:pt x="6575127" y="57076"/>
                </a:lnTo>
                <a:close/>
                <a:moveTo>
                  <a:pt x="7679185" y="51169"/>
                </a:moveTo>
                <a:lnTo>
                  <a:pt x="7698866" y="61009"/>
                </a:lnTo>
                <a:lnTo>
                  <a:pt x="7706738" y="80690"/>
                </a:lnTo>
                <a:lnTo>
                  <a:pt x="7736258" y="92497"/>
                </a:lnTo>
                <a:lnTo>
                  <a:pt x="7744130" y="96435"/>
                </a:lnTo>
                <a:lnTo>
                  <a:pt x="7722482" y="106275"/>
                </a:lnTo>
                <a:lnTo>
                  <a:pt x="7720514" y="118085"/>
                </a:lnTo>
                <a:lnTo>
                  <a:pt x="7726418" y="127924"/>
                </a:lnTo>
                <a:lnTo>
                  <a:pt x="7669345" y="129890"/>
                </a:lnTo>
                <a:lnTo>
                  <a:pt x="7647697" y="129890"/>
                </a:lnTo>
                <a:lnTo>
                  <a:pt x="7643761" y="135795"/>
                </a:lnTo>
                <a:lnTo>
                  <a:pt x="7612273" y="139729"/>
                </a:lnTo>
                <a:lnTo>
                  <a:pt x="7580785" y="131858"/>
                </a:lnTo>
                <a:lnTo>
                  <a:pt x="7580785" y="122017"/>
                </a:lnTo>
                <a:lnTo>
                  <a:pt x="7563072" y="122017"/>
                </a:lnTo>
                <a:lnTo>
                  <a:pt x="7551264" y="118085"/>
                </a:lnTo>
                <a:lnTo>
                  <a:pt x="7567008" y="112178"/>
                </a:lnTo>
                <a:lnTo>
                  <a:pt x="7586689" y="110209"/>
                </a:lnTo>
                <a:lnTo>
                  <a:pt x="7600465" y="100369"/>
                </a:lnTo>
                <a:lnTo>
                  <a:pt x="7584721" y="92497"/>
                </a:lnTo>
                <a:lnTo>
                  <a:pt x="7604401" y="80690"/>
                </a:lnTo>
                <a:lnTo>
                  <a:pt x="7657537" y="62977"/>
                </a:lnTo>
                <a:lnTo>
                  <a:pt x="7663441" y="53137"/>
                </a:lnTo>
                <a:close/>
                <a:moveTo>
                  <a:pt x="6488535" y="47236"/>
                </a:moveTo>
                <a:lnTo>
                  <a:pt x="6498375" y="47236"/>
                </a:lnTo>
                <a:lnTo>
                  <a:pt x="6504279" y="47236"/>
                </a:lnTo>
                <a:lnTo>
                  <a:pt x="6490503" y="53137"/>
                </a:lnTo>
                <a:close/>
                <a:moveTo>
                  <a:pt x="6691240" y="41329"/>
                </a:moveTo>
                <a:lnTo>
                  <a:pt x="6693208" y="47236"/>
                </a:lnTo>
                <a:lnTo>
                  <a:pt x="6679432" y="51169"/>
                </a:lnTo>
                <a:lnTo>
                  <a:pt x="6673528" y="47236"/>
                </a:lnTo>
                <a:close/>
                <a:moveTo>
                  <a:pt x="6777834" y="39361"/>
                </a:moveTo>
                <a:lnTo>
                  <a:pt x="6795546" y="39361"/>
                </a:lnTo>
                <a:lnTo>
                  <a:pt x="6801450" y="47236"/>
                </a:lnTo>
                <a:lnTo>
                  <a:pt x="6793578" y="53137"/>
                </a:lnTo>
                <a:lnTo>
                  <a:pt x="6803418" y="62977"/>
                </a:lnTo>
                <a:lnTo>
                  <a:pt x="6803418" y="68881"/>
                </a:lnTo>
                <a:lnTo>
                  <a:pt x="6775866" y="68881"/>
                </a:lnTo>
                <a:lnTo>
                  <a:pt x="6773898" y="76755"/>
                </a:lnTo>
                <a:lnTo>
                  <a:pt x="6762090" y="84626"/>
                </a:lnTo>
                <a:lnTo>
                  <a:pt x="6754218" y="84626"/>
                </a:lnTo>
                <a:lnTo>
                  <a:pt x="6746345" y="76755"/>
                </a:lnTo>
                <a:lnTo>
                  <a:pt x="6734537" y="74786"/>
                </a:lnTo>
                <a:lnTo>
                  <a:pt x="6746345" y="62977"/>
                </a:lnTo>
                <a:lnTo>
                  <a:pt x="6744377" y="57076"/>
                </a:lnTo>
                <a:lnTo>
                  <a:pt x="6756186" y="51169"/>
                </a:lnTo>
                <a:lnTo>
                  <a:pt x="6773898" y="47236"/>
                </a:lnTo>
                <a:close/>
                <a:moveTo>
                  <a:pt x="6573160" y="39361"/>
                </a:moveTo>
                <a:lnTo>
                  <a:pt x="6590872" y="45266"/>
                </a:lnTo>
                <a:lnTo>
                  <a:pt x="6590872" y="47236"/>
                </a:lnTo>
                <a:lnTo>
                  <a:pt x="6563320" y="53137"/>
                </a:lnTo>
                <a:lnTo>
                  <a:pt x="6537735" y="53137"/>
                </a:lnTo>
                <a:lnTo>
                  <a:pt x="6531831" y="47236"/>
                </a:lnTo>
                <a:lnTo>
                  <a:pt x="6541671" y="47236"/>
                </a:lnTo>
                <a:lnTo>
                  <a:pt x="6547576" y="47236"/>
                </a:lnTo>
                <a:lnTo>
                  <a:pt x="6559384" y="41329"/>
                </a:lnTo>
                <a:close/>
                <a:moveTo>
                  <a:pt x="6628264" y="35427"/>
                </a:moveTo>
                <a:lnTo>
                  <a:pt x="6634168" y="39361"/>
                </a:lnTo>
                <a:lnTo>
                  <a:pt x="6628264" y="41329"/>
                </a:lnTo>
                <a:lnTo>
                  <a:pt x="6614488" y="41329"/>
                </a:lnTo>
                <a:lnTo>
                  <a:pt x="6614488" y="39361"/>
                </a:lnTo>
                <a:close/>
                <a:moveTo>
                  <a:pt x="6590871" y="27555"/>
                </a:moveTo>
                <a:lnTo>
                  <a:pt x="6610551" y="35427"/>
                </a:lnTo>
                <a:lnTo>
                  <a:pt x="6592839" y="39361"/>
                </a:lnTo>
                <a:lnTo>
                  <a:pt x="6567255" y="35427"/>
                </a:lnTo>
                <a:lnTo>
                  <a:pt x="6569223" y="33457"/>
                </a:lnTo>
                <a:close/>
                <a:moveTo>
                  <a:pt x="6756185" y="7876"/>
                </a:moveTo>
                <a:lnTo>
                  <a:pt x="6758153" y="15746"/>
                </a:lnTo>
                <a:lnTo>
                  <a:pt x="6748313" y="15746"/>
                </a:lnTo>
                <a:lnTo>
                  <a:pt x="6728633" y="9841"/>
                </a:lnTo>
                <a:close/>
                <a:moveTo>
                  <a:pt x="6614488" y="0"/>
                </a:moveTo>
                <a:lnTo>
                  <a:pt x="6628264" y="0"/>
                </a:lnTo>
                <a:lnTo>
                  <a:pt x="6632200" y="9841"/>
                </a:lnTo>
                <a:lnTo>
                  <a:pt x="6616456" y="13777"/>
                </a:lnTo>
                <a:lnTo>
                  <a:pt x="6596776" y="11809"/>
                </a:lnTo>
                <a:lnTo>
                  <a:pt x="6602680" y="3937"/>
                </a:lnTo>
                <a:close/>
              </a:path>
            </a:pathLst>
          </a:custGeom>
          <a:solidFill>
            <a:srgbClr val="D8D8D8"/>
          </a:solidFill>
          <a:ln>
            <a:noFill/>
          </a:ln>
        </p:spPr>
        <p:txBody>
          <a:bodyPr spcFirstLastPara="1" wrap="square" lIns="28925" tIns="14450" rIns="28925" bIns="14450" anchor="t" anchorCtr="0">
            <a:noAutofit/>
          </a:bodyPr>
          <a:lstStyle/>
          <a:p>
            <a:pPr marL="0" marR="0" lvl="0" indent="0" algn="l" rtl="0">
              <a:lnSpc>
                <a:spcPct val="100000"/>
              </a:lnSpc>
              <a:spcBef>
                <a:spcPts val="0"/>
              </a:spcBef>
              <a:spcAft>
                <a:spcPts val="0"/>
              </a:spcAft>
              <a:buClr>
                <a:srgbClr val="000000"/>
              </a:buClr>
              <a:buSzPts val="600"/>
              <a:buFont typeface="Libre Franklin"/>
              <a:buNone/>
            </a:pPr>
            <a:endParaRPr sz="700" b="1" i="0" u="none" strike="noStrike" cap="none">
              <a:solidFill>
                <a:srgbClr val="1C1815"/>
              </a:solidFill>
              <a:latin typeface="Montserrat"/>
              <a:ea typeface="Montserrat"/>
              <a:cs typeface="Montserrat"/>
              <a:sym typeface="Montserrat"/>
            </a:endParaRPr>
          </a:p>
        </p:txBody>
      </p:sp>
      <p:pic>
        <p:nvPicPr>
          <p:cNvPr id="77" name="Picture 76">
            <a:extLst>
              <a:ext uri="{FF2B5EF4-FFF2-40B4-BE49-F238E27FC236}">
                <a16:creationId xmlns:a16="http://schemas.microsoft.com/office/drawing/2014/main" id="{EDB8F278-533A-EB41-6AA9-CCDA0FF1555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876775" y="1487937"/>
            <a:ext cx="2254020" cy="2198593"/>
          </a:xfrm>
          <a:prstGeom prst="rect">
            <a:avLst/>
          </a:prstGeom>
        </p:spPr>
      </p:pic>
      <p:sp>
        <p:nvSpPr>
          <p:cNvPr id="85" name="Google Shape;85;p1">
            <a:extLst>
              <a:ext uri="{FF2B5EF4-FFF2-40B4-BE49-F238E27FC236}">
                <a16:creationId xmlns:a16="http://schemas.microsoft.com/office/drawing/2014/main" id="{4A8E12BC-E757-C06A-DAB6-1EC731D1A77F}"/>
              </a:ext>
            </a:extLst>
          </p:cNvPr>
          <p:cNvSpPr txBox="1"/>
          <p:nvPr/>
        </p:nvSpPr>
        <p:spPr>
          <a:xfrm>
            <a:off x="0" y="1045741"/>
            <a:ext cx="4540025" cy="52318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800" b="1" i="0" u="none" strike="noStrike" cap="none" dirty="0">
                <a:solidFill>
                  <a:schemeClr val="dk1"/>
                </a:solidFill>
                <a:latin typeface="Figtree"/>
                <a:ea typeface="Figtree"/>
                <a:cs typeface="Figtree"/>
                <a:sym typeface="Figtree"/>
              </a:rPr>
              <a:t>United States – Pittsburgh</a:t>
            </a:r>
            <a:endParaRPr dirty="0"/>
          </a:p>
        </p:txBody>
      </p:sp>
      <p:sp>
        <p:nvSpPr>
          <p:cNvPr id="9" name="TextBox 8">
            <a:extLst>
              <a:ext uri="{FF2B5EF4-FFF2-40B4-BE49-F238E27FC236}">
                <a16:creationId xmlns:a16="http://schemas.microsoft.com/office/drawing/2014/main" id="{76052659-776E-02EF-E251-1730CFBBC77F}"/>
              </a:ext>
            </a:extLst>
          </p:cNvPr>
          <p:cNvSpPr txBox="1"/>
          <p:nvPr/>
        </p:nvSpPr>
        <p:spPr>
          <a:xfrm>
            <a:off x="8263054" y="1000264"/>
            <a:ext cx="3922757" cy="4970591"/>
          </a:xfrm>
          <a:prstGeom prst="rect">
            <a:avLst/>
          </a:prstGeom>
          <a:solidFill>
            <a:schemeClr val="bg1"/>
          </a:solidFill>
        </p:spPr>
        <p:txBody>
          <a:bodyPr wrap="square" rtlCol="0">
            <a:spAutoFit/>
          </a:bodyPr>
          <a:lstStyle/>
          <a:p>
            <a:pPr>
              <a:spcAft>
                <a:spcPts val="300"/>
              </a:spcAft>
            </a:pPr>
            <a:r>
              <a:rPr lang="en-US" sz="1050" b="1" dirty="0">
                <a:latin typeface="Figtree" pitchFamily="2" charset="0"/>
              </a:rPr>
              <a:t>        Estimating air pollution (1.5)</a:t>
            </a:r>
            <a:endParaRPr lang="en-US" sz="1200" b="1" dirty="0">
              <a:latin typeface="Figtree" pitchFamily="2" charset="0"/>
            </a:endParaRPr>
          </a:p>
          <a:p>
            <a:pPr algn="just"/>
            <a:r>
              <a:rPr lang="en-US" sz="900" dirty="0">
                <a:latin typeface="Figtree" pitchFamily="2" charset="0"/>
              </a:rPr>
              <a:t>Pittsburgh benefits from national air quality modeling programs that deliver high quality resources and data. However, they acknowledge a lack of technical capacity to overcome gaps among communities with data sparsity and data linkages to understand how air quality correlates with housing, energy, and workforce measures. Next steps to support future policy endeavors would be to coordinate among city offices and partners with health, housing, energy, and economic datasets and begin developing strategies to integrate these data sources. </a:t>
            </a:r>
          </a:p>
          <a:p>
            <a:pPr algn="just"/>
            <a:endParaRPr lang="en-US" sz="900" dirty="0">
              <a:latin typeface="Figtree" pitchFamily="2" charset="0"/>
            </a:endParaRPr>
          </a:p>
          <a:p>
            <a:pPr algn="just">
              <a:spcAft>
                <a:spcPts val="300"/>
              </a:spcAft>
            </a:pPr>
            <a:r>
              <a:rPr lang="en-US" sz="1050" b="1" dirty="0">
                <a:latin typeface="Figtree" pitchFamily="2" charset="0"/>
              </a:rPr>
              <a:t>        Health and economic impact modeling (1.1)</a:t>
            </a:r>
          </a:p>
          <a:p>
            <a:pPr algn="just"/>
            <a:r>
              <a:rPr lang="en-US" sz="900" dirty="0">
                <a:latin typeface="Figtree" pitchFamily="2" charset="0"/>
              </a:rPr>
              <a:t>Although Pittsburgh has made progress in estimating air pollution across the city and gathered basic health datasets, there is a clear gap in its ability to integrate measures of equity into health and economic models using this data. There are two main recommendations that would advance this category. First, to develop basic capacity around impact modelling of health and economic outcomes, and second, to begin to disaggregate these analyses along neighborhood or individual-level characteristics. Being able to model impacts of air quality on these outcomes will allow for a baseline measurement to quantify the impacts of new policy and adapt when policy does not have the intended effects.</a:t>
            </a:r>
          </a:p>
          <a:p>
            <a:pPr algn="just"/>
            <a:endParaRPr lang="en-US" sz="900" dirty="0">
              <a:latin typeface="Figtree" pitchFamily="2" charset="0"/>
            </a:endParaRPr>
          </a:p>
          <a:p>
            <a:pPr>
              <a:spcAft>
                <a:spcPts val="300"/>
              </a:spcAft>
            </a:pPr>
            <a:r>
              <a:rPr lang="en-US" sz="1050" b="1" dirty="0">
                <a:latin typeface="Figtree" pitchFamily="2" charset="0"/>
              </a:rPr>
              <a:t>        Public support and engagement (1.0)</a:t>
            </a:r>
            <a:endParaRPr lang="en-US" sz="1050" dirty="0">
              <a:latin typeface="Figtree" pitchFamily="2" charset="0"/>
            </a:endParaRPr>
          </a:p>
          <a:p>
            <a:pPr lvl="0" algn="just"/>
            <a:r>
              <a:rPr lang="en-US" sz="900" dirty="0">
                <a:latin typeface="Figtree" pitchFamily="2" charset="0"/>
              </a:rPr>
              <a:t>Developing processes and data around public engagement with respect to air quality is both challenging and essential. Perhaps most important is reaching out to vulnerable communities and those most impacted by air pollution. This is especially important with respect to health, but equally to understand how local economies adapt and respond to air quality interventions. Building public support could begin identifying data gaps among vulnerable communities and reaching out to these areas to build engagement. This will not only support future policy initiatives and educate on the impacts of air quality, but also to ensure distributional equity in the intended outcomes of future air quality programs.</a:t>
            </a:r>
          </a:p>
        </p:txBody>
      </p:sp>
      <p:sp>
        <p:nvSpPr>
          <p:cNvPr id="2" name="TextBox 1">
            <a:extLst>
              <a:ext uri="{FF2B5EF4-FFF2-40B4-BE49-F238E27FC236}">
                <a16:creationId xmlns:a16="http://schemas.microsoft.com/office/drawing/2014/main" id="{4BF32BA2-4524-1AD3-B385-459841260BAB}"/>
              </a:ext>
            </a:extLst>
          </p:cNvPr>
          <p:cNvSpPr txBox="1"/>
          <p:nvPr/>
        </p:nvSpPr>
        <p:spPr>
          <a:xfrm>
            <a:off x="0" y="-83667"/>
            <a:ext cx="4493538" cy="1323439"/>
          </a:xfrm>
          <a:prstGeom prst="rect">
            <a:avLst/>
          </a:prstGeom>
          <a:noFill/>
        </p:spPr>
        <p:txBody>
          <a:bodyPr wrap="none" rtlCol="0">
            <a:spAutoFit/>
          </a:bodyPr>
          <a:lstStyle/>
          <a:p>
            <a:r>
              <a:rPr lang="en-US" sz="8000" b="1" dirty="0">
                <a:latin typeface="Figtree" pitchFamily="2" charset="0"/>
              </a:rPr>
              <a:t>[EQuiPD]</a:t>
            </a:r>
          </a:p>
        </p:txBody>
      </p:sp>
      <p:pic>
        <p:nvPicPr>
          <p:cNvPr id="12" name="Picture 11">
            <a:extLst>
              <a:ext uri="{FF2B5EF4-FFF2-40B4-BE49-F238E27FC236}">
                <a16:creationId xmlns:a16="http://schemas.microsoft.com/office/drawing/2014/main" id="{1458F714-1972-24DF-8DCD-916042BEAE30}"/>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90989" y="219007"/>
            <a:ext cx="677649" cy="682559"/>
          </a:xfrm>
          <a:prstGeom prst="rect">
            <a:avLst/>
          </a:prstGeom>
        </p:spPr>
      </p:pic>
      <p:sp>
        <p:nvSpPr>
          <p:cNvPr id="14" name="TextBox 13">
            <a:extLst>
              <a:ext uri="{FF2B5EF4-FFF2-40B4-BE49-F238E27FC236}">
                <a16:creationId xmlns:a16="http://schemas.microsoft.com/office/drawing/2014/main" id="{FCBE8B39-278D-BA09-6533-03897613ED64}"/>
              </a:ext>
            </a:extLst>
          </p:cNvPr>
          <p:cNvSpPr txBox="1"/>
          <p:nvPr/>
        </p:nvSpPr>
        <p:spPr>
          <a:xfrm>
            <a:off x="4473737" y="162553"/>
            <a:ext cx="3586238" cy="830997"/>
          </a:xfrm>
          <a:prstGeom prst="rect">
            <a:avLst/>
          </a:prstGeom>
          <a:noFill/>
        </p:spPr>
        <p:txBody>
          <a:bodyPr wrap="none" rtlCol="0">
            <a:spAutoFit/>
          </a:bodyPr>
          <a:lstStyle/>
          <a:p>
            <a:r>
              <a:rPr lang="en-US" sz="2400" dirty="0">
                <a:latin typeface="Figtree" pitchFamily="2" charset="0"/>
              </a:rPr>
              <a:t>Equity in Air Quality </a:t>
            </a:r>
            <a:br>
              <a:rPr lang="en-US" sz="2400" dirty="0">
                <a:latin typeface="Figtree" pitchFamily="2" charset="0"/>
              </a:rPr>
            </a:br>
            <a:r>
              <a:rPr lang="en-US" sz="2400" dirty="0">
                <a:latin typeface="Figtree" pitchFamily="2" charset="0"/>
              </a:rPr>
              <a:t>Policy &amp; Data Ecosystem</a:t>
            </a:r>
          </a:p>
        </p:txBody>
      </p:sp>
      <p:pic>
        <p:nvPicPr>
          <p:cNvPr id="18" name="Graphic 17" descr="Star with solid fill">
            <a:extLst>
              <a:ext uri="{FF2B5EF4-FFF2-40B4-BE49-F238E27FC236}">
                <a16:creationId xmlns:a16="http://schemas.microsoft.com/office/drawing/2014/main" id="{D0B77570-5AE5-C7A0-EBCF-F2E55FEF26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0706" y="2289308"/>
            <a:ext cx="295689" cy="295689"/>
          </a:xfrm>
          <a:prstGeom prst="rect">
            <a:avLst/>
          </a:prstGeom>
        </p:spPr>
      </p:pic>
      <p:sp>
        <p:nvSpPr>
          <p:cNvPr id="33" name="TextBox 32">
            <a:extLst>
              <a:ext uri="{FF2B5EF4-FFF2-40B4-BE49-F238E27FC236}">
                <a16:creationId xmlns:a16="http://schemas.microsoft.com/office/drawing/2014/main" id="{B068EDA6-7B3C-BCDA-2701-DE5814F50532}"/>
              </a:ext>
            </a:extLst>
          </p:cNvPr>
          <p:cNvSpPr txBox="1"/>
          <p:nvPr/>
        </p:nvSpPr>
        <p:spPr>
          <a:xfrm>
            <a:off x="9522902" y="9468"/>
            <a:ext cx="2662909" cy="646331"/>
          </a:xfrm>
          <a:prstGeom prst="rect">
            <a:avLst/>
          </a:prstGeom>
          <a:noFill/>
        </p:spPr>
        <p:txBody>
          <a:bodyPr wrap="none" rtlCol="0">
            <a:spAutoFit/>
          </a:bodyPr>
          <a:lstStyle/>
          <a:p>
            <a:pPr algn="r"/>
            <a:r>
              <a:rPr lang="en-US" sz="3600" b="1" dirty="0">
                <a:solidFill>
                  <a:srgbClr val="193C67"/>
                </a:solidFill>
                <a:latin typeface="Figtree" pitchFamily="2" charset="0"/>
              </a:rPr>
              <a:t>City Report</a:t>
            </a:r>
          </a:p>
        </p:txBody>
      </p:sp>
      <p:sp>
        <p:nvSpPr>
          <p:cNvPr id="34" name="Google Shape;88;p1">
            <a:extLst>
              <a:ext uri="{FF2B5EF4-FFF2-40B4-BE49-F238E27FC236}">
                <a16:creationId xmlns:a16="http://schemas.microsoft.com/office/drawing/2014/main" id="{BFD8E305-3583-CB16-03B1-636EB7BCE7EF}"/>
              </a:ext>
            </a:extLst>
          </p:cNvPr>
          <p:cNvSpPr txBox="1"/>
          <p:nvPr/>
        </p:nvSpPr>
        <p:spPr>
          <a:xfrm>
            <a:off x="4538299" y="1000264"/>
            <a:ext cx="3649165" cy="4708941"/>
          </a:xfrm>
          <a:prstGeom prst="rect">
            <a:avLst/>
          </a:prstGeom>
          <a:noFill/>
          <a:ln>
            <a:noFill/>
          </a:ln>
        </p:spPr>
        <p:txBody>
          <a:bodyPr spcFirstLastPara="1" wrap="square" lIns="91425" tIns="45700" rIns="91425" bIns="45700" anchor="t" anchorCtr="0">
            <a:spAutoFit/>
          </a:bodyPr>
          <a:lstStyle/>
          <a:p>
            <a:pPr>
              <a:spcAft>
                <a:spcPts val="300"/>
              </a:spcAft>
            </a:pPr>
            <a:r>
              <a:rPr lang="en-US" sz="1050" b="1" dirty="0">
                <a:latin typeface="Figtree" pitchFamily="2" charset="0"/>
              </a:rPr>
              <a:t>        City/institutional buy-in &amp; capacity building (1.8)</a:t>
            </a:r>
          </a:p>
          <a:p>
            <a:pPr algn="just"/>
            <a:r>
              <a:rPr lang="en-US" sz="900" dirty="0">
                <a:solidFill>
                  <a:schemeClr val="dk1"/>
                </a:solidFill>
                <a:latin typeface="Figtree" pitchFamily="2" charset="0"/>
              </a:rPr>
              <a:t>This is an area of relative strength for Pittsburgh across most domains and equity themes. Data integration is one domain where focused efforts could produce advances in equity. Specifically, improving the processes around integrating community characteristics (e.g., race, income, age) into air quality evaluations to assess potential health and economic disparities. Tracking these features over time will allow for understanding whether disparities are narrowing over time as new air quality policies are shaped. Strengthening the evaluation process will also amplify access and inclusivity.</a:t>
            </a:r>
            <a:endParaRPr lang="en-US" sz="900" dirty="0">
              <a:latin typeface="Figtree" pitchFamily="2" charset="0"/>
            </a:endParaRPr>
          </a:p>
          <a:p>
            <a:pPr marL="0" marR="0" lvl="0" indent="0" algn="just" rtl="0">
              <a:spcBef>
                <a:spcPts val="0"/>
              </a:spcBef>
              <a:spcAft>
                <a:spcPts val="0"/>
              </a:spcAft>
              <a:buNone/>
            </a:pPr>
            <a:endParaRPr lang="en-US" sz="900" dirty="0">
              <a:latin typeface="Figtree" pitchFamily="2" charset="0"/>
            </a:endParaRPr>
          </a:p>
          <a:p>
            <a:pPr algn="just">
              <a:spcAft>
                <a:spcPts val="300"/>
              </a:spcAft>
            </a:pPr>
            <a:r>
              <a:rPr lang="en-US" sz="1050" b="1" dirty="0">
                <a:latin typeface="Figtree" pitchFamily="2" charset="0"/>
              </a:rPr>
              <a:t>        Data-sharing partnerships &amp; management tools (1.5)</a:t>
            </a:r>
          </a:p>
          <a:p>
            <a:pPr algn="just"/>
            <a:r>
              <a:rPr lang="en-US" sz="900" dirty="0">
                <a:solidFill>
                  <a:schemeClr val="dk1"/>
                </a:solidFill>
              </a:rPr>
              <a:t>Data sharing partnerships in Pittsburgh are developing but have gaps specifically in the domain of Participation and Empowerment. A key reason for this gap focuses on data gaps and engagement from disadvantaged communities. Engaging disproportionately impacted communities in developing data tools for tracking hyper-local air pollution sources or job markets and economic changes tied to air quality policies have the potential to improve attainment in this category.</a:t>
            </a:r>
          </a:p>
          <a:p>
            <a:pPr algn="just"/>
            <a:endParaRPr lang="en-US" sz="900" b="1" dirty="0">
              <a:solidFill>
                <a:schemeClr val="dk1"/>
              </a:solidFill>
              <a:latin typeface="Figtree" pitchFamily="2" charset="0"/>
            </a:endParaRPr>
          </a:p>
          <a:p>
            <a:pPr algn="just">
              <a:spcAft>
                <a:spcPts val="300"/>
              </a:spcAft>
            </a:pPr>
            <a:r>
              <a:rPr lang="en-US" sz="1050" b="1" dirty="0">
                <a:latin typeface="Figtree" pitchFamily="2" charset="0"/>
              </a:rPr>
              <a:t>        Source &amp; emission inventories (1.4)</a:t>
            </a:r>
            <a:endParaRPr lang="en-US" sz="1200" b="1" dirty="0">
              <a:latin typeface="Figtree" pitchFamily="2" charset="0"/>
            </a:endParaRPr>
          </a:p>
          <a:p>
            <a:pPr algn="just"/>
            <a:r>
              <a:rPr lang="en-US" sz="900" dirty="0">
                <a:solidFill>
                  <a:schemeClr val="dk1"/>
                </a:solidFill>
              </a:rPr>
              <a:t>Pittsburgh is in an introductory phase towards understanding equity aspects around the source of air pollution in the city. While there is detailed understanding and historical data of general emission sources (e.g., generation and mobility), there is less knowledge or process attempting to integrate and derive the distributional equity in exposure to these sources. As a result, there is unlikely a process in place to understand if a new emission source would lead to more or less disparity with regards to air pollution and its downstream effects.</a:t>
            </a:r>
          </a:p>
        </p:txBody>
      </p:sp>
      <p:pic>
        <p:nvPicPr>
          <p:cNvPr id="72" name="Picture 2" descr="C40 Cities - partner site">
            <a:extLst>
              <a:ext uri="{FF2B5EF4-FFF2-40B4-BE49-F238E27FC236}">
                <a16:creationId xmlns:a16="http://schemas.microsoft.com/office/drawing/2014/main" id="{27447146-8948-D55A-1BA6-B67573E2995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326" t="29612" r="20050" b="30233"/>
          <a:stretch>
            <a:fillRect/>
          </a:stretch>
        </p:blipFill>
        <p:spPr bwMode="auto">
          <a:xfrm>
            <a:off x="11430000" y="6086226"/>
            <a:ext cx="755811" cy="776806"/>
          </a:xfrm>
          <a:prstGeom prst="rect">
            <a:avLst/>
          </a:prstGeom>
          <a:noFill/>
          <a:extLst>
            <a:ext uri="{909E8E84-426E-40DD-AFC4-6F175D3DCCD1}">
              <a14:hiddenFill xmlns:a14="http://schemas.microsoft.com/office/drawing/2010/main">
                <a:solidFill>
                  <a:srgbClr val="FFFFFF"/>
                </a:solidFill>
              </a14:hiddenFill>
            </a:ext>
          </a:extLst>
        </p:spPr>
      </p:pic>
      <p:grpSp>
        <p:nvGrpSpPr>
          <p:cNvPr id="108" name="Group 107">
            <a:extLst>
              <a:ext uri="{FF2B5EF4-FFF2-40B4-BE49-F238E27FC236}">
                <a16:creationId xmlns:a16="http://schemas.microsoft.com/office/drawing/2014/main" id="{86420FA4-8A94-FECD-F506-3281E3E30C13}"/>
              </a:ext>
            </a:extLst>
          </p:cNvPr>
          <p:cNvGrpSpPr/>
          <p:nvPr/>
        </p:nvGrpSpPr>
        <p:grpSpPr>
          <a:xfrm>
            <a:off x="452040" y="3891798"/>
            <a:ext cx="3306474" cy="2861599"/>
            <a:chOff x="452040" y="3891798"/>
            <a:chExt cx="3306474" cy="2861599"/>
          </a:xfrm>
        </p:grpSpPr>
        <p:pic>
          <p:nvPicPr>
            <p:cNvPr id="23" name="Picture 22">
              <a:extLst>
                <a:ext uri="{FF2B5EF4-FFF2-40B4-BE49-F238E27FC236}">
                  <a16:creationId xmlns:a16="http://schemas.microsoft.com/office/drawing/2014/main" id="{B635AEC7-8860-D491-1DD1-62CB01AC18B3}"/>
                </a:ext>
              </a:extLst>
            </p:cNvPr>
            <p:cNvPicPr>
              <a:picLocks noChangeAspect="1"/>
            </p:cNvPicPr>
            <p:nvPr/>
          </p:nvPicPr>
          <p:blipFill>
            <a:blip r:embed="rId8"/>
            <a:srcRect r="56322"/>
            <a:stretch>
              <a:fillRect/>
            </a:stretch>
          </p:blipFill>
          <p:spPr>
            <a:xfrm>
              <a:off x="516925" y="4190770"/>
              <a:ext cx="2208555" cy="1379039"/>
            </a:xfrm>
            <a:prstGeom prst="rect">
              <a:avLst/>
            </a:prstGeom>
          </p:spPr>
        </p:pic>
        <p:sp>
          <p:nvSpPr>
            <p:cNvPr id="73" name="TextBox 72">
              <a:extLst>
                <a:ext uri="{FF2B5EF4-FFF2-40B4-BE49-F238E27FC236}">
                  <a16:creationId xmlns:a16="http://schemas.microsoft.com/office/drawing/2014/main" id="{57C669C0-27F2-5C69-E442-00D8F7849986}"/>
                </a:ext>
              </a:extLst>
            </p:cNvPr>
            <p:cNvSpPr txBox="1"/>
            <p:nvPr/>
          </p:nvSpPr>
          <p:spPr>
            <a:xfrm>
              <a:off x="452040" y="3891798"/>
              <a:ext cx="2569934" cy="338554"/>
            </a:xfrm>
            <a:prstGeom prst="rect">
              <a:avLst/>
            </a:prstGeom>
            <a:noFill/>
          </p:spPr>
          <p:txBody>
            <a:bodyPr wrap="none" rtlCol="0">
              <a:spAutoFit/>
            </a:bodyPr>
            <a:lstStyle/>
            <a:p>
              <a:r>
                <a:rPr lang="en-US" sz="1600" b="1" dirty="0">
                  <a:latin typeface="Figtree" pitchFamily="2" charset="0"/>
                </a:rPr>
                <a:t>Radar plot legend (score)</a:t>
              </a:r>
            </a:p>
          </p:txBody>
        </p:sp>
        <p:sp>
          <p:nvSpPr>
            <p:cNvPr id="74" name="Rectangle 73">
              <a:extLst>
                <a:ext uri="{FF2B5EF4-FFF2-40B4-BE49-F238E27FC236}">
                  <a16:creationId xmlns:a16="http://schemas.microsoft.com/office/drawing/2014/main" id="{1CEF38BF-CCCD-5E08-6F78-A9D5BC945048}"/>
                </a:ext>
              </a:extLst>
            </p:cNvPr>
            <p:cNvSpPr/>
            <p:nvPr/>
          </p:nvSpPr>
          <p:spPr>
            <a:xfrm>
              <a:off x="452040" y="3892278"/>
              <a:ext cx="3306474" cy="28611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3D26A2DF-7E9B-A57C-E64D-7140230FC55D}"/>
                </a:ext>
              </a:extLst>
            </p:cNvPr>
            <p:cNvPicPr>
              <a:picLocks noChangeAspect="1"/>
            </p:cNvPicPr>
            <p:nvPr/>
          </p:nvPicPr>
          <p:blipFill>
            <a:blip r:embed="rId8"/>
            <a:srcRect l="43717" b="21438"/>
            <a:stretch>
              <a:fillRect/>
            </a:stretch>
          </p:blipFill>
          <p:spPr>
            <a:xfrm>
              <a:off x="516925" y="5647698"/>
              <a:ext cx="2845945" cy="1083397"/>
            </a:xfrm>
            <a:prstGeom prst="rect">
              <a:avLst/>
            </a:prstGeom>
          </p:spPr>
        </p:pic>
        <p:sp>
          <p:nvSpPr>
            <p:cNvPr id="25" name="TextBox 24">
              <a:extLst>
                <a:ext uri="{FF2B5EF4-FFF2-40B4-BE49-F238E27FC236}">
                  <a16:creationId xmlns:a16="http://schemas.microsoft.com/office/drawing/2014/main" id="{15180005-2998-A088-7ABF-B89CE1B65756}"/>
                </a:ext>
              </a:extLst>
            </p:cNvPr>
            <p:cNvSpPr txBox="1"/>
            <p:nvPr/>
          </p:nvSpPr>
          <p:spPr>
            <a:xfrm>
              <a:off x="1714041" y="4440936"/>
              <a:ext cx="476412" cy="276999"/>
            </a:xfrm>
            <a:prstGeom prst="rect">
              <a:avLst/>
            </a:prstGeom>
            <a:noFill/>
          </p:spPr>
          <p:txBody>
            <a:bodyPr wrap="none" rtlCol="0">
              <a:spAutoFit/>
            </a:bodyPr>
            <a:lstStyle/>
            <a:p>
              <a:r>
                <a:rPr lang="en-US" sz="1200" dirty="0">
                  <a:latin typeface="Figtree" pitchFamily="2" charset="0"/>
                </a:rPr>
                <a:t>(1.2)</a:t>
              </a:r>
            </a:p>
          </p:txBody>
        </p:sp>
        <p:sp>
          <p:nvSpPr>
            <p:cNvPr id="26" name="TextBox 25">
              <a:extLst>
                <a:ext uri="{FF2B5EF4-FFF2-40B4-BE49-F238E27FC236}">
                  <a16:creationId xmlns:a16="http://schemas.microsoft.com/office/drawing/2014/main" id="{CA39ABAD-788E-98FA-35F7-27B9AB6CC53D}"/>
                </a:ext>
              </a:extLst>
            </p:cNvPr>
            <p:cNvSpPr txBox="1"/>
            <p:nvPr/>
          </p:nvSpPr>
          <p:spPr>
            <a:xfrm>
              <a:off x="1839187" y="4717935"/>
              <a:ext cx="473206" cy="276999"/>
            </a:xfrm>
            <a:prstGeom prst="rect">
              <a:avLst/>
            </a:prstGeom>
            <a:noFill/>
          </p:spPr>
          <p:txBody>
            <a:bodyPr wrap="none" rtlCol="0">
              <a:spAutoFit/>
            </a:bodyPr>
            <a:lstStyle/>
            <a:p>
              <a:r>
                <a:rPr lang="en-US" sz="1200" dirty="0">
                  <a:latin typeface="Figtree" pitchFamily="2" charset="0"/>
                </a:rPr>
                <a:t>(1.3)</a:t>
              </a:r>
            </a:p>
          </p:txBody>
        </p:sp>
        <p:sp>
          <p:nvSpPr>
            <p:cNvPr id="27" name="TextBox 26">
              <a:extLst>
                <a:ext uri="{FF2B5EF4-FFF2-40B4-BE49-F238E27FC236}">
                  <a16:creationId xmlns:a16="http://schemas.microsoft.com/office/drawing/2014/main" id="{38F1B914-092C-24F9-6B56-04294BD4EE7D}"/>
                </a:ext>
              </a:extLst>
            </p:cNvPr>
            <p:cNvSpPr txBox="1"/>
            <p:nvPr/>
          </p:nvSpPr>
          <p:spPr>
            <a:xfrm>
              <a:off x="2631275" y="4994934"/>
              <a:ext cx="473206" cy="276999"/>
            </a:xfrm>
            <a:prstGeom prst="rect">
              <a:avLst/>
            </a:prstGeom>
            <a:noFill/>
          </p:spPr>
          <p:txBody>
            <a:bodyPr wrap="none" rtlCol="0">
              <a:spAutoFit/>
            </a:bodyPr>
            <a:lstStyle/>
            <a:p>
              <a:r>
                <a:rPr lang="en-US" sz="1200" dirty="0">
                  <a:latin typeface="Figtree" pitchFamily="2" charset="0"/>
                </a:rPr>
                <a:t>(1.3)</a:t>
              </a:r>
            </a:p>
          </p:txBody>
        </p:sp>
        <p:sp>
          <p:nvSpPr>
            <p:cNvPr id="28" name="TextBox 27">
              <a:extLst>
                <a:ext uri="{FF2B5EF4-FFF2-40B4-BE49-F238E27FC236}">
                  <a16:creationId xmlns:a16="http://schemas.microsoft.com/office/drawing/2014/main" id="{FFDC7F3E-531D-32D5-ED51-2CE5C00B4F22}"/>
                </a:ext>
              </a:extLst>
            </p:cNvPr>
            <p:cNvSpPr txBox="1"/>
            <p:nvPr/>
          </p:nvSpPr>
          <p:spPr>
            <a:xfrm>
              <a:off x="1877673" y="5273839"/>
              <a:ext cx="478016" cy="276999"/>
            </a:xfrm>
            <a:prstGeom prst="rect">
              <a:avLst/>
            </a:prstGeom>
            <a:noFill/>
          </p:spPr>
          <p:txBody>
            <a:bodyPr wrap="none" rtlCol="0">
              <a:spAutoFit/>
            </a:bodyPr>
            <a:lstStyle/>
            <a:p>
              <a:r>
                <a:rPr lang="en-US" sz="1200" dirty="0">
                  <a:latin typeface="Figtree" pitchFamily="2" charset="0"/>
                </a:rPr>
                <a:t>(1.5)</a:t>
              </a:r>
            </a:p>
          </p:txBody>
        </p:sp>
        <p:sp>
          <p:nvSpPr>
            <p:cNvPr id="29" name="TextBox 28">
              <a:extLst>
                <a:ext uri="{FF2B5EF4-FFF2-40B4-BE49-F238E27FC236}">
                  <a16:creationId xmlns:a16="http://schemas.microsoft.com/office/drawing/2014/main" id="{05D46F4C-E93D-A62B-B6BE-49F0BE56133F}"/>
                </a:ext>
              </a:extLst>
            </p:cNvPr>
            <p:cNvSpPr txBox="1"/>
            <p:nvPr/>
          </p:nvSpPr>
          <p:spPr>
            <a:xfrm>
              <a:off x="2078378" y="5891521"/>
              <a:ext cx="476412" cy="276999"/>
            </a:xfrm>
            <a:prstGeom prst="rect">
              <a:avLst/>
            </a:prstGeom>
            <a:noFill/>
          </p:spPr>
          <p:txBody>
            <a:bodyPr wrap="none" rtlCol="0">
              <a:spAutoFit/>
            </a:bodyPr>
            <a:lstStyle/>
            <a:p>
              <a:r>
                <a:rPr lang="en-US" sz="1200" dirty="0">
                  <a:latin typeface="Figtree" pitchFamily="2" charset="0"/>
                </a:rPr>
                <a:t>(1.2)</a:t>
              </a:r>
            </a:p>
          </p:txBody>
        </p:sp>
        <p:sp>
          <p:nvSpPr>
            <p:cNvPr id="30" name="TextBox 29">
              <a:extLst>
                <a:ext uri="{FF2B5EF4-FFF2-40B4-BE49-F238E27FC236}">
                  <a16:creationId xmlns:a16="http://schemas.microsoft.com/office/drawing/2014/main" id="{2ACE8B95-D67F-3056-796F-F3890D1C9E73}"/>
                </a:ext>
              </a:extLst>
            </p:cNvPr>
            <p:cNvSpPr txBox="1"/>
            <p:nvPr/>
          </p:nvSpPr>
          <p:spPr>
            <a:xfrm>
              <a:off x="1959059" y="6182130"/>
              <a:ext cx="476412" cy="276999"/>
            </a:xfrm>
            <a:prstGeom prst="rect">
              <a:avLst/>
            </a:prstGeom>
            <a:noFill/>
          </p:spPr>
          <p:txBody>
            <a:bodyPr wrap="none" rtlCol="0">
              <a:spAutoFit/>
            </a:bodyPr>
            <a:lstStyle/>
            <a:p>
              <a:r>
                <a:rPr lang="en-US" sz="1200" dirty="0">
                  <a:latin typeface="Figtree" pitchFamily="2" charset="0"/>
                </a:rPr>
                <a:t>(1.6)</a:t>
              </a:r>
            </a:p>
          </p:txBody>
        </p:sp>
        <p:sp>
          <p:nvSpPr>
            <p:cNvPr id="31" name="TextBox 30">
              <a:extLst>
                <a:ext uri="{FF2B5EF4-FFF2-40B4-BE49-F238E27FC236}">
                  <a16:creationId xmlns:a16="http://schemas.microsoft.com/office/drawing/2014/main" id="{CB90EC9F-5B8E-0DE9-07CE-7E4AC9226381}"/>
                </a:ext>
              </a:extLst>
            </p:cNvPr>
            <p:cNvSpPr txBox="1"/>
            <p:nvPr/>
          </p:nvSpPr>
          <p:spPr>
            <a:xfrm>
              <a:off x="3261330" y="6454096"/>
              <a:ext cx="486030" cy="276999"/>
            </a:xfrm>
            <a:prstGeom prst="rect">
              <a:avLst/>
            </a:prstGeom>
            <a:noFill/>
          </p:spPr>
          <p:txBody>
            <a:bodyPr wrap="none" rtlCol="0">
              <a:spAutoFit/>
            </a:bodyPr>
            <a:lstStyle/>
            <a:p>
              <a:r>
                <a:rPr lang="en-US" sz="1200" dirty="0">
                  <a:latin typeface="Figtree" pitchFamily="2" charset="0"/>
                </a:rPr>
                <a:t>(1.4)</a:t>
              </a:r>
            </a:p>
          </p:txBody>
        </p:sp>
      </p:grpSp>
      <p:sp>
        <p:nvSpPr>
          <p:cNvPr id="102" name="TextBox 101">
            <a:extLst>
              <a:ext uri="{FF2B5EF4-FFF2-40B4-BE49-F238E27FC236}">
                <a16:creationId xmlns:a16="http://schemas.microsoft.com/office/drawing/2014/main" id="{C438839C-8A40-59E6-A382-4043F0E03466}"/>
              </a:ext>
            </a:extLst>
          </p:cNvPr>
          <p:cNvSpPr txBox="1"/>
          <p:nvPr/>
        </p:nvSpPr>
        <p:spPr>
          <a:xfrm>
            <a:off x="4605468" y="6291732"/>
            <a:ext cx="5974714" cy="461665"/>
          </a:xfrm>
          <a:prstGeom prst="rect">
            <a:avLst/>
          </a:prstGeom>
          <a:gradFill flip="none" rotWithShape="1">
            <a:gsLst>
              <a:gs pos="50000">
                <a:schemeClr val="bg1"/>
              </a:gs>
              <a:gs pos="100000">
                <a:srgbClr val="57C056"/>
              </a:gs>
            </a:gsLst>
            <a:lin ang="0" scaled="1"/>
            <a:tileRect/>
          </a:gradFill>
          <a:ln w="28575">
            <a:solidFill>
              <a:schemeClr val="tx1"/>
            </a:solidFill>
          </a:ln>
        </p:spPr>
        <p:txBody>
          <a:bodyPr wrap="none" rtlCol="0">
            <a:spAutoFit/>
          </a:bodyPr>
          <a:lstStyle/>
          <a:p>
            <a:pPr algn="ctr"/>
            <a:r>
              <a:rPr lang="en-US" sz="1200" b="1" dirty="0">
                <a:latin typeface="Figtree" pitchFamily="2" charset="0"/>
              </a:rPr>
              <a:t>Implementation Scoring Guide:  	None	Limited	Partial		Full</a:t>
            </a:r>
          </a:p>
          <a:p>
            <a:pPr algn="ctr"/>
            <a:r>
              <a:rPr lang="en-US" sz="1200" b="1" dirty="0">
                <a:latin typeface="Figtree" pitchFamily="2" charset="0"/>
              </a:rPr>
              <a:t>			0	1	2	3</a:t>
            </a:r>
          </a:p>
        </p:txBody>
      </p:sp>
      <p:grpSp>
        <p:nvGrpSpPr>
          <p:cNvPr id="16" name="Group 15">
            <a:extLst>
              <a:ext uri="{FF2B5EF4-FFF2-40B4-BE49-F238E27FC236}">
                <a16:creationId xmlns:a16="http://schemas.microsoft.com/office/drawing/2014/main" id="{BED0A56A-4AC2-BD3B-4EAA-834DBEB4A7D2}"/>
              </a:ext>
            </a:extLst>
          </p:cNvPr>
          <p:cNvGrpSpPr/>
          <p:nvPr/>
        </p:nvGrpSpPr>
        <p:grpSpPr>
          <a:xfrm>
            <a:off x="4592435" y="998367"/>
            <a:ext cx="274320" cy="246221"/>
            <a:chOff x="8865731" y="528065"/>
            <a:chExt cx="274320" cy="246221"/>
          </a:xfrm>
        </p:grpSpPr>
        <p:sp>
          <p:nvSpPr>
            <p:cNvPr id="10" name="TextBox 9">
              <a:extLst>
                <a:ext uri="{FF2B5EF4-FFF2-40B4-BE49-F238E27FC236}">
                  <a16:creationId xmlns:a16="http://schemas.microsoft.com/office/drawing/2014/main" id="{4945CB83-40D0-9E7C-32B1-CE49F48F0B69}"/>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11" name="Oval 10">
              <a:extLst>
                <a:ext uri="{FF2B5EF4-FFF2-40B4-BE49-F238E27FC236}">
                  <a16:creationId xmlns:a16="http://schemas.microsoft.com/office/drawing/2014/main" id="{A0800322-F459-7B2E-34DC-1954349E3969}"/>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0424FF43-E1EA-C8B0-2D83-1F3C21E170F5}"/>
              </a:ext>
            </a:extLst>
          </p:cNvPr>
          <p:cNvGrpSpPr/>
          <p:nvPr/>
        </p:nvGrpSpPr>
        <p:grpSpPr>
          <a:xfrm>
            <a:off x="3489554" y="1438662"/>
            <a:ext cx="274320" cy="246221"/>
            <a:chOff x="8865731" y="528065"/>
            <a:chExt cx="274320" cy="246221"/>
          </a:xfrm>
        </p:grpSpPr>
        <p:sp>
          <p:nvSpPr>
            <p:cNvPr id="19" name="TextBox 18">
              <a:extLst>
                <a:ext uri="{FF2B5EF4-FFF2-40B4-BE49-F238E27FC236}">
                  <a16:creationId xmlns:a16="http://schemas.microsoft.com/office/drawing/2014/main" id="{6CC3568F-4034-737F-BE19-DF9A3F79B7A9}"/>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20" name="Oval 19">
              <a:extLst>
                <a:ext uri="{FF2B5EF4-FFF2-40B4-BE49-F238E27FC236}">
                  <a16:creationId xmlns:a16="http://schemas.microsoft.com/office/drawing/2014/main" id="{8505BE92-5CEB-C0A9-94D9-45DD22B055F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34E1EBC0-DDF2-0609-96C1-27205EE7EB57}"/>
              </a:ext>
            </a:extLst>
          </p:cNvPr>
          <p:cNvGrpSpPr/>
          <p:nvPr/>
        </p:nvGrpSpPr>
        <p:grpSpPr>
          <a:xfrm>
            <a:off x="4592435" y="2686915"/>
            <a:ext cx="274320" cy="246221"/>
            <a:chOff x="8865731" y="528065"/>
            <a:chExt cx="274320" cy="246221"/>
          </a:xfrm>
        </p:grpSpPr>
        <p:sp>
          <p:nvSpPr>
            <p:cNvPr id="22" name="TextBox 21">
              <a:extLst>
                <a:ext uri="{FF2B5EF4-FFF2-40B4-BE49-F238E27FC236}">
                  <a16:creationId xmlns:a16="http://schemas.microsoft.com/office/drawing/2014/main" id="{481BCE8D-D79F-A965-DED7-0B620A9ED50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32" name="Oval 31">
              <a:extLst>
                <a:ext uri="{FF2B5EF4-FFF2-40B4-BE49-F238E27FC236}">
                  <a16:creationId xmlns:a16="http://schemas.microsoft.com/office/drawing/2014/main" id="{90424A8A-6AA9-321C-0DF6-1C462164ED4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3102B6A6-8832-A383-1CE0-1F9283DFBB8F}"/>
              </a:ext>
            </a:extLst>
          </p:cNvPr>
          <p:cNvGrpSpPr/>
          <p:nvPr/>
        </p:nvGrpSpPr>
        <p:grpSpPr>
          <a:xfrm>
            <a:off x="3987453" y="2552595"/>
            <a:ext cx="274320" cy="246221"/>
            <a:chOff x="8865731" y="528065"/>
            <a:chExt cx="274320" cy="246221"/>
          </a:xfrm>
        </p:grpSpPr>
        <p:sp>
          <p:nvSpPr>
            <p:cNvPr id="37" name="TextBox 36">
              <a:extLst>
                <a:ext uri="{FF2B5EF4-FFF2-40B4-BE49-F238E27FC236}">
                  <a16:creationId xmlns:a16="http://schemas.microsoft.com/office/drawing/2014/main" id="{948F3448-CDE8-4954-1F09-925397EC1075}"/>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38" name="Oval 37">
              <a:extLst>
                <a:ext uri="{FF2B5EF4-FFF2-40B4-BE49-F238E27FC236}">
                  <a16:creationId xmlns:a16="http://schemas.microsoft.com/office/drawing/2014/main" id="{B61F4F93-EFF3-BB06-18EA-90C52714A303}"/>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2F0FCE8C-237C-22E2-FA0A-B7F047B87379}"/>
              </a:ext>
            </a:extLst>
          </p:cNvPr>
          <p:cNvGrpSpPr/>
          <p:nvPr/>
        </p:nvGrpSpPr>
        <p:grpSpPr>
          <a:xfrm>
            <a:off x="4592435" y="4132395"/>
            <a:ext cx="274320" cy="246221"/>
            <a:chOff x="8865731" y="528065"/>
            <a:chExt cx="274320" cy="246221"/>
          </a:xfrm>
        </p:grpSpPr>
        <p:sp>
          <p:nvSpPr>
            <p:cNvPr id="40" name="TextBox 39">
              <a:extLst>
                <a:ext uri="{FF2B5EF4-FFF2-40B4-BE49-F238E27FC236}">
                  <a16:creationId xmlns:a16="http://schemas.microsoft.com/office/drawing/2014/main" id="{1B84D1BE-0440-FDF1-7A78-60BE96F8FDF6}"/>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41" name="Oval 40">
              <a:extLst>
                <a:ext uri="{FF2B5EF4-FFF2-40B4-BE49-F238E27FC236}">
                  <a16:creationId xmlns:a16="http://schemas.microsoft.com/office/drawing/2014/main" id="{4C7FE04D-DB22-69B1-11AD-5FFDAC77FC06}"/>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A5C40587-AF2D-CED8-221C-DBE7403C0A20}"/>
              </a:ext>
            </a:extLst>
          </p:cNvPr>
          <p:cNvGrpSpPr/>
          <p:nvPr/>
        </p:nvGrpSpPr>
        <p:grpSpPr>
          <a:xfrm>
            <a:off x="3362870" y="3401230"/>
            <a:ext cx="274320" cy="246221"/>
            <a:chOff x="8865731" y="528065"/>
            <a:chExt cx="274320" cy="246221"/>
          </a:xfrm>
        </p:grpSpPr>
        <p:sp>
          <p:nvSpPr>
            <p:cNvPr id="43" name="TextBox 42">
              <a:extLst>
                <a:ext uri="{FF2B5EF4-FFF2-40B4-BE49-F238E27FC236}">
                  <a16:creationId xmlns:a16="http://schemas.microsoft.com/office/drawing/2014/main" id="{8A636DF4-9A8C-BFF6-5ADA-E1E91292C865}"/>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45" name="Oval 44">
              <a:extLst>
                <a:ext uri="{FF2B5EF4-FFF2-40B4-BE49-F238E27FC236}">
                  <a16:creationId xmlns:a16="http://schemas.microsoft.com/office/drawing/2014/main" id="{079D3516-89AB-417D-2D11-D6FF1BD9B71D}"/>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F180B1D0-67F3-254A-817F-D5452057067B}"/>
              </a:ext>
            </a:extLst>
          </p:cNvPr>
          <p:cNvGrpSpPr/>
          <p:nvPr/>
        </p:nvGrpSpPr>
        <p:grpSpPr>
          <a:xfrm>
            <a:off x="2267363" y="3541225"/>
            <a:ext cx="274320" cy="246221"/>
            <a:chOff x="8865731" y="528065"/>
            <a:chExt cx="274320" cy="246221"/>
          </a:xfrm>
        </p:grpSpPr>
        <p:sp>
          <p:nvSpPr>
            <p:cNvPr id="47" name="TextBox 46">
              <a:extLst>
                <a:ext uri="{FF2B5EF4-FFF2-40B4-BE49-F238E27FC236}">
                  <a16:creationId xmlns:a16="http://schemas.microsoft.com/office/drawing/2014/main" id="{CB39B2FD-3C94-B2BC-0C75-BD72B6CAB310}"/>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48" name="Oval 47">
              <a:extLst>
                <a:ext uri="{FF2B5EF4-FFF2-40B4-BE49-F238E27FC236}">
                  <a16:creationId xmlns:a16="http://schemas.microsoft.com/office/drawing/2014/main" id="{FEF315C6-67D8-33D3-6480-122B30077CE9}"/>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3A75B547-400E-A782-8349-433E31C10C45}"/>
              </a:ext>
            </a:extLst>
          </p:cNvPr>
          <p:cNvGrpSpPr/>
          <p:nvPr/>
        </p:nvGrpSpPr>
        <p:grpSpPr>
          <a:xfrm>
            <a:off x="8320648" y="998367"/>
            <a:ext cx="274320" cy="246221"/>
            <a:chOff x="8865731" y="528065"/>
            <a:chExt cx="274320" cy="246221"/>
          </a:xfrm>
        </p:grpSpPr>
        <p:sp>
          <p:nvSpPr>
            <p:cNvPr id="50" name="TextBox 49">
              <a:extLst>
                <a:ext uri="{FF2B5EF4-FFF2-40B4-BE49-F238E27FC236}">
                  <a16:creationId xmlns:a16="http://schemas.microsoft.com/office/drawing/2014/main" id="{4C5684E1-26AD-0CD5-2450-0BE974E3BAA6}"/>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52" name="Oval 51">
              <a:extLst>
                <a:ext uri="{FF2B5EF4-FFF2-40B4-BE49-F238E27FC236}">
                  <a16:creationId xmlns:a16="http://schemas.microsoft.com/office/drawing/2014/main" id="{FA18378C-D7E6-2CDB-11A7-947D6049420F}"/>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A80ADC27-5745-AB70-E958-C2E07D42FEFB}"/>
              </a:ext>
            </a:extLst>
          </p:cNvPr>
          <p:cNvGrpSpPr/>
          <p:nvPr/>
        </p:nvGrpSpPr>
        <p:grpSpPr>
          <a:xfrm>
            <a:off x="2007128" y="2487036"/>
            <a:ext cx="274320" cy="246221"/>
            <a:chOff x="8865731" y="528065"/>
            <a:chExt cx="274320" cy="246221"/>
          </a:xfrm>
        </p:grpSpPr>
        <p:sp>
          <p:nvSpPr>
            <p:cNvPr id="54" name="TextBox 53">
              <a:extLst>
                <a:ext uri="{FF2B5EF4-FFF2-40B4-BE49-F238E27FC236}">
                  <a16:creationId xmlns:a16="http://schemas.microsoft.com/office/drawing/2014/main" id="{DBE29FE6-5FFC-8825-418C-9CF74E2BA946}"/>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55" name="Oval 54">
              <a:extLst>
                <a:ext uri="{FF2B5EF4-FFF2-40B4-BE49-F238E27FC236}">
                  <a16:creationId xmlns:a16="http://schemas.microsoft.com/office/drawing/2014/main" id="{36303D7E-4C9E-B6B9-77C5-8570CF6A5975}"/>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99071835-0B05-6444-7ED2-FFA12ABD320C}"/>
              </a:ext>
            </a:extLst>
          </p:cNvPr>
          <p:cNvGrpSpPr/>
          <p:nvPr/>
        </p:nvGrpSpPr>
        <p:grpSpPr>
          <a:xfrm>
            <a:off x="8320648" y="2423988"/>
            <a:ext cx="274320" cy="246221"/>
            <a:chOff x="8865731" y="528065"/>
            <a:chExt cx="274320" cy="246221"/>
          </a:xfrm>
        </p:grpSpPr>
        <p:sp>
          <p:nvSpPr>
            <p:cNvPr id="58" name="TextBox 57">
              <a:extLst>
                <a:ext uri="{FF2B5EF4-FFF2-40B4-BE49-F238E27FC236}">
                  <a16:creationId xmlns:a16="http://schemas.microsoft.com/office/drawing/2014/main" id="{F054D6DF-01B4-A4D1-13C4-9EE3F33F4FD1}"/>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60" name="Oval 59">
              <a:extLst>
                <a:ext uri="{FF2B5EF4-FFF2-40B4-BE49-F238E27FC236}">
                  <a16:creationId xmlns:a16="http://schemas.microsoft.com/office/drawing/2014/main" id="{3B3F3B9B-8617-CE94-FD10-3F912A06F96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865BF070-B2BC-2B50-FB00-57B33CE4DF8A}"/>
              </a:ext>
            </a:extLst>
          </p:cNvPr>
          <p:cNvGrpSpPr/>
          <p:nvPr/>
        </p:nvGrpSpPr>
        <p:grpSpPr>
          <a:xfrm>
            <a:off x="2491668" y="1759335"/>
            <a:ext cx="274320" cy="246221"/>
            <a:chOff x="8865731" y="528065"/>
            <a:chExt cx="274320" cy="246221"/>
          </a:xfrm>
        </p:grpSpPr>
        <p:sp>
          <p:nvSpPr>
            <p:cNvPr id="62" name="TextBox 61">
              <a:extLst>
                <a:ext uri="{FF2B5EF4-FFF2-40B4-BE49-F238E27FC236}">
                  <a16:creationId xmlns:a16="http://schemas.microsoft.com/office/drawing/2014/main" id="{EDD39758-0185-3DAE-8CD5-26F6752264E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63" name="Oval 62">
              <a:extLst>
                <a:ext uri="{FF2B5EF4-FFF2-40B4-BE49-F238E27FC236}">
                  <a16:creationId xmlns:a16="http://schemas.microsoft.com/office/drawing/2014/main" id="{84EFCA32-FA80-8EAD-30DE-8E8A9CC4997B}"/>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6F22B5CC-B6EF-607E-59DE-2E9B91DC2EFE}"/>
              </a:ext>
            </a:extLst>
          </p:cNvPr>
          <p:cNvGrpSpPr/>
          <p:nvPr/>
        </p:nvGrpSpPr>
        <p:grpSpPr>
          <a:xfrm>
            <a:off x="8320648" y="4147173"/>
            <a:ext cx="274320" cy="246221"/>
            <a:chOff x="8865731" y="528065"/>
            <a:chExt cx="274320" cy="246221"/>
          </a:xfrm>
        </p:grpSpPr>
        <p:sp>
          <p:nvSpPr>
            <p:cNvPr id="66" name="TextBox 65">
              <a:extLst>
                <a:ext uri="{FF2B5EF4-FFF2-40B4-BE49-F238E27FC236}">
                  <a16:creationId xmlns:a16="http://schemas.microsoft.com/office/drawing/2014/main" id="{D40D1760-0770-82EF-337D-A924F985516D}"/>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67" name="Oval 66">
              <a:extLst>
                <a:ext uri="{FF2B5EF4-FFF2-40B4-BE49-F238E27FC236}">
                  <a16:creationId xmlns:a16="http://schemas.microsoft.com/office/drawing/2014/main" id="{59640CC0-6502-B9EC-FF14-E948F7719612}"/>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1820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1FD534D-DAB9-8C9E-BCFD-D42E0DEBF6A9}"/>
            </a:ext>
          </a:extLst>
        </p:cNvPr>
        <p:cNvGrpSpPr/>
        <p:nvPr/>
      </p:nvGrpSpPr>
      <p:grpSpPr>
        <a:xfrm>
          <a:off x="0" y="0"/>
          <a:ext cx="0" cy="0"/>
          <a:chOff x="0" y="0"/>
          <a:chExt cx="0" cy="0"/>
        </a:xfrm>
      </p:grpSpPr>
      <p:sp>
        <p:nvSpPr>
          <p:cNvPr id="15" name="Google Shape;961;p37">
            <a:extLst>
              <a:ext uri="{FF2B5EF4-FFF2-40B4-BE49-F238E27FC236}">
                <a16:creationId xmlns:a16="http://schemas.microsoft.com/office/drawing/2014/main" id="{B678A6B3-5096-D070-6405-0F99D603C81E}"/>
              </a:ext>
            </a:extLst>
          </p:cNvPr>
          <p:cNvSpPr/>
          <p:nvPr/>
        </p:nvSpPr>
        <p:spPr>
          <a:xfrm>
            <a:off x="289696" y="1619542"/>
            <a:ext cx="3888083" cy="2182255"/>
          </a:xfrm>
          <a:custGeom>
            <a:avLst/>
            <a:gdLst/>
            <a:ahLst/>
            <a:cxnLst/>
            <a:rect l="l" t="t" r="r" b="b"/>
            <a:pathLst>
              <a:path w="10361593" h="5240827" extrusionOk="0">
                <a:moveTo>
                  <a:pt x="3042546" y="5230988"/>
                </a:moveTo>
                <a:lnTo>
                  <a:pt x="3050418" y="5234924"/>
                </a:lnTo>
                <a:lnTo>
                  <a:pt x="3050418" y="5240827"/>
                </a:lnTo>
                <a:lnTo>
                  <a:pt x="3034673" y="5240827"/>
                </a:lnTo>
                <a:lnTo>
                  <a:pt x="3030738" y="5234924"/>
                </a:lnTo>
                <a:close/>
                <a:moveTo>
                  <a:pt x="3038610" y="5205403"/>
                </a:moveTo>
                <a:lnTo>
                  <a:pt x="3054354" y="5207371"/>
                </a:lnTo>
                <a:lnTo>
                  <a:pt x="3054354" y="5215242"/>
                </a:lnTo>
                <a:lnTo>
                  <a:pt x="3046482" y="5215242"/>
                </a:lnTo>
                <a:lnTo>
                  <a:pt x="3030738" y="5211307"/>
                </a:lnTo>
                <a:lnTo>
                  <a:pt x="3030738" y="5207371"/>
                </a:lnTo>
                <a:close/>
                <a:moveTo>
                  <a:pt x="2997282" y="5205403"/>
                </a:moveTo>
                <a:lnTo>
                  <a:pt x="3016963" y="5207371"/>
                </a:lnTo>
                <a:lnTo>
                  <a:pt x="3030739" y="5223115"/>
                </a:lnTo>
                <a:lnTo>
                  <a:pt x="3026803" y="5227051"/>
                </a:lnTo>
                <a:lnTo>
                  <a:pt x="3018931" y="5227051"/>
                </a:lnTo>
                <a:lnTo>
                  <a:pt x="3009090" y="5223115"/>
                </a:lnTo>
                <a:lnTo>
                  <a:pt x="3001219" y="5215243"/>
                </a:lnTo>
                <a:lnTo>
                  <a:pt x="2983506" y="5215243"/>
                </a:lnTo>
                <a:lnTo>
                  <a:pt x="2975634" y="5211307"/>
                </a:lnTo>
                <a:lnTo>
                  <a:pt x="2979570" y="5207371"/>
                </a:lnTo>
                <a:close/>
                <a:moveTo>
                  <a:pt x="3142910" y="5189659"/>
                </a:moveTo>
                <a:lnTo>
                  <a:pt x="3150782" y="5189659"/>
                </a:lnTo>
                <a:lnTo>
                  <a:pt x="3146846" y="5197531"/>
                </a:lnTo>
                <a:lnTo>
                  <a:pt x="3123230" y="5197531"/>
                </a:lnTo>
                <a:lnTo>
                  <a:pt x="3123230" y="5193595"/>
                </a:lnTo>
                <a:lnTo>
                  <a:pt x="3138974" y="5193595"/>
                </a:lnTo>
                <a:close/>
                <a:moveTo>
                  <a:pt x="3896656" y="5160142"/>
                </a:moveTo>
                <a:lnTo>
                  <a:pt x="3926176" y="5166046"/>
                </a:lnTo>
                <a:lnTo>
                  <a:pt x="3949793" y="5181790"/>
                </a:lnTo>
                <a:lnTo>
                  <a:pt x="3959633" y="5201470"/>
                </a:lnTo>
                <a:lnTo>
                  <a:pt x="3937984" y="5197534"/>
                </a:lnTo>
                <a:lnTo>
                  <a:pt x="3916336" y="5177854"/>
                </a:lnTo>
                <a:lnTo>
                  <a:pt x="3894688" y="5166046"/>
                </a:lnTo>
                <a:close/>
                <a:moveTo>
                  <a:pt x="2944144" y="5160139"/>
                </a:moveTo>
                <a:lnTo>
                  <a:pt x="2948081" y="5160139"/>
                </a:lnTo>
                <a:lnTo>
                  <a:pt x="2948081" y="5166043"/>
                </a:lnTo>
                <a:lnTo>
                  <a:pt x="2950049" y="5173914"/>
                </a:lnTo>
                <a:lnTo>
                  <a:pt x="2944144" y="5173914"/>
                </a:lnTo>
                <a:close/>
                <a:moveTo>
                  <a:pt x="2936272" y="5160139"/>
                </a:moveTo>
                <a:lnTo>
                  <a:pt x="2936272" y="5166043"/>
                </a:lnTo>
                <a:lnTo>
                  <a:pt x="2936272" y="5171947"/>
                </a:lnTo>
                <a:lnTo>
                  <a:pt x="2928400" y="5171947"/>
                </a:lnTo>
                <a:lnTo>
                  <a:pt x="2932336" y="5166043"/>
                </a:lnTo>
                <a:close/>
                <a:moveTo>
                  <a:pt x="2926433" y="5160139"/>
                </a:moveTo>
                <a:lnTo>
                  <a:pt x="2922496" y="5166043"/>
                </a:lnTo>
                <a:lnTo>
                  <a:pt x="2922496" y="5171947"/>
                </a:lnTo>
                <a:lnTo>
                  <a:pt x="2912655" y="5171947"/>
                </a:lnTo>
                <a:lnTo>
                  <a:pt x="2912655" y="5162107"/>
                </a:lnTo>
                <a:close/>
                <a:moveTo>
                  <a:pt x="2959890" y="5154233"/>
                </a:moveTo>
                <a:lnTo>
                  <a:pt x="2963826" y="5160137"/>
                </a:lnTo>
                <a:lnTo>
                  <a:pt x="2967762" y="5171945"/>
                </a:lnTo>
                <a:lnTo>
                  <a:pt x="2959890" y="5171945"/>
                </a:lnTo>
                <a:lnTo>
                  <a:pt x="2953985" y="5162105"/>
                </a:lnTo>
                <a:close/>
                <a:moveTo>
                  <a:pt x="2867391" y="5144395"/>
                </a:moveTo>
                <a:lnTo>
                  <a:pt x="2891008" y="5144395"/>
                </a:lnTo>
                <a:lnTo>
                  <a:pt x="2908720" y="5154235"/>
                </a:lnTo>
                <a:lnTo>
                  <a:pt x="2900848" y="5162107"/>
                </a:lnTo>
                <a:lnTo>
                  <a:pt x="2898880" y="5173915"/>
                </a:lnTo>
                <a:lnTo>
                  <a:pt x="2883136" y="5162107"/>
                </a:lnTo>
                <a:lnTo>
                  <a:pt x="2871327" y="5154235"/>
                </a:lnTo>
                <a:close/>
                <a:moveTo>
                  <a:pt x="2902815" y="5112906"/>
                </a:moveTo>
                <a:lnTo>
                  <a:pt x="2918559" y="5116842"/>
                </a:lnTo>
                <a:lnTo>
                  <a:pt x="2914623" y="5122746"/>
                </a:lnTo>
                <a:lnTo>
                  <a:pt x="2902815" y="5122746"/>
                </a:lnTo>
                <a:lnTo>
                  <a:pt x="2891007" y="5132586"/>
                </a:lnTo>
                <a:lnTo>
                  <a:pt x="2891007" y="5118810"/>
                </a:lnTo>
                <a:close/>
                <a:moveTo>
                  <a:pt x="2837870" y="5112906"/>
                </a:moveTo>
                <a:lnTo>
                  <a:pt x="2841806" y="5112906"/>
                </a:lnTo>
                <a:lnTo>
                  <a:pt x="2865423" y="5126682"/>
                </a:lnTo>
                <a:lnTo>
                  <a:pt x="2875263" y="5142426"/>
                </a:lnTo>
                <a:lnTo>
                  <a:pt x="2865423" y="5142426"/>
                </a:lnTo>
                <a:lnTo>
                  <a:pt x="2849678" y="5126682"/>
                </a:lnTo>
                <a:lnTo>
                  <a:pt x="2837870" y="5116842"/>
                </a:lnTo>
                <a:close/>
                <a:moveTo>
                  <a:pt x="2985469" y="5105033"/>
                </a:moveTo>
                <a:lnTo>
                  <a:pt x="2997277" y="5108969"/>
                </a:lnTo>
                <a:lnTo>
                  <a:pt x="3005149" y="5108969"/>
                </a:lnTo>
                <a:lnTo>
                  <a:pt x="3005149" y="5108972"/>
                </a:lnTo>
                <a:lnTo>
                  <a:pt x="3018924" y="5116843"/>
                </a:lnTo>
                <a:lnTo>
                  <a:pt x="3034668" y="5150299"/>
                </a:lnTo>
                <a:lnTo>
                  <a:pt x="3038604" y="5162107"/>
                </a:lnTo>
                <a:lnTo>
                  <a:pt x="3062220" y="5177851"/>
                </a:lnTo>
                <a:lnTo>
                  <a:pt x="3079932" y="5185723"/>
                </a:lnTo>
                <a:lnTo>
                  <a:pt x="3111421" y="5189659"/>
                </a:lnTo>
                <a:lnTo>
                  <a:pt x="3107485" y="5197531"/>
                </a:lnTo>
                <a:lnTo>
                  <a:pt x="3099613" y="5197531"/>
                </a:lnTo>
                <a:lnTo>
                  <a:pt x="3075997" y="5201467"/>
                </a:lnTo>
                <a:lnTo>
                  <a:pt x="3070092" y="5201467"/>
                </a:lnTo>
                <a:lnTo>
                  <a:pt x="3046476" y="5197531"/>
                </a:lnTo>
                <a:lnTo>
                  <a:pt x="3024828" y="5193595"/>
                </a:lnTo>
                <a:lnTo>
                  <a:pt x="3005148" y="5193595"/>
                </a:lnTo>
                <a:lnTo>
                  <a:pt x="3005148" y="5193593"/>
                </a:lnTo>
                <a:lnTo>
                  <a:pt x="2955948" y="5193593"/>
                </a:lnTo>
                <a:lnTo>
                  <a:pt x="2938236" y="5189657"/>
                </a:lnTo>
                <a:lnTo>
                  <a:pt x="2926428" y="5185721"/>
                </a:lnTo>
                <a:lnTo>
                  <a:pt x="2926428" y="5181785"/>
                </a:lnTo>
                <a:lnTo>
                  <a:pt x="2953980" y="5177849"/>
                </a:lnTo>
                <a:lnTo>
                  <a:pt x="2975628" y="5177849"/>
                </a:lnTo>
                <a:lnTo>
                  <a:pt x="3009085" y="5181785"/>
                </a:lnTo>
                <a:lnTo>
                  <a:pt x="3009084" y="5181787"/>
                </a:lnTo>
                <a:lnTo>
                  <a:pt x="3022860" y="5185723"/>
                </a:lnTo>
                <a:lnTo>
                  <a:pt x="3022860" y="5181787"/>
                </a:lnTo>
                <a:lnTo>
                  <a:pt x="3009084" y="5177851"/>
                </a:lnTo>
                <a:lnTo>
                  <a:pt x="3009084" y="5177849"/>
                </a:lnTo>
                <a:lnTo>
                  <a:pt x="2993341" y="5173913"/>
                </a:lnTo>
                <a:lnTo>
                  <a:pt x="2977596" y="5166041"/>
                </a:lnTo>
                <a:lnTo>
                  <a:pt x="2965788" y="5154233"/>
                </a:lnTo>
                <a:lnTo>
                  <a:pt x="2981532" y="5144393"/>
                </a:lnTo>
                <a:lnTo>
                  <a:pt x="2989405" y="5138489"/>
                </a:lnTo>
                <a:lnTo>
                  <a:pt x="2981532" y="5132585"/>
                </a:lnTo>
                <a:lnTo>
                  <a:pt x="2969725" y="5138489"/>
                </a:lnTo>
                <a:lnTo>
                  <a:pt x="2957916" y="5142425"/>
                </a:lnTo>
                <a:lnTo>
                  <a:pt x="2957916" y="5130617"/>
                </a:lnTo>
                <a:lnTo>
                  <a:pt x="2957916" y="5122745"/>
                </a:lnTo>
                <a:lnTo>
                  <a:pt x="2977596" y="5112905"/>
                </a:lnTo>
                <a:close/>
                <a:moveTo>
                  <a:pt x="2849677" y="5095194"/>
                </a:moveTo>
                <a:lnTo>
                  <a:pt x="2857550" y="5095194"/>
                </a:lnTo>
                <a:lnTo>
                  <a:pt x="2859518" y="5103066"/>
                </a:lnTo>
                <a:lnTo>
                  <a:pt x="2857550" y="5108969"/>
                </a:lnTo>
                <a:close/>
                <a:moveTo>
                  <a:pt x="2837869" y="5085353"/>
                </a:moveTo>
                <a:lnTo>
                  <a:pt x="2841806" y="5089289"/>
                </a:lnTo>
                <a:lnTo>
                  <a:pt x="2833933" y="5095192"/>
                </a:lnTo>
                <a:lnTo>
                  <a:pt x="2833933" y="5089289"/>
                </a:lnTo>
                <a:close/>
                <a:moveTo>
                  <a:pt x="2849678" y="5069609"/>
                </a:moveTo>
                <a:lnTo>
                  <a:pt x="2853614" y="5069609"/>
                </a:lnTo>
                <a:lnTo>
                  <a:pt x="2853614" y="5073545"/>
                </a:lnTo>
                <a:lnTo>
                  <a:pt x="2859518" y="5081417"/>
                </a:lnTo>
                <a:lnTo>
                  <a:pt x="2853614" y="5085353"/>
                </a:lnTo>
                <a:lnTo>
                  <a:pt x="2849678" y="5077481"/>
                </a:lnTo>
                <a:close/>
                <a:moveTo>
                  <a:pt x="3292478" y="5063705"/>
                </a:moveTo>
                <a:lnTo>
                  <a:pt x="3304286" y="5063705"/>
                </a:lnTo>
                <a:lnTo>
                  <a:pt x="3312159" y="5069609"/>
                </a:lnTo>
                <a:lnTo>
                  <a:pt x="3296414" y="5077481"/>
                </a:lnTo>
                <a:lnTo>
                  <a:pt x="3292478" y="5085353"/>
                </a:lnTo>
                <a:lnTo>
                  <a:pt x="3278702" y="5093225"/>
                </a:lnTo>
                <a:lnTo>
                  <a:pt x="3270830" y="5089289"/>
                </a:lnTo>
                <a:lnTo>
                  <a:pt x="3278702" y="5073545"/>
                </a:lnTo>
                <a:lnTo>
                  <a:pt x="3292478" y="5069609"/>
                </a:lnTo>
                <a:close/>
                <a:moveTo>
                  <a:pt x="2822125" y="5059769"/>
                </a:moveTo>
                <a:lnTo>
                  <a:pt x="2826061" y="5059769"/>
                </a:lnTo>
                <a:lnTo>
                  <a:pt x="2829997" y="5069609"/>
                </a:lnTo>
                <a:lnTo>
                  <a:pt x="2826061" y="5077481"/>
                </a:lnTo>
                <a:lnTo>
                  <a:pt x="2818189" y="5065673"/>
                </a:lnTo>
                <a:close/>
                <a:moveTo>
                  <a:pt x="3274766" y="5055832"/>
                </a:moveTo>
                <a:lnTo>
                  <a:pt x="3274766" y="5069608"/>
                </a:lnTo>
                <a:lnTo>
                  <a:pt x="3255085" y="5077480"/>
                </a:lnTo>
                <a:lnTo>
                  <a:pt x="3247214" y="5093224"/>
                </a:lnTo>
                <a:lnTo>
                  <a:pt x="3231470" y="5085352"/>
                </a:lnTo>
                <a:lnTo>
                  <a:pt x="3235406" y="5077480"/>
                </a:lnTo>
                <a:lnTo>
                  <a:pt x="3247214" y="5073544"/>
                </a:lnTo>
                <a:lnTo>
                  <a:pt x="3247214" y="5063704"/>
                </a:lnTo>
                <a:close/>
                <a:moveTo>
                  <a:pt x="2833932" y="5044024"/>
                </a:moveTo>
                <a:lnTo>
                  <a:pt x="2841805" y="5044024"/>
                </a:lnTo>
                <a:lnTo>
                  <a:pt x="2837869" y="5059768"/>
                </a:lnTo>
                <a:lnTo>
                  <a:pt x="2833932" y="5051896"/>
                </a:lnTo>
                <a:close/>
                <a:moveTo>
                  <a:pt x="2818188" y="5024344"/>
                </a:moveTo>
                <a:lnTo>
                  <a:pt x="2822124" y="5028280"/>
                </a:lnTo>
                <a:lnTo>
                  <a:pt x="2814252" y="5036152"/>
                </a:lnTo>
                <a:lnTo>
                  <a:pt x="2814252" y="5028280"/>
                </a:lnTo>
                <a:close/>
                <a:moveTo>
                  <a:pt x="2841804" y="5018442"/>
                </a:moveTo>
                <a:lnTo>
                  <a:pt x="2833932" y="5024346"/>
                </a:lnTo>
                <a:lnTo>
                  <a:pt x="2833932" y="5028281"/>
                </a:lnTo>
                <a:lnTo>
                  <a:pt x="2829996" y="5024346"/>
                </a:lnTo>
                <a:close/>
                <a:moveTo>
                  <a:pt x="2822124" y="5010570"/>
                </a:moveTo>
                <a:lnTo>
                  <a:pt x="2829996" y="5010570"/>
                </a:lnTo>
                <a:lnTo>
                  <a:pt x="2833932" y="5014506"/>
                </a:lnTo>
                <a:lnTo>
                  <a:pt x="2826060" y="5018442"/>
                </a:lnTo>
                <a:lnTo>
                  <a:pt x="2818188" y="5018442"/>
                </a:lnTo>
                <a:close/>
                <a:moveTo>
                  <a:pt x="2814251" y="4983017"/>
                </a:moveTo>
                <a:lnTo>
                  <a:pt x="2822123" y="4992857"/>
                </a:lnTo>
                <a:lnTo>
                  <a:pt x="2814251" y="4996792"/>
                </a:lnTo>
                <a:lnTo>
                  <a:pt x="2810315" y="4992857"/>
                </a:lnTo>
                <a:close/>
                <a:moveTo>
                  <a:pt x="2833932" y="4959400"/>
                </a:moveTo>
                <a:lnTo>
                  <a:pt x="2837869" y="4959400"/>
                </a:lnTo>
                <a:lnTo>
                  <a:pt x="2837869" y="4975144"/>
                </a:lnTo>
                <a:lnTo>
                  <a:pt x="2837869" y="4988920"/>
                </a:lnTo>
                <a:lnTo>
                  <a:pt x="2841804" y="5000728"/>
                </a:lnTo>
                <a:lnTo>
                  <a:pt x="2833932" y="4996792"/>
                </a:lnTo>
                <a:lnTo>
                  <a:pt x="2822125" y="4984984"/>
                </a:lnTo>
                <a:lnTo>
                  <a:pt x="2822125" y="4979080"/>
                </a:lnTo>
                <a:lnTo>
                  <a:pt x="2829996" y="4971208"/>
                </a:lnTo>
                <a:close/>
                <a:moveTo>
                  <a:pt x="2818187" y="4933816"/>
                </a:moveTo>
                <a:lnTo>
                  <a:pt x="2822123" y="4937752"/>
                </a:lnTo>
                <a:lnTo>
                  <a:pt x="2818187" y="4943655"/>
                </a:lnTo>
                <a:lnTo>
                  <a:pt x="2814252" y="4937752"/>
                </a:lnTo>
                <a:close/>
                <a:moveTo>
                  <a:pt x="2833932" y="4925944"/>
                </a:moveTo>
                <a:lnTo>
                  <a:pt x="2837867" y="4933816"/>
                </a:lnTo>
                <a:lnTo>
                  <a:pt x="2837867" y="4941688"/>
                </a:lnTo>
                <a:lnTo>
                  <a:pt x="2833932" y="4937752"/>
                </a:lnTo>
                <a:close/>
                <a:moveTo>
                  <a:pt x="9735764" y="4861001"/>
                </a:moveTo>
                <a:lnTo>
                  <a:pt x="9743636" y="4864937"/>
                </a:lnTo>
                <a:lnTo>
                  <a:pt x="9743636" y="4876745"/>
                </a:lnTo>
                <a:lnTo>
                  <a:pt x="9729860" y="4880681"/>
                </a:lnTo>
                <a:close/>
                <a:moveTo>
                  <a:pt x="2916587" y="4835415"/>
                </a:moveTo>
                <a:lnTo>
                  <a:pt x="2916587" y="4835416"/>
                </a:lnTo>
                <a:lnTo>
                  <a:pt x="2920522" y="4835416"/>
                </a:lnTo>
                <a:lnTo>
                  <a:pt x="2920522" y="4835415"/>
                </a:lnTo>
                <a:close/>
                <a:moveTo>
                  <a:pt x="2849676" y="4835415"/>
                </a:moveTo>
                <a:lnTo>
                  <a:pt x="2851644" y="4845255"/>
                </a:lnTo>
                <a:lnTo>
                  <a:pt x="2849676" y="4849190"/>
                </a:lnTo>
                <a:lnTo>
                  <a:pt x="2837867" y="4849190"/>
                </a:lnTo>
                <a:lnTo>
                  <a:pt x="2841804" y="4839351"/>
                </a:lnTo>
                <a:close/>
                <a:moveTo>
                  <a:pt x="2851644" y="4817703"/>
                </a:moveTo>
                <a:lnTo>
                  <a:pt x="2859516" y="4823607"/>
                </a:lnTo>
                <a:lnTo>
                  <a:pt x="2863452" y="4835415"/>
                </a:lnTo>
                <a:lnTo>
                  <a:pt x="2859516" y="4839351"/>
                </a:lnTo>
                <a:lnTo>
                  <a:pt x="2851644" y="4831479"/>
                </a:lnTo>
                <a:close/>
                <a:moveTo>
                  <a:pt x="2877228" y="4807863"/>
                </a:moveTo>
                <a:lnTo>
                  <a:pt x="2883133" y="4815735"/>
                </a:lnTo>
                <a:lnTo>
                  <a:pt x="2881165" y="4815735"/>
                </a:lnTo>
                <a:lnTo>
                  <a:pt x="2877228" y="4821638"/>
                </a:lnTo>
                <a:lnTo>
                  <a:pt x="2873292" y="4815735"/>
                </a:lnTo>
                <a:close/>
                <a:moveTo>
                  <a:pt x="10198248" y="4717336"/>
                </a:moveTo>
                <a:lnTo>
                  <a:pt x="10206120" y="4717336"/>
                </a:lnTo>
                <a:lnTo>
                  <a:pt x="10198248" y="4727176"/>
                </a:lnTo>
                <a:lnTo>
                  <a:pt x="10190376" y="4721272"/>
                </a:lnTo>
                <a:close/>
                <a:moveTo>
                  <a:pt x="2861483" y="4705526"/>
                </a:moveTo>
                <a:lnTo>
                  <a:pt x="2875259" y="4713398"/>
                </a:lnTo>
                <a:lnTo>
                  <a:pt x="2875259" y="4733078"/>
                </a:lnTo>
                <a:lnTo>
                  <a:pt x="2865419" y="4754726"/>
                </a:lnTo>
                <a:lnTo>
                  <a:pt x="2861483" y="4762598"/>
                </a:lnTo>
                <a:lnTo>
                  <a:pt x="2849675" y="4758662"/>
                </a:lnTo>
                <a:lnTo>
                  <a:pt x="2853611" y="4717334"/>
                </a:lnTo>
                <a:lnTo>
                  <a:pt x="2853611" y="4709462"/>
                </a:lnTo>
                <a:close/>
                <a:moveTo>
                  <a:pt x="9082382" y="4642551"/>
                </a:moveTo>
                <a:lnTo>
                  <a:pt x="9088286" y="4646487"/>
                </a:lnTo>
                <a:lnTo>
                  <a:pt x="9111902" y="4656327"/>
                </a:lnTo>
                <a:lnTo>
                  <a:pt x="9133551" y="4664199"/>
                </a:lnTo>
                <a:lnTo>
                  <a:pt x="9149295" y="4660263"/>
                </a:lnTo>
                <a:lnTo>
                  <a:pt x="9163071" y="4646487"/>
                </a:lnTo>
                <a:lnTo>
                  <a:pt x="9174879" y="4646487"/>
                </a:lnTo>
                <a:lnTo>
                  <a:pt x="9186687" y="4648455"/>
                </a:lnTo>
                <a:lnTo>
                  <a:pt x="9186687" y="4676008"/>
                </a:lnTo>
                <a:lnTo>
                  <a:pt x="9178815" y="4705528"/>
                </a:lnTo>
                <a:lnTo>
                  <a:pt x="9170943" y="4717336"/>
                </a:lnTo>
                <a:lnTo>
                  <a:pt x="9163071" y="4737016"/>
                </a:lnTo>
                <a:lnTo>
                  <a:pt x="9153231" y="4737016"/>
                </a:lnTo>
                <a:lnTo>
                  <a:pt x="9149295" y="4750792"/>
                </a:lnTo>
                <a:lnTo>
                  <a:pt x="9121742" y="4754728"/>
                </a:lnTo>
                <a:lnTo>
                  <a:pt x="9115838" y="4746856"/>
                </a:lnTo>
                <a:lnTo>
                  <a:pt x="9104030" y="4725208"/>
                </a:lnTo>
                <a:lnTo>
                  <a:pt x="9092222" y="4713400"/>
                </a:lnTo>
                <a:lnTo>
                  <a:pt x="9092222" y="4679944"/>
                </a:lnTo>
                <a:lnTo>
                  <a:pt x="9082382" y="4668135"/>
                </a:lnTo>
                <a:lnTo>
                  <a:pt x="9074510" y="4652391"/>
                </a:lnTo>
                <a:close/>
                <a:moveTo>
                  <a:pt x="9871557" y="4626807"/>
                </a:moveTo>
                <a:lnTo>
                  <a:pt x="9883365" y="4638615"/>
                </a:lnTo>
                <a:lnTo>
                  <a:pt x="9883365" y="4652391"/>
                </a:lnTo>
                <a:lnTo>
                  <a:pt x="9889269" y="4652391"/>
                </a:lnTo>
                <a:lnTo>
                  <a:pt x="9897141" y="4644519"/>
                </a:lnTo>
                <a:lnTo>
                  <a:pt x="9908949" y="4644519"/>
                </a:lnTo>
                <a:lnTo>
                  <a:pt x="9905013" y="4685848"/>
                </a:lnTo>
                <a:lnTo>
                  <a:pt x="9889269" y="4713400"/>
                </a:lnTo>
                <a:lnTo>
                  <a:pt x="9883365" y="4725208"/>
                </a:lnTo>
                <a:lnTo>
                  <a:pt x="9875493" y="4746856"/>
                </a:lnTo>
                <a:lnTo>
                  <a:pt x="9847940" y="4754728"/>
                </a:lnTo>
                <a:lnTo>
                  <a:pt x="9832196" y="4774409"/>
                </a:lnTo>
                <a:lnTo>
                  <a:pt x="9810548" y="4819673"/>
                </a:lnTo>
                <a:lnTo>
                  <a:pt x="9773156" y="4857065"/>
                </a:lnTo>
                <a:lnTo>
                  <a:pt x="9727891" y="4843289"/>
                </a:lnTo>
                <a:lnTo>
                  <a:pt x="9704275" y="4843289"/>
                </a:lnTo>
                <a:lnTo>
                  <a:pt x="9700339" y="4827545"/>
                </a:lnTo>
                <a:lnTo>
                  <a:pt x="9716083" y="4792121"/>
                </a:lnTo>
                <a:lnTo>
                  <a:pt x="9735763" y="4770472"/>
                </a:lnTo>
                <a:lnTo>
                  <a:pt x="9769220" y="4750792"/>
                </a:lnTo>
                <a:lnTo>
                  <a:pt x="9790868" y="4729144"/>
                </a:lnTo>
                <a:lnTo>
                  <a:pt x="9826292" y="4709464"/>
                </a:lnTo>
                <a:lnTo>
                  <a:pt x="9838100" y="4689784"/>
                </a:lnTo>
                <a:lnTo>
                  <a:pt x="9838100" y="4676008"/>
                </a:lnTo>
                <a:lnTo>
                  <a:pt x="9855812" y="4652391"/>
                </a:lnTo>
                <a:lnTo>
                  <a:pt x="9855812" y="4634679"/>
                </a:lnTo>
                <a:close/>
                <a:moveTo>
                  <a:pt x="9174879" y="4609095"/>
                </a:moveTo>
                <a:lnTo>
                  <a:pt x="9178815" y="4609095"/>
                </a:lnTo>
                <a:lnTo>
                  <a:pt x="9182751" y="4622871"/>
                </a:lnTo>
                <a:lnTo>
                  <a:pt x="9174879" y="4626807"/>
                </a:lnTo>
                <a:lnTo>
                  <a:pt x="9172911" y="4618935"/>
                </a:lnTo>
                <a:lnTo>
                  <a:pt x="9172911" y="4614999"/>
                </a:lnTo>
                <a:close/>
                <a:moveTo>
                  <a:pt x="9052862" y="4609095"/>
                </a:moveTo>
                <a:lnTo>
                  <a:pt x="9056798" y="4609095"/>
                </a:lnTo>
                <a:lnTo>
                  <a:pt x="9062702" y="4613031"/>
                </a:lnTo>
                <a:lnTo>
                  <a:pt x="9056798" y="4618935"/>
                </a:lnTo>
                <a:lnTo>
                  <a:pt x="9052862" y="4613031"/>
                </a:lnTo>
                <a:close/>
                <a:moveTo>
                  <a:pt x="9875493" y="4412293"/>
                </a:moveTo>
                <a:lnTo>
                  <a:pt x="9905013" y="4439845"/>
                </a:lnTo>
                <a:lnTo>
                  <a:pt x="9912885" y="4439845"/>
                </a:lnTo>
                <a:lnTo>
                  <a:pt x="9928629" y="4453622"/>
                </a:lnTo>
                <a:lnTo>
                  <a:pt x="9928629" y="4465430"/>
                </a:lnTo>
                <a:lnTo>
                  <a:pt x="9940437" y="4491014"/>
                </a:lnTo>
                <a:lnTo>
                  <a:pt x="9952245" y="4502822"/>
                </a:lnTo>
                <a:lnTo>
                  <a:pt x="9956181" y="4496918"/>
                </a:lnTo>
                <a:lnTo>
                  <a:pt x="9952245" y="4485110"/>
                </a:lnTo>
                <a:lnTo>
                  <a:pt x="9962086" y="4496918"/>
                </a:lnTo>
                <a:lnTo>
                  <a:pt x="9969958" y="4522502"/>
                </a:lnTo>
                <a:lnTo>
                  <a:pt x="9989638" y="4534310"/>
                </a:lnTo>
                <a:lnTo>
                  <a:pt x="10013254" y="4530374"/>
                </a:lnTo>
                <a:lnTo>
                  <a:pt x="10019158" y="4512662"/>
                </a:lnTo>
                <a:lnTo>
                  <a:pt x="10038838" y="4510694"/>
                </a:lnTo>
                <a:lnTo>
                  <a:pt x="10038838" y="4534310"/>
                </a:lnTo>
                <a:lnTo>
                  <a:pt x="10027030" y="4546118"/>
                </a:lnTo>
                <a:lnTo>
                  <a:pt x="10023094" y="4579575"/>
                </a:lnTo>
                <a:lnTo>
                  <a:pt x="10013254" y="4573671"/>
                </a:lnTo>
                <a:lnTo>
                  <a:pt x="9993574" y="4573671"/>
                </a:lnTo>
                <a:lnTo>
                  <a:pt x="9989638" y="4581543"/>
                </a:lnTo>
                <a:lnTo>
                  <a:pt x="9997510" y="4593351"/>
                </a:lnTo>
                <a:lnTo>
                  <a:pt x="9985702" y="4605159"/>
                </a:lnTo>
                <a:lnTo>
                  <a:pt x="9962086" y="4654359"/>
                </a:lnTo>
                <a:lnTo>
                  <a:pt x="9944373" y="4660263"/>
                </a:lnTo>
                <a:lnTo>
                  <a:pt x="9924693" y="4654359"/>
                </a:lnTo>
                <a:lnTo>
                  <a:pt x="9940437" y="4638615"/>
                </a:lnTo>
                <a:lnTo>
                  <a:pt x="9944373" y="4614999"/>
                </a:lnTo>
                <a:lnTo>
                  <a:pt x="9924693" y="4593351"/>
                </a:lnTo>
                <a:lnTo>
                  <a:pt x="9905013" y="4589415"/>
                </a:lnTo>
                <a:lnTo>
                  <a:pt x="9905013" y="4573671"/>
                </a:lnTo>
                <a:lnTo>
                  <a:pt x="9928629" y="4567766"/>
                </a:lnTo>
                <a:lnTo>
                  <a:pt x="9936501" y="4546118"/>
                </a:lnTo>
                <a:lnTo>
                  <a:pt x="9924693" y="4502822"/>
                </a:lnTo>
                <a:lnTo>
                  <a:pt x="9912885" y="4481174"/>
                </a:lnTo>
                <a:lnTo>
                  <a:pt x="9887301" y="4439845"/>
                </a:lnTo>
                <a:lnTo>
                  <a:pt x="9875493" y="4428037"/>
                </a:lnTo>
                <a:close/>
                <a:moveTo>
                  <a:pt x="3410578" y="4351288"/>
                </a:moveTo>
                <a:lnTo>
                  <a:pt x="3428280" y="4359155"/>
                </a:lnTo>
                <a:lnTo>
                  <a:pt x="3436152" y="4374899"/>
                </a:lnTo>
                <a:lnTo>
                  <a:pt x="3455812" y="4388661"/>
                </a:lnTo>
                <a:lnTo>
                  <a:pt x="3438120" y="4374900"/>
                </a:lnTo>
                <a:lnTo>
                  <a:pt x="3430248" y="4359156"/>
                </a:lnTo>
                <a:close/>
                <a:moveTo>
                  <a:pt x="2961726" y="4335427"/>
                </a:moveTo>
                <a:lnTo>
                  <a:pt x="2959884" y="4343412"/>
                </a:lnTo>
                <a:lnTo>
                  <a:pt x="2960090" y="4344265"/>
                </a:lnTo>
                <a:close/>
                <a:moveTo>
                  <a:pt x="3320074" y="4321691"/>
                </a:moveTo>
                <a:lnTo>
                  <a:pt x="3320031" y="4321763"/>
                </a:lnTo>
                <a:lnTo>
                  <a:pt x="3320031" y="4335652"/>
                </a:lnTo>
                <a:lnTo>
                  <a:pt x="3320038" y="4335539"/>
                </a:lnTo>
                <a:lnTo>
                  <a:pt x="3320038" y="4321763"/>
                </a:lnTo>
                <a:close/>
                <a:moveTo>
                  <a:pt x="3353588" y="4272484"/>
                </a:moveTo>
                <a:lnTo>
                  <a:pt x="3353487" y="4272563"/>
                </a:lnTo>
                <a:lnTo>
                  <a:pt x="3349551" y="4280435"/>
                </a:lnTo>
                <a:lnTo>
                  <a:pt x="3331839" y="4302083"/>
                </a:lnTo>
                <a:lnTo>
                  <a:pt x="3331387" y="4302838"/>
                </a:lnTo>
                <a:lnTo>
                  <a:pt x="3345623" y="4309955"/>
                </a:lnTo>
                <a:lnTo>
                  <a:pt x="3331847" y="4302083"/>
                </a:lnTo>
                <a:lnTo>
                  <a:pt x="3349559" y="4280435"/>
                </a:lnTo>
                <a:lnTo>
                  <a:pt x="3353495" y="4272563"/>
                </a:lnTo>
                <a:close/>
                <a:moveTo>
                  <a:pt x="3412923" y="4158573"/>
                </a:moveTo>
                <a:lnTo>
                  <a:pt x="3412561" y="4160388"/>
                </a:lnTo>
                <a:lnTo>
                  <a:pt x="3412560" y="4160393"/>
                </a:lnTo>
                <a:lnTo>
                  <a:pt x="3422368" y="4162354"/>
                </a:lnTo>
                <a:lnTo>
                  <a:pt x="3437624" y="4192865"/>
                </a:lnTo>
                <a:lnTo>
                  <a:pt x="3438120" y="4191874"/>
                </a:lnTo>
                <a:lnTo>
                  <a:pt x="3422376" y="4162354"/>
                </a:lnTo>
                <a:close/>
                <a:moveTo>
                  <a:pt x="5646223" y="4138739"/>
                </a:moveTo>
                <a:lnTo>
                  <a:pt x="5630479" y="4142675"/>
                </a:lnTo>
                <a:lnTo>
                  <a:pt x="5630479" y="4142675"/>
                </a:lnTo>
                <a:lnTo>
                  <a:pt x="5646223" y="4138739"/>
                </a:lnTo>
                <a:lnTo>
                  <a:pt x="5658031" y="4150547"/>
                </a:lnTo>
                <a:close/>
                <a:moveTo>
                  <a:pt x="5539951" y="4113155"/>
                </a:moveTo>
                <a:lnTo>
                  <a:pt x="5539951" y="4113156"/>
                </a:lnTo>
                <a:lnTo>
                  <a:pt x="5559630" y="4132835"/>
                </a:lnTo>
                <a:lnTo>
                  <a:pt x="5571438" y="4182036"/>
                </a:lnTo>
                <a:lnTo>
                  <a:pt x="5593087" y="4182036"/>
                </a:lnTo>
                <a:lnTo>
                  <a:pt x="5630478" y="4142676"/>
                </a:lnTo>
                <a:lnTo>
                  <a:pt x="5593087" y="4180067"/>
                </a:lnTo>
                <a:lnTo>
                  <a:pt x="5571439" y="4180067"/>
                </a:lnTo>
                <a:lnTo>
                  <a:pt x="5559630" y="4130867"/>
                </a:lnTo>
                <a:close/>
                <a:moveTo>
                  <a:pt x="3251181" y="4101347"/>
                </a:moveTo>
                <a:lnTo>
                  <a:pt x="3251157" y="4101353"/>
                </a:lnTo>
                <a:lnTo>
                  <a:pt x="3274766" y="4122994"/>
                </a:lnTo>
                <a:lnTo>
                  <a:pt x="3316095" y="4132834"/>
                </a:lnTo>
                <a:lnTo>
                  <a:pt x="3333807" y="4150546"/>
                </a:lnTo>
                <a:lnTo>
                  <a:pt x="3335775" y="4160386"/>
                </a:lnTo>
                <a:lnTo>
                  <a:pt x="3304287" y="4203682"/>
                </a:lnTo>
                <a:lnTo>
                  <a:pt x="3316095" y="4207618"/>
                </a:lnTo>
                <a:lnTo>
                  <a:pt x="3316120" y="4207618"/>
                </a:lnTo>
                <a:lnTo>
                  <a:pt x="3304319" y="4203684"/>
                </a:lnTo>
                <a:lnTo>
                  <a:pt x="3335807" y="4160388"/>
                </a:lnTo>
                <a:lnTo>
                  <a:pt x="3333839" y="4150548"/>
                </a:lnTo>
                <a:lnTo>
                  <a:pt x="3316126" y="4132836"/>
                </a:lnTo>
                <a:lnTo>
                  <a:pt x="3274798" y="4121028"/>
                </a:lnTo>
                <a:close/>
                <a:moveTo>
                  <a:pt x="3404663" y="4097410"/>
                </a:moveTo>
                <a:lnTo>
                  <a:pt x="3388942" y="4105270"/>
                </a:lnTo>
                <a:lnTo>
                  <a:pt x="3388944" y="4105283"/>
                </a:lnTo>
                <a:lnTo>
                  <a:pt x="3404688" y="4099379"/>
                </a:lnTo>
                <a:lnTo>
                  <a:pt x="3418617" y="4106344"/>
                </a:lnTo>
                <a:lnTo>
                  <a:pt x="3418439" y="4105282"/>
                </a:lnTo>
                <a:close/>
                <a:moveTo>
                  <a:pt x="3050054" y="4094369"/>
                </a:moveTo>
                <a:lnTo>
                  <a:pt x="3042545" y="4113143"/>
                </a:lnTo>
                <a:lnTo>
                  <a:pt x="3050412" y="4095442"/>
                </a:lnTo>
                <a:close/>
                <a:moveTo>
                  <a:pt x="5744623" y="4067892"/>
                </a:moveTo>
                <a:lnTo>
                  <a:pt x="5736752" y="4081667"/>
                </a:lnTo>
                <a:lnTo>
                  <a:pt x="5707232" y="4089539"/>
                </a:lnTo>
                <a:lnTo>
                  <a:pt x="5703296" y="4122995"/>
                </a:lnTo>
                <a:lnTo>
                  <a:pt x="5683615" y="4146611"/>
                </a:lnTo>
                <a:lnTo>
                  <a:pt x="5703296" y="4124963"/>
                </a:lnTo>
                <a:lnTo>
                  <a:pt x="5707232" y="4089539"/>
                </a:lnTo>
                <a:lnTo>
                  <a:pt x="5736752" y="4083635"/>
                </a:lnTo>
                <a:close/>
                <a:moveTo>
                  <a:pt x="3197965" y="4063925"/>
                </a:moveTo>
                <a:lnTo>
                  <a:pt x="3198014" y="4063953"/>
                </a:lnTo>
                <a:lnTo>
                  <a:pt x="3213758" y="4083634"/>
                </a:lnTo>
                <a:lnTo>
                  <a:pt x="3233438" y="4105282"/>
                </a:lnTo>
                <a:lnTo>
                  <a:pt x="3233463" y="4105276"/>
                </a:lnTo>
                <a:lnTo>
                  <a:pt x="3213788" y="4083635"/>
                </a:lnTo>
                <a:lnTo>
                  <a:pt x="3198044" y="4063955"/>
                </a:lnTo>
                <a:close/>
                <a:moveTo>
                  <a:pt x="3144907" y="4052146"/>
                </a:moveTo>
                <a:lnTo>
                  <a:pt x="3144900" y="4052150"/>
                </a:lnTo>
                <a:lnTo>
                  <a:pt x="3164557" y="4056081"/>
                </a:lnTo>
                <a:lnTo>
                  <a:pt x="3164582" y="4056081"/>
                </a:lnTo>
                <a:close/>
                <a:moveTo>
                  <a:pt x="3070121" y="4044274"/>
                </a:moveTo>
                <a:lnTo>
                  <a:pt x="3042955" y="4071440"/>
                </a:lnTo>
                <a:lnTo>
                  <a:pt x="3070092" y="4046241"/>
                </a:lnTo>
                <a:lnTo>
                  <a:pt x="3079932" y="4046241"/>
                </a:lnTo>
                <a:lnTo>
                  <a:pt x="3107485" y="4056081"/>
                </a:lnTo>
                <a:lnTo>
                  <a:pt x="3119293" y="4075761"/>
                </a:lnTo>
                <a:lnTo>
                  <a:pt x="3133069" y="4075761"/>
                </a:lnTo>
                <a:lnTo>
                  <a:pt x="3136912" y="4068075"/>
                </a:lnTo>
                <a:lnTo>
                  <a:pt x="3133099" y="4073794"/>
                </a:lnTo>
                <a:lnTo>
                  <a:pt x="3119322" y="4073794"/>
                </a:lnTo>
                <a:lnTo>
                  <a:pt x="3107514" y="4056082"/>
                </a:lnTo>
                <a:lnTo>
                  <a:pt x="3081930" y="4044274"/>
                </a:lnTo>
                <a:close/>
                <a:moveTo>
                  <a:pt x="6533799" y="4002946"/>
                </a:moveTo>
                <a:lnTo>
                  <a:pt x="6545607" y="4002946"/>
                </a:lnTo>
                <a:lnTo>
                  <a:pt x="6551511" y="4010818"/>
                </a:lnTo>
                <a:lnTo>
                  <a:pt x="6541671" y="4016722"/>
                </a:lnTo>
                <a:lnTo>
                  <a:pt x="6533799" y="4016722"/>
                </a:lnTo>
                <a:lnTo>
                  <a:pt x="6533799" y="4010818"/>
                </a:lnTo>
                <a:close/>
                <a:moveTo>
                  <a:pt x="5752640" y="3994921"/>
                </a:moveTo>
                <a:lnTo>
                  <a:pt x="5762336" y="4022626"/>
                </a:lnTo>
                <a:lnTo>
                  <a:pt x="5774144" y="4040338"/>
                </a:lnTo>
                <a:lnTo>
                  <a:pt x="5744624" y="4067890"/>
                </a:lnTo>
                <a:lnTo>
                  <a:pt x="5744624" y="4067891"/>
                </a:lnTo>
                <a:lnTo>
                  <a:pt x="5774144" y="4040338"/>
                </a:lnTo>
                <a:lnTo>
                  <a:pt x="5774932" y="4040338"/>
                </a:lnTo>
                <a:lnTo>
                  <a:pt x="5764305" y="4022626"/>
                </a:lnTo>
                <a:close/>
                <a:moveTo>
                  <a:pt x="6598743" y="3981298"/>
                </a:moveTo>
                <a:lnTo>
                  <a:pt x="6608583" y="3989170"/>
                </a:lnTo>
                <a:lnTo>
                  <a:pt x="6598743" y="3997042"/>
                </a:lnTo>
                <a:lnTo>
                  <a:pt x="6590871" y="3993106"/>
                </a:lnTo>
                <a:lnTo>
                  <a:pt x="6590871" y="3985234"/>
                </a:lnTo>
                <a:close/>
                <a:moveTo>
                  <a:pt x="9718052" y="3981297"/>
                </a:moveTo>
                <a:lnTo>
                  <a:pt x="9721988" y="3989169"/>
                </a:lnTo>
                <a:lnTo>
                  <a:pt x="9718052" y="3993105"/>
                </a:lnTo>
                <a:lnTo>
                  <a:pt x="9712148" y="3993105"/>
                </a:lnTo>
                <a:lnTo>
                  <a:pt x="9712148" y="3985233"/>
                </a:lnTo>
                <a:close/>
                <a:moveTo>
                  <a:pt x="3202040" y="3977341"/>
                </a:moveTo>
                <a:lnTo>
                  <a:pt x="3201980" y="3977361"/>
                </a:lnTo>
                <a:lnTo>
                  <a:pt x="3194107" y="3997042"/>
                </a:lnTo>
                <a:lnTo>
                  <a:pt x="3190171" y="4030498"/>
                </a:lnTo>
                <a:lnTo>
                  <a:pt x="3182300" y="4056081"/>
                </a:lnTo>
                <a:lnTo>
                  <a:pt x="3182300" y="4056081"/>
                </a:lnTo>
                <a:lnTo>
                  <a:pt x="3190171" y="4030499"/>
                </a:lnTo>
                <a:lnTo>
                  <a:pt x="3194108" y="3997043"/>
                </a:lnTo>
                <a:lnTo>
                  <a:pt x="3201981" y="3977362"/>
                </a:lnTo>
                <a:close/>
                <a:moveTo>
                  <a:pt x="9694435" y="3973425"/>
                </a:moveTo>
                <a:lnTo>
                  <a:pt x="9700339" y="3973425"/>
                </a:lnTo>
                <a:lnTo>
                  <a:pt x="9700339" y="3981297"/>
                </a:lnTo>
                <a:lnTo>
                  <a:pt x="9694435" y="3981297"/>
                </a:lnTo>
                <a:close/>
                <a:moveTo>
                  <a:pt x="9627523" y="3971457"/>
                </a:moveTo>
                <a:lnTo>
                  <a:pt x="9635395" y="3971457"/>
                </a:lnTo>
                <a:lnTo>
                  <a:pt x="9643267" y="3977361"/>
                </a:lnTo>
                <a:lnTo>
                  <a:pt x="9651139" y="3981297"/>
                </a:lnTo>
                <a:lnTo>
                  <a:pt x="9670820" y="3993105"/>
                </a:lnTo>
                <a:lnTo>
                  <a:pt x="9678692" y="4000977"/>
                </a:lnTo>
                <a:lnTo>
                  <a:pt x="9704276" y="4014753"/>
                </a:lnTo>
                <a:lnTo>
                  <a:pt x="9704276" y="4022625"/>
                </a:lnTo>
                <a:lnTo>
                  <a:pt x="9700340" y="4026561"/>
                </a:lnTo>
                <a:lnTo>
                  <a:pt x="9684596" y="4022625"/>
                </a:lnTo>
                <a:lnTo>
                  <a:pt x="9655075" y="4004913"/>
                </a:lnTo>
                <a:lnTo>
                  <a:pt x="9643267" y="4000977"/>
                </a:lnTo>
                <a:lnTo>
                  <a:pt x="9627523" y="3985233"/>
                </a:lnTo>
                <a:lnTo>
                  <a:pt x="9627523" y="3981297"/>
                </a:lnTo>
                <a:close/>
                <a:moveTo>
                  <a:pt x="3237405" y="3965553"/>
                </a:moveTo>
                <a:lnTo>
                  <a:pt x="3237401" y="3965554"/>
                </a:lnTo>
                <a:lnTo>
                  <a:pt x="3300382" y="3965554"/>
                </a:lnTo>
                <a:lnTo>
                  <a:pt x="3320063" y="3981298"/>
                </a:lnTo>
                <a:lnTo>
                  <a:pt x="3327935" y="4050179"/>
                </a:lnTo>
                <a:lnTo>
                  <a:pt x="3347616" y="4061987"/>
                </a:lnTo>
                <a:lnTo>
                  <a:pt x="3384755" y="4075670"/>
                </a:lnTo>
                <a:lnTo>
                  <a:pt x="3345623" y="4060017"/>
                </a:lnTo>
                <a:lnTo>
                  <a:pt x="3327911" y="4048209"/>
                </a:lnTo>
                <a:lnTo>
                  <a:pt x="3320038" y="3979328"/>
                </a:lnTo>
                <a:lnTo>
                  <a:pt x="3320040" y="3979313"/>
                </a:lnTo>
                <a:lnTo>
                  <a:pt x="3302350" y="3965553"/>
                </a:lnTo>
                <a:close/>
                <a:moveTo>
                  <a:pt x="5744607" y="3965541"/>
                </a:moveTo>
                <a:lnTo>
                  <a:pt x="5744624" y="3965554"/>
                </a:lnTo>
                <a:lnTo>
                  <a:pt x="5744630" y="3965581"/>
                </a:lnTo>
                <a:lnTo>
                  <a:pt x="5744625" y="3965553"/>
                </a:lnTo>
                <a:close/>
                <a:moveTo>
                  <a:pt x="9769220" y="3941937"/>
                </a:moveTo>
                <a:lnTo>
                  <a:pt x="9775124" y="3941937"/>
                </a:lnTo>
                <a:lnTo>
                  <a:pt x="9775124" y="3945873"/>
                </a:lnTo>
                <a:lnTo>
                  <a:pt x="9769220" y="3949809"/>
                </a:lnTo>
                <a:close/>
                <a:moveTo>
                  <a:pt x="5624575" y="3920288"/>
                </a:moveTo>
                <a:lnTo>
                  <a:pt x="5623570" y="3920610"/>
                </a:lnTo>
                <a:lnTo>
                  <a:pt x="5646223" y="3928161"/>
                </a:lnTo>
                <a:lnTo>
                  <a:pt x="5646232" y="3928157"/>
                </a:lnTo>
                <a:lnTo>
                  <a:pt x="5646224" y="3928161"/>
                </a:lnTo>
                <a:close/>
                <a:moveTo>
                  <a:pt x="9769220" y="3918321"/>
                </a:moveTo>
                <a:lnTo>
                  <a:pt x="9775124" y="3930129"/>
                </a:lnTo>
                <a:lnTo>
                  <a:pt x="9769220" y="3932097"/>
                </a:lnTo>
                <a:lnTo>
                  <a:pt x="9765284" y="3924225"/>
                </a:lnTo>
                <a:lnTo>
                  <a:pt x="9761348" y="3922257"/>
                </a:lnTo>
                <a:close/>
                <a:moveTo>
                  <a:pt x="2986873" y="3917041"/>
                </a:moveTo>
                <a:lnTo>
                  <a:pt x="2986740" y="3917200"/>
                </a:lnTo>
                <a:lnTo>
                  <a:pt x="2997276" y="3924224"/>
                </a:lnTo>
                <a:lnTo>
                  <a:pt x="3009084" y="3957681"/>
                </a:lnTo>
                <a:lnTo>
                  <a:pt x="3016956" y="3999009"/>
                </a:lnTo>
                <a:lnTo>
                  <a:pt x="3034668" y="4063953"/>
                </a:lnTo>
                <a:lnTo>
                  <a:pt x="3042541" y="4071825"/>
                </a:lnTo>
                <a:lnTo>
                  <a:pt x="3042554" y="4071812"/>
                </a:lnTo>
                <a:lnTo>
                  <a:pt x="3034696" y="4063954"/>
                </a:lnTo>
                <a:lnTo>
                  <a:pt x="3016984" y="3999010"/>
                </a:lnTo>
                <a:lnTo>
                  <a:pt x="3009113" y="3957681"/>
                </a:lnTo>
                <a:lnTo>
                  <a:pt x="2997304" y="3922257"/>
                </a:lnTo>
                <a:close/>
                <a:moveTo>
                  <a:pt x="5677712" y="3912416"/>
                </a:moveTo>
                <a:lnTo>
                  <a:pt x="5677273" y="3912636"/>
                </a:lnTo>
                <a:lnTo>
                  <a:pt x="5703296" y="3916353"/>
                </a:lnTo>
                <a:lnTo>
                  <a:pt x="5703296" y="3934065"/>
                </a:lnTo>
                <a:lnTo>
                  <a:pt x="5703296" y="3934066"/>
                </a:lnTo>
                <a:lnTo>
                  <a:pt x="5703296" y="3916353"/>
                </a:lnTo>
                <a:lnTo>
                  <a:pt x="5703295" y="3916352"/>
                </a:lnTo>
                <a:close/>
                <a:moveTo>
                  <a:pt x="5624584" y="3894708"/>
                </a:moveTo>
                <a:lnTo>
                  <a:pt x="5642288" y="3902576"/>
                </a:lnTo>
                <a:lnTo>
                  <a:pt x="5673776" y="3902576"/>
                </a:lnTo>
                <a:lnTo>
                  <a:pt x="5691479" y="3904543"/>
                </a:lnTo>
                <a:lnTo>
                  <a:pt x="5673776" y="3900609"/>
                </a:lnTo>
                <a:lnTo>
                  <a:pt x="5642288" y="3900609"/>
                </a:lnTo>
                <a:close/>
                <a:moveTo>
                  <a:pt x="5965041" y="3890761"/>
                </a:moveTo>
                <a:lnTo>
                  <a:pt x="5965042" y="3890769"/>
                </a:lnTo>
                <a:lnTo>
                  <a:pt x="5965043" y="3890769"/>
                </a:lnTo>
                <a:close/>
                <a:moveTo>
                  <a:pt x="10027030" y="3884864"/>
                </a:moveTo>
                <a:lnTo>
                  <a:pt x="10034902" y="3894704"/>
                </a:lnTo>
                <a:lnTo>
                  <a:pt x="10034902" y="3906512"/>
                </a:lnTo>
                <a:lnTo>
                  <a:pt x="10015222" y="3910448"/>
                </a:lnTo>
                <a:lnTo>
                  <a:pt x="9999478" y="3900608"/>
                </a:lnTo>
                <a:lnTo>
                  <a:pt x="10003414" y="3888800"/>
                </a:lnTo>
                <a:close/>
                <a:moveTo>
                  <a:pt x="3001110" y="3882310"/>
                </a:moveTo>
                <a:lnTo>
                  <a:pt x="3001223" y="3882896"/>
                </a:lnTo>
                <a:lnTo>
                  <a:pt x="3001095" y="3883206"/>
                </a:lnTo>
                <a:lnTo>
                  <a:pt x="3001241" y="3882897"/>
                </a:lnTo>
                <a:close/>
                <a:moveTo>
                  <a:pt x="5941444" y="3878972"/>
                </a:moveTo>
                <a:lnTo>
                  <a:pt x="5959139" y="3890769"/>
                </a:lnTo>
                <a:lnTo>
                  <a:pt x="5961106" y="3890769"/>
                </a:lnTo>
                <a:close/>
                <a:moveTo>
                  <a:pt x="5780050" y="3878957"/>
                </a:moveTo>
                <a:lnTo>
                  <a:pt x="5780049" y="3878961"/>
                </a:lnTo>
                <a:lnTo>
                  <a:pt x="5760369" y="3888801"/>
                </a:lnTo>
                <a:lnTo>
                  <a:pt x="5744629" y="3894704"/>
                </a:lnTo>
                <a:lnTo>
                  <a:pt x="5760369" y="3890769"/>
                </a:lnTo>
                <a:lnTo>
                  <a:pt x="5780049" y="3878961"/>
                </a:lnTo>
                <a:close/>
                <a:moveTo>
                  <a:pt x="5816028" y="3849643"/>
                </a:moveTo>
                <a:lnTo>
                  <a:pt x="5789889" y="3853377"/>
                </a:lnTo>
                <a:lnTo>
                  <a:pt x="5785954" y="3861247"/>
                </a:lnTo>
                <a:lnTo>
                  <a:pt x="5789889" y="3855344"/>
                </a:lnTo>
                <a:lnTo>
                  <a:pt x="5816202" y="3849706"/>
                </a:lnTo>
                <a:close/>
                <a:moveTo>
                  <a:pt x="10064422" y="3847472"/>
                </a:moveTo>
                <a:lnTo>
                  <a:pt x="10076230" y="3851408"/>
                </a:lnTo>
                <a:lnTo>
                  <a:pt x="10046710" y="3867152"/>
                </a:lnTo>
                <a:lnTo>
                  <a:pt x="10030966" y="3865184"/>
                </a:lnTo>
                <a:lnTo>
                  <a:pt x="10056550" y="3851408"/>
                </a:lnTo>
                <a:close/>
                <a:moveTo>
                  <a:pt x="9716084" y="3843536"/>
                </a:moveTo>
                <a:lnTo>
                  <a:pt x="9729860" y="3849440"/>
                </a:lnTo>
                <a:lnTo>
                  <a:pt x="9729860" y="3855344"/>
                </a:lnTo>
                <a:lnTo>
                  <a:pt x="9712148" y="3847472"/>
                </a:lnTo>
                <a:close/>
                <a:moveTo>
                  <a:pt x="765542" y="3839598"/>
                </a:moveTo>
                <a:lnTo>
                  <a:pt x="767510" y="3839598"/>
                </a:lnTo>
                <a:lnTo>
                  <a:pt x="769478" y="3839598"/>
                </a:lnTo>
                <a:lnTo>
                  <a:pt x="769478" y="3841566"/>
                </a:lnTo>
                <a:lnTo>
                  <a:pt x="771446" y="3841566"/>
                </a:lnTo>
                <a:lnTo>
                  <a:pt x="773414" y="3841566"/>
                </a:lnTo>
                <a:lnTo>
                  <a:pt x="775382" y="3841566"/>
                </a:lnTo>
                <a:lnTo>
                  <a:pt x="775382" y="3843534"/>
                </a:lnTo>
                <a:lnTo>
                  <a:pt x="777350" y="3843534"/>
                </a:lnTo>
                <a:lnTo>
                  <a:pt x="777350" y="3845502"/>
                </a:lnTo>
                <a:lnTo>
                  <a:pt x="777350" y="3847470"/>
                </a:lnTo>
                <a:lnTo>
                  <a:pt x="777350" y="3849438"/>
                </a:lnTo>
                <a:lnTo>
                  <a:pt x="777350" y="3853374"/>
                </a:lnTo>
                <a:lnTo>
                  <a:pt x="779318" y="3853374"/>
                </a:lnTo>
                <a:lnTo>
                  <a:pt x="781286" y="3853374"/>
                </a:lnTo>
                <a:lnTo>
                  <a:pt x="783254" y="3853374"/>
                </a:lnTo>
                <a:lnTo>
                  <a:pt x="783254" y="3855342"/>
                </a:lnTo>
                <a:lnTo>
                  <a:pt x="785222" y="3855342"/>
                </a:lnTo>
                <a:lnTo>
                  <a:pt x="787190" y="3855342"/>
                </a:lnTo>
                <a:lnTo>
                  <a:pt x="789158" y="3855342"/>
                </a:lnTo>
                <a:lnTo>
                  <a:pt x="789158" y="3859278"/>
                </a:lnTo>
                <a:lnTo>
                  <a:pt x="789158" y="3861246"/>
                </a:lnTo>
                <a:lnTo>
                  <a:pt x="787190" y="3861246"/>
                </a:lnTo>
                <a:lnTo>
                  <a:pt x="785222" y="3861246"/>
                </a:lnTo>
                <a:lnTo>
                  <a:pt x="783254" y="3861246"/>
                </a:lnTo>
                <a:lnTo>
                  <a:pt x="781286" y="3861246"/>
                </a:lnTo>
                <a:lnTo>
                  <a:pt x="779318" y="3861246"/>
                </a:lnTo>
                <a:lnTo>
                  <a:pt x="779318" y="3859278"/>
                </a:lnTo>
                <a:lnTo>
                  <a:pt x="777350" y="3859278"/>
                </a:lnTo>
                <a:lnTo>
                  <a:pt x="777350" y="3855342"/>
                </a:lnTo>
                <a:lnTo>
                  <a:pt x="775382" y="3855342"/>
                </a:lnTo>
                <a:lnTo>
                  <a:pt x="773414" y="3855342"/>
                </a:lnTo>
                <a:lnTo>
                  <a:pt x="771446" y="3855342"/>
                </a:lnTo>
                <a:lnTo>
                  <a:pt x="769478" y="3855342"/>
                </a:lnTo>
                <a:lnTo>
                  <a:pt x="767510" y="3855342"/>
                </a:lnTo>
                <a:lnTo>
                  <a:pt x="765542" y="3855342"/>
                </a:lnTo>
                <a:lnTo>
                  <a:pt x="763574" y="3855342"/>
                </a:lnTo>
                <a:lnTo>
                  <a:pt x="761606" y="3855342"/>
                </a:lnTo>
                <a:lnTo>
                  <a:pt x="759638" y="3855342"/>
                </a:lnTo>
                <a:lnTo>
                  <a:pt x="759638" y="3853374"/>
                </a:lnTo>
                <a:lnTo>
                  <a:pt x="759638" y="3849438"/>
                </a:lnTo>
                <a:lnTo>
                  <a:pt x="757670" y="3849438"/>
                </a:lnTo>
                <a:lnTo>
                  <a:pt x="757670" y="3847470"/>
                </a:lnTo>
                <a:lnTo>
                  <a:pt x="757670" y="3845502"/>
                </a:lnTo>
                <a:lnTo>
                  <a:pt x="757670" y="3843534"/>
                </a:lnTo>
                <a:lnTo>
                  <a:pt x="759638" y="3843534"/>
                </a:lnTo>
                <a:lnTo>
                  <a:pt x="759638" y="3841566"/>
                </a:lnTo>
                <a:lnTo>
                  <a:pt x="761606" y="3841566"/>
                </a:lnTo>
                <a:lnTo>
                  <a:pt x="763574" y="3841566"/>
                </a:lnTo>
                <a:lnTo>
                  <a:pt x="765542" y="3841566"/>
                </a:lnTo>
                <a:close/>
                <a:moveTo>
                  <a:pt x="739958" y="3839598"/>
                </a:moveTo>
                <a:lnTo>
                  <a:pt x="741926" y="3839598"/>
                </a:lnTo>
                <a:lnTo>
                  <a:pt x="741926" y="3841566"/>
                </a:lnTo>
                <a:lnTo>
                  <a:pt x="743894" y="3839598"/>
                </a:lnTo>
                <a:lnTo>
                  <a:pt x="745862" y="3839598"/>
                </a:lnTo>
                <a:lnTo>
                  <a:pt x="745862" y="3841566"/>
                </a:lnTo>
                <a:lnTo>
                  <a:pt x="747830" y="3841566"/>
                </a:lnTo>
                <a:lnTo>
                  <a:pt x="747830" y="3839598"/>
                </a:lnTo>
                <a:lnTo>
                  <a:pt x="749798" y="3839598"/>
                </a:lnTo>
                <a:lnTo>
                  <a:pt x="751766" y="3839598"/>
                </a:lnTo>
                <a:lnTo>
                  <a:pt x="751766" y="3841566"/>
                </a:lnTo>
                <a:lnTo>
                  <a:pt x="749798" y="3841566"/>
                </a:lnTo>
                <a:lnTo>
                  <a:pt x="749798" y="3843534"/>
                </a:lnTo>
                <a:lnTo>
                  <a:pt x="749798" y="3845502"/>
                </a:lnTo>
                <a:lnTo>
                  <a:pt x="747830" y="3845502"/>
                </a:lnTo>
                <a:lnTo>
                  <a:pt x="747830" y="3847470"/>
                </a:lnTo>
                <a:lnTo>
                  <a:pt x="745862" y="3847470"/>
                </a:lnTo>
                <a:lnTo>
                  <a:pt x="743894" y="3847470"/>
                </a:lnTo>
                <a:lnTo>
                  <a:pt x="743894" y="3845502"/>
                </a:lnTo>
                <a:lnTo>
                  <a:pt x="741926" y="3845502"/>
                </a:lnTo>
                <a:lnTo>
                  <a:pt x="741926" y="3843534"/>
                </a:lnTo>
                <a:lnTo>
                  <a:pt x="739958" y="3843534"/>
                </a:lnTo>
                <a:lnTo>
                  <a:pt x="739958" y="3841566"/>
                </a:lnTo>
                <a:close/>
                <a:moveTo>
                  <a:pt x="9704275" y="3812048"/>
                </a:moveTo>
                <a:lnTo>
                  <a:pt x="9716083" y="3819920"/>
                </a:lnTo>
                <a:lnTo>
                  <a:pt x="9716083" y="3831728"/>
                </a:lnTo>
                <a:lnTo>
                  <a:pt x="9708211" y="3839600"/>
                </a:lnTo>
                <a:lnTo>
                  <a:pt x="9700339" y="3831728"/>
                </a:lnTo>
                <a:lnTo>
                  <a:pt x="9700339" y="3823856"/>
                </a:lnTo>
                <a:close/>
                <a:moveTo>
                  <a:pt x="5896169" y="3802210"/>
                </a:moveTo>
                <a:lnTo>
                  <a:pt x="5909938" y="3806144"/>
                </a:lnTo>
                <a:lnTo>
                  <a:pt x="5917810" y="3814016"/>
                </a:lnTo>
                <a:lnTo>
                  <a:pt x="5937486" y="3815984"/>
                </a:lnTo>
                <a:lnTo>
                  <a:pt x="5919778" y="3812049"/>
                </a:lnTo>
                <a:lnTo>
                  <a:pt x="5911905" y="3806144"/>
                </a:lnTo>
                <a:close/>
                <a:moveTo>
                  <a:pt x="3001597" y="3782433"/>
                </a:moveTo>
                <a:lnTo>
                  <a:pt x="3001223" y="3782527"/>
                </a:lnTo>
                <a:lnTo>
                  <a:pt x="3008748" y="3822034"/>
                </a:lnTo>
                <a:lnTo>
                  <a:pt x="3009113" y="3821888"/>
                </a:lnTo>
                <a:close/>
                <a:moveTo>
                  <a:pt x="6258279" y="3778591"/>
                </a:moveTo>
                <a:lnTo>
                  <a:pt x="6262215" y="3780559"/>
                </a:lnTo>
                <a:lnTo>
                  <a:pt x="6262215" y="3788431"/>
                </a:lnTo>
                <a:lnTo>
                  <a:pt x="6260247" y="3790399"/>
                </a:lnTo>
                <a:lnTo>
                  <a:pt x="6258279" y="3786463"/>
                </a:lnTo>
                <a:lnTo>
                  <a:pt x="6256310" y="3782527"/>
                </a:lnTo>
                <a:close/>
                <a:moveTo>
                  <a:pt x="6220884" y="3766783"/>
                </a:moveTo>
                <a:lnTo>
                  <a:pt x="6224821" y="3766783"/>
                </a:lnTo>
                <a:lnTo>
                  <a:pt x="6226789" y="3770719"/>
                </a:lnTo>
                <a:lnTo>
                  <a:pt x="6220884" y="3768751"/>
                </a:lnTo>
                <a:close/>
                <a:moveTo>
                  <a:pt x="3016255" y="3765742"/>
                </a:moveTo>
                <a:lnTo>
                  <a:pt x="3016967" y="3766783"/>
                </a:lnTo>
                <a:lnTo>
                  <a:pt x="3016967" y="3776628"/>
                </a:lnTo>
                <a:lnTo>
                  <a:pt x="3016984" y="3776624"/>
                </a:lnTo>
                <a:lnTo>
                  <a:pt x="3016984" y="3766784"/>
                </a:lnTo>
                <a:close/>
                <a:moveTo>
                  <a:pt x="6246470" y="3758910"/>
                </a:moveTo>
                <a:lnTo>
                  <a:pt x="6248438" y="3766782"/>
                </a:lnTo>
                <a:lnTo>
                  <a:pt x="6246470" y="3770718"/>
                </a:lnTo>
                <a:lnTo>
                  <a:pt x="6240566" y="3762846"/>
                </a:lnTo>
                <a:close/>
                <a:moveTo>
                  <a:pt x="6362582" y="3745136"/>
                </a:moveTo>
                <a:lnTo>
                  <a:pt x="6370454" y="3756944"/>
                </a:lnTo>
                <a:lnTo>
                  <a:pt x="6374390" y="3786465"/>
                </a:lnTo>
                <a:lnTo>
                  <a:pt x="6390134" y="3839601"/>
                </a:lnTo>
                <a:lnTo>
                  <a:pt x="6386198" y="3855345"/>
                </a:lnTo>
                <a:lnTo>
                  <a:pt x="6370454" y="3859281"/>
                </a:lnTo>
                <a:lnTo>
                  <a:pt x="6370454" y="3894706"/>
                </a:lnTo>
                <a:lnTo>
                  <a:pt x="6366518" y="3906514"/>
                </a:lnTo>
                <a:lnTo>
                  <a:pt x="6342902" y="3977363"/>
                </a:lnTo>
                <a:lnTo>
                  <a:pt x="6333062" y="4018691"/>
                </a:lnTo>
                <a:lnTo>
                  <a:pt x="6317318" y="4054115"/>
                </a:lnTo>
                <a:lnTo>
                  <a:pt x="6309445" y="4113156"/>
                </a:lnTo>
                <a:lnTo>
                  <a:pt x="6289765" y="4136772"/>
                </a:lnTo>
                <a:lnTo>
                  <a:pt x="6268117" y="4140708"/>
                </a:lnTo>
                <a:lnTo>
                  <a:pt x="6248437" y="4154484"/>
                </a:lnTo>
                <a:lnTo>
                  <a:pt x="6224821" y="4144644"/>
                </a:lnTo>
                <a:lnTo>
                  <a:pt x="6209076" y="4128900"/>
                </a:lnTo>
                <a:lnTo>
                  <a:pt x="6203172" y="4087572"/>
                </a:lnTo>
                <a:lnTo>
                  <a:pt x="6187428" y="4067891"/>
                </a:lnTo>
                <a:lnTo>
                  <a:pt x="6187428" y="4038371"/>
                </a:lnTo>
                <a:lnTo>
                  <a:pt x="6213013" y="4004915"/>
                </a:lnTo>
                <a:lnTo>
                  <a:pt x="6220885" y="3951778"/>
                </a:lnTo>
                <a:lnTo>
                  <a:pt x="6209076" y="3932098"/>
                </a:lnTo>
                <a:lnTo>
                  <a:pt x="6216949" y="3888802"/>
                </a:lnTo>
                <a:lnTo>
                  <a:pt x="6224821" y="3873057"/>
                </a:lnTo>
                <a:lnTo>
                  <a:pt x="6240565" y="3867153"/>
                </a:lnTo>
                <a:lnTo>
                  <a:pt x="6248437" y="3861249"/>
                </a:lnTo>
                <a:lnTo>
                  <a:pt x="6264181" y="3859281"/>
                </a:lnTo>
                <a:lnTo>
                  <a:pt x="6281893" y="3843537"/>
                </a:lnTo>
                <a:lnTo>
                  <a:pt x="6297637" y="3839601"/>
                </a:lnTo>
                <a:lnTo>
                  <a:pt x="6309445" y="3827793"/>
                </a:lnTo>
                <a:lnTo>
                  <a:pt x="6321254" y="3817953"/>
                </a:lnTo>
                <a:lnTo>
                  <a:pt x="6321254" y="3802209"/>
                </a:lnTo>
                <a:lnTo>
                  <a:pt x="6335030" y="3794337"/>
                </a:lnTo>
                <a:lnTo>
                  <a:pt x="6350774" y="3764816"/>
                </a:lnTo>
                <a:lnTo>
                  <a:pt x="6354710" y="3749072"/>
                </a:lnTo>
                <a:close/>
                <a:moveTo>
                  <a:pt x="5911770" y="3743305"/>
                </a:moveTo>
                <a:lnTo>
                  <a:pt x="5904034" y="3751040"/>
                </a:lnTo>
                <a:lnTo>
                  <a:pt x="5896162" y="3800240"/>
                </a:lnTo>
                <a:lnTo>
                  <a:pt x="5874514" y="3812049"/>
                </a:lnTo>
                <a:lnTo>
                  <a:pt x="5854834" y="3812049"/>
                </a:lnTo>
                <a:lnTo>
                  <a:pt x="5835172" y="3823846"/>
                </a:lnTo>
                <a:lnTo>
                  <a:pt x="5852866" y="3814016"/>
                </a:lnTo>
                <a:lnTo>
                  <a:pt x="5872546" y="3814016"/>
                </a:lnTo>
                <a:lnTo>
                  <a:pt x="5896162" y="3802208"/>
                </a:lnTo>
                <a:lnTo>
                  <a:pt x="5896161" y="3802208"/>
                </a:lnTo>
                <a:lnTo>
                  <a:pt x="5904033" y="3753008"/>
                </a:lnTo>
                <a:lnTo>
                  <a:pt x="5911905" y="3745136"/>
                </a:lnTo>
                <a:close/>
                <a:moveTo>
                  <a:pt x="6213013" y="3737262"/>
                </a:moveTo>
                <a:lnTo>
                  <a:pt x="6214981" y="3737262"/>
                </a:lnTo>
                <a:lnTo>
                  <a:pt x="6214981" y="3751038"/>
                </a:lnTo>
                <a:lnTo>
                  <a:pt x="6216949" y="3754974"/>
                </a:lnTo>
                <a:lnTo>
                  <a:pt x="6214981" y="3756942"/>
                </a:lnTo>
                <a:lnTo>
                  <a:pt x="6213013" y="3753006"/>
                </a:lnTo>
                <a:lnTo>
                  <a:pt x="6213013" y="3745134"/>
                </a:lnTo>
                <a:close/>
                <a:moveTo>
                  <a:pt x="5657908" y="3728777"/>
                </a:moveTo>
                <a:lnTo>
                  <a:pt x="5654095" y="3770720"/>
                </a:lnTo>
                <a:lnTo>
                  <a:pt x="5600959" y="3770720"/>
                </a:lnTo>
                <a:lnTo>
                  <a:pt x="5604895" y="3876993"/>
                </a:lnTo>
                <a:lnTo>
                  <a:pt x="5624574" y="3894705"/>
                </a:lnTo>
                <a:lnTo>
                  <a:pt x="5624575" y="3894705"/>
                </a:lnTo>
                <a:lnTo>
                  <a:pt x="5604895" y="3876993"/>
                </a:lnTo>
                <a:lnTo>
                  <a:pt x="5600959" y="3770720"/>
                </a:lnTo>
                <a:lnTo>
                  <a:pt x="5654096" y="3770720"/>
                </a:lnTo>
                <a:lnTo>
                  <a:pt x="5657909" y="3728777"/>
                </a:lnTo>
                <a:close/>
                <a:moveTo>
                  <a:pt x="5717072" y="3725456"/>
                </a:moveTo>
                <a:lnTo>
                  <a:pt x="5713628" y="3739232"/>
                </a:lnTo>
                <a:lnTo>
                  <a:pt x="5715104" y="3739232"/>
                </a:lnTo>
                <a:lnTo>
                  <a:pt x="5718909" y="3725915"/>
                </a:lnTo>
                <a:close/>
                <a:moveTo>
                  <a:pt x="5667872" y="3725456"/>
                </a:moveTo>
                <a:lnTo>
                  <a:pt x="5665904" y="3726112"/>
                </a:lnTo>
                <a:lnTo>
                  <a:pt x="5669840" y="3725456"/>
                </a:lnTo>
                <a:close/>
                <a:moveTo>
                  <a:pt x="5683616" y="3721520"/>
                </a:moveTo>
                <a:lnTo>
                  <a:pt x="5675744" y="3725456"/>
                </a:lnTo>
                <a:lnTo>
                  <a:pt x="5677712" y="3725456"/>
                </a:lnTo>
                <a:lnTo>
                  <a:pt x="5684459" y="3722082"/>
                </a:lnTo>
                <a:close/>
                <a:moveTo>
                  <a:pt x="6075252" y="3718989"/>
                </a:moveTo>
                <a:lnTo>
                  <a:pt x="6069348" y="3721519"/>
                </a:lnTo>
                <a:lnTo>
                  <a:pt x="6063443" y="3725948"/>
                </a:lnTo>
                <a:lnTo>
                  <a:pt x="6067380" y="3723487"/>
                </a:lnTo>
                <a:close/>
                <a:moveTo>
                  <a:pt x="9519282" y="3705775"/>
                </a:moveTo>
                <a:lnTo>
                  <a:pt x="9525186" y="3717583"/>
                </a:lnTo>
                <a:lnTo>
                  <a:pt x="9515346" y="3721519"/>
                </a:lnTo>
                <a:lnTo>
                  <a:pt x="9511410" y="3717583"/>
                </a:lnTo>
                <a:lnTo>
                  <a:pt x="9511410" y="3709711"/>
                </a:lnTo>
                <a:close/>
                <a:moveTo>
                  <a:pt x="9021373" y="3690031"/>
                </a:moveTo>
                <a:lnTo>
                  <a:pt x="9027277" y="3697903"/>
                </a:lnTo>
                <a:lnTo>
                  <a:pt x="9027277" y="3717583"/>
                </a:lnTo>
                <a:lnTo>
                  <a:pt x="9039085" y="3729392"/>
                </a:lnTo>
                <a:lnTo>
                  <a:pt x="9039085" y="3747104"/>
                </a:lnTo>
                <a:lnTo>
                  <a:pt x="9054830" y="3774656"/>
                </a:lnTo>
                <a:lnTo>
                  <a:pt x="9062702" y="3800240"/>
                </a:lnTo>
                <a:lnTo>
                  <a:pt x="9066638" y="3788432"/>
                </a:lnTo>
                <a:lnTo>
                  <a:pt x="9072542" y="3792368"/>
                </a:lnTo>
                <a:lnTo>
                  <a:pt x="9088286" y="3800240"/>
                </a:lnTo>
                <a:lnTo>
                  <a:pt x="9100094" y="3804176"/>
                </a:lnTo>
                <a:lnTo>
                  <a:pt x="9100094" y="3855345"/>
                </a:lnTo>
                <a:lnTo>
                  <a:pt x="9115838" y="3873057"/>
                </a:lnTo>
                <a:lnTo>
                  <a:pt x="9123710" y="3906513"/>
                </a:lnTo>
                <a:lnTo>
                  <a:pt x="9129614" y="3918321"/>
                </a:lnTo>
                <a:lnTo>
                  <a:pt x="9133550" y="3938001"/>
                </a:lnTo>
                <a:lnTo>
                  <a:pt x="9157167" y="3943906"/>
                </a:lnTo>
                <a:lnTo>
                  <a:pt x="9168975" y="3957682"/>
                </a:lnTo>
                <a:lnTo>
                  <a:pt x="9186687" y="3961618"/>
                </a:lnTo>
                <a:lnTo>
                  <a:pt x="9194559" y="3969490"/>
                </a:lnTo>
                <a:lnTo>
                  <a:pt x="9194559" y="3985234"/>
                </a:lnTo>
                <a:lnTo>
                  <a:pt x="9210303" y="3999010"/>
                </a:lnTo>
                <a:lnTo>
                  <a:pt x="9210303" y="4026562"/>
                </a:lnTo>
                <a:lnTo>
                  <a:pt x="9226047" y="4044274"/>
                </a:lnTo>
                <a:lnTo>
                  <a:pt x="9233919" y="4040338"/>
                </a:lnTo>
                <a:lnTo>
                  <a:pt x="9245727" y="4038370"/>
                </a:lnTo>
                <a:lnTo>
                  <a:pt x="9251631" y="4056083"/>
                </a:lnTo>
                <a:lnTo>
                  <a:pt x="9269343" y="4075763"/>
                </a:lnTo>
                <a:lnTo>
                  <a:pt x="9281151" y="4085603"/>
                </a:lnTo>
                <a:lnTo>
                  <a:pt x="9296896" y="4109219"/>
                </a:lnTo>
                <a:lnTo>
                  <a:pt x="9312640" y="4132835"/>
                </a:lnTo>
                <a:lnTo>
                  <a:pt x="9320512" y="4121027"/>
                </a:lnTo>
                <a:lnTo>
                  <a:pt x="9320512" y="4124963"/>
                </a:lnTo>
                <a:lnTo>
                  <a:pt x="9314608" y="4170228"/>
                </a:lnTo>
                <a:lnTo>
                  <a:pt x="9320512" y="4185972"/>
                </a:lnTo>
                <a:lnTo>
                  <a:pt x="9334288" y="4199748"/>
                </a:lnTo>
                <a:lnTo>
                  <a:pt x="9326416" y="4219428"/>
                </a:lnTo>
                <a:lnTo>
                  <a:pt x="9326416" y="4256820"/>
                </a:lnTo>
                <a:lnTo>
                  <a:pt x="9320512" y="4280436"/>
                </a:lnTo>
                <a:lnTo>
                  <a:pt x="9320512" y="4302085"/>
                </a:lnTo>
                <a:lnTo>
                  <a:pt x="9320512" y="4309957"/>
                </a:lnTo>
                <a:lnTo>
                  <a:pt x="9308704" y="4325701"/>
                </a:lnTo>
                <a:lnTo>
                  <a:pt x="9308704" y="4337509"/>
                </a:lnTo>
                <a:lnTo>
                  <a:pt x="9300832" y="4347349"/>
                </a:lnTo>
                <a:lnTo>
                  <a:pt x="9269343" y="4386709"/>
                </a:lnTo>
                <a:lnTo>
                  <a:pt x="9269343" y="4398518"/>
                </a:lnTo>
                <a:lnTo>
                  <a:pt x="9251631" y="4428038"/>
                </a:lnTo>
                <a:lnTo>
                  <a:pt x="9251631" y="4439846"/>
                </a:lnTo>
                <a:lnTo>
                  <a:pt x="9229983" y="4485110"/>
                </a:lnTo>
                <a:lnTo>
                  <a:pt x="9231951" y="4510695"/>
                </a:lnTo>
                <a:lnTo>
                  <a:pt x="9229983" y="4524471"/>
                </a:lnTo>
                <a:lnTo>
                  <a:pt x="9184719" y="4536279"/>
                </a:lnTo>
                <a:lnTo>
                  <a:pt x="9168975" y="4542183"/>
                </a:lnTo>
                <a:lnTo>
                  <a:pt x="9157167" y="4555959"/>
                </a:lnTo>
                <a:lnTo>
                  <a:pt x="9153230" y="4567767"/>
                </a:lnTo>
                <a:lnTo>
                  <a:pt x="9133550" y="4573671"/>
                </a:lnTo>
                <a:lnTo>
                  <a:pt x="9111902" y="4579575"/>
                </a:lnTo>
                <a:lnTo>
                  <a:pt x="9100094" y="4561863"/>
                </a:lnTo>
                <a:lnTo>
                  <a:pt x="9100094" y="4548087"/>
                </a:lnTo>
                <a:lnTo>
                  <a:pt x="9076478" y="4546119"/>
                </a:lnTo>
                <a:lnTo>
                  <a:pt x="9066638" y="4557927"/>
                </a:lnTo>
                <a:lnTo>
                  <a:pt x="9050894" y="4569735"/>
                </a:lnTo>
                <a:lnTo>
                  <a:pt x="9054830" y="4585479"/>
                </a:lnTo>
                <a:lnTo>
                  <a:pt x="9001693" y="4567767"/>
                </a:lnTo>
                <a:lnTo>
                  <a:pt x="8993821" y="4567767"/>
                </a:lnTo>
                <a:lnTo>
                  <a:pt x="8989885" y="4567767"/>
                </a:lnTo>
                <a:lnTo>
                  <a:pt x="8982013" y="4557927"/>
                </a:lnTo>
                <a:lnTo>
                  <a:pt x="8968237" y="4555959"/>
                </a:lnTo>
                <a:lnTo>
                  <a:pt x="8952493" y="4548087"/>
                </a:lnTo>
                <a:lnTo>
                  <a:pt x="8948557" y="4530375"/>
                </a:lnTo>
                <a:lnTo>
                  <a:pt x="8932813" y="4518567"/>
                </a:lnTo>
                <a:lnTo>
                  <a:pt x="8940685" y="4502822"/>
                </a:lnTo>
                <a:lnTo>
                  <a:pt x="8928877" y="4489046"/>
                </a:lnTo>
                <a:lnTo>
                  <a:pt x="8921004" y="4477238"/>
                </a:lnTo>
                <a:lnTo>
                  <a:pt x="8899356" y="4469366"/>
                </a:lnTo>
                <a:lnTo>
                  <a:pt x="8891484" y="4457558"/>
                </a:lnTo>
                <a:lnTo>
                  <a:pt x="8911164" y="4449686"/>
                </a:lnTo>
                <a:lnTo>
                  <a:pt x="8903292" y="4435910"/>
                </a:lnTo>
                <a:lnTo>
                  <a:pt x="8887548" y="4435910"/>
                </a:lnTo>
                <a:lnTo>
                  <a:pt x="8887548" y="4445750"/>
                </a:lnTo>
                <a:lnTo>
                  <a:pt x="8871804" y="4461494"/>
                </a:lnTo>
                <a:lnTo>
                  <a:pt x="8856060" y="4461494"/>
                </a:lnTo>
                <a:lnTo>
                  <a:pt x="8856060" y="4449686"/>
                </a:lnTo>
                <a:lnTo>
                  <a:pt x="8865900" y="4443782"/>
                </a:lnTo>
                <a:lnTo>
                  <a:pt x="8871804" y="4435910"/>
                </a:lnTo>
                <a:lnTo>
                  <a:pt x="8875740" y="4416230"/>
                </a:lnTo>
                <a:lnTo>
                  <a:pt x="8887548" y="4400486"/>
                </a:lnTo>
                <a:lnTo>
                  <a:pt x="8891484" y="4378837"/>
                </a:lnTo>
                <a:lnTo>
                  <a:pt x="8875740" y="4378837"/>
                </a:lnTo>
                <a:lnTo>
                  <a:pt x="8871804" y="4388677"/>
                </a:lnTo>
                <a:lnTo>
                  <a:pt x="8865900" y="4394582"/>
                </a:lnTo>
                <a:lnTo>
                  <a:pt x="8838348" y="4424102"/>
                </a:lnTo>
                <a:lnTo>
                  <a:pt x="8842284" y="4435910"/>
                </a:lnTo>
                <a:lnTo>
                  <a:pt x="8826540" y="4445750"/>
                </a:lnTo>
                <a:lnTo>
                  <a:pt x="8808827" y="4439846"/>
                </a:lnTo>
                <a:lnTo>
                  <a:pt x="8800955" y="4431974"/>
                </a:lnTo>
                <a:lnTo>
                  <a:pt x="8808827" y="4424102"/>
                </a:lnTo>
                <a:lnTo>
                  <a:pt x="8804891" y="4404422"/>
                </a:lnTo>
                <a:lnTo>
                  <a:pt x="8789147" y="4388677"/>
                </a:lnTo>
                <a:lnTo>
                  <a:pt x="8773403" y="4359157"/>
                </a:lnTo>
                <a:lnTo>
                  <a:pt x="8743883" y="4351285"/>
                </a:lnTo>
                <a:lnTo>
                  <a:pt x="8728139" y="4355221"/>
                </a:lnTo>
                <a:lnTo>
                  <a:pt x="8694683" y="4333573"/>
                </a:lnTo>
                <a:lnTo>
                  <a:pt x="8633674" y="4341445"/>
                </a:lnTo>
                <a:lnTo>
                  <a:pt x="8592346" y="4355221"/>
                </a:lnTo>
                <a:lnTo>
                  <a:pt x="8552985" y="4359157"/>
                </a:lnTo>
                <a:lnTo>
                  <a:pt x="8531337" y="4378837"/>
                </a:lnTo>
                <a:lnTo>
                  <a:pt x="8511657" y="4378837"/>
                </a:lnTo>
                <a:lnTo>
                  <a:pt x="8490009" y="4394582"/>
                </a:lnTo>
                <a:lnTo>
                  <a:pt x="8490009" y="4400486"/>
                </a:lnTo>
                <a:lnTo>
                  <a:pt x="8474265" y="4412294"/>
                </a:lnTo>
                <a:lnTo>
                  <a:pt x="8454584" y="4412294"/>
                </a:lnTo>
                <a:lnTo>
                  <a:pt x="8446712" y="4408358"/>
                </a:lnTo>
                <a:lnTo>
                  <a:pt x="8401448" y="4408358"/>
                </a:lnTo>
                <a:lnTo>
                  <a:pt x="8393576" y="4412294"/>
                </a:lnTo>
                <a:lnTo>
                  <a:pt x="8367992" y="4424102"/>
                </a:lnTo>
                <a:lnTo>
                  <a:pt x="8360120" y="4431974"/>
                </a:lnTo>
                <a:lnTo>
                  <a:pt x="8340439" y="4435910"/>
                </a:lnTo>
                <a:lnTo>
                  <a:pt x="8336503" y="4449686"/>
                </a:lnTo>
                <a:lnTo>
                  <a:pt x="8332567" y="4453622"/>
                </a:lnTo>
                <a:lnTo>
                  <a:pt x="8303047" y="4453622"/>
                </a:lnTo>
                <a:lnTo>
                  <a:pt x="8277463" y="4449686"/>
                </a:lnTo>
                <a:lnTo>
                  <a:pt x="8265655" y="4435910"/>
                </a:lnTo>
                <a:lnTo>
                  <a:pt x="8238103" y="4431974"/>
                </a:lnTo>
                <a:lnTo>
                  <a:pt x="8234167" y="4416230"/>
                </a:lnTo>
                <a:lnTo>
                  <a:pt x="8238103" y="4400486"/>
                </a:lnTo>
                <a:lnTo>
                  <a:pt x="8249911" y="4400486"/>
                </a:lnTo>
                <a:lnTo>
                  <a:pt x="8253847" y="4367029"/>
                </a:lnTo>
                <a:lnTo>
                  <a:pt x="8257783" y="4355221"/>
                </a:lnTo>
                <a:lnTo>
                  <a:pt x="8249911" y="4333573"/>
                </a:lnTo>
                <a:lnTo>
                  <a:pt x="8245975" y="4317829"/>
                </a:lnTo>
                <a:lnTo>
                  <a:pt x="8234167" y="4298149"/>
                </a:lnTo>
                <a:lnTo>
                  <a:pt x="8230230" y="4252884"/>
                </a:lnTo>
                <a:lnTo>
                  <a:pt x="8230230" y="4241076"/>
                </a:lnTo>
                <a:lnTo>
                  <a:pt x="8212518" y="4223364"/>
                </a:lnTo>
                <a:lnTo>
                  <a:pt x="8212518" y="4211556"/>
                </a:lnTo>
                <a:lnTo>
                  <a:pt x="8200710" y="4195812"/>
                </a:lnTo>
                <a:lnTo>
                  <a:pt x="8200710" y="4185972"/>
                </a:lnTo>
                <a:lnTo>
                  <a:pt x="8173158" y="4142675"/>
                </a:lnTo>
                <a:lnTo>
                  <a:pt x="8173158" y="4138739"/>
                </a:lnTo>
                <a:lnTo>
                  <a:pt x="8177094" y="4138739"/>
                </a:lnTo>
                <a:lnTo>
                  <a:pt x="8200710" y="4174164"/>
                </a:lnTo>
                <a:lnTo>
                  <a:pt x="8204646" y="4170228"/>
                </a:lnTo>
                <a:lnTo>
                  <a:pt x="8196774" y="4154483"/>
                </a:lnTo>
                <a:lnTo>
                  <a:pt x="8192838" y="4142675"/>
                </a:lnTo>
                <a:lnTo>
                  <a:pt x="8200710" y="4142675"/>
                </a:lnTo>
                <a:lnTo>
                  <a:pt x="8208582" y="4162355"/>
                </a:lnTo>
                <a:lnTo>
                  <a:pt x="8212518" y="4158419"/>
                </a:lnTo>
                <a:lnTo>
                  <a:pt x="8216454" y="4150547"/>
                </a:lnTo>
                <a:lnTo>
                  <a:pt x="8200710" y="4117091"/>
                </a:lnTo>
                <a:lnTo>
                  <a:pt x="8192838" y="4093475"/>
                </a:lnTo>
                <a:lnTo>
                  <a:pt x="8208582" y="4030498"/>
                </a:lnTo>
                <a:lnTo>
                  <a:pt x="8212518" y="4022626"/>
                </a:lnTo>
                <a:lnTo>
                  <a:pt x="8216454" y="4026562"/>
                </a:lnTo>
                <a:lnTo>
                  <a:pt x="8220390" y="4038370"/>
                </a:lnTo>
                <a:lnTo>
                  <a:pt x="8234167" y="4018690"/>
                </a:lnTo>
                <a:lnTo>
                  <a:pt x="8253847" y="4010818"/>
                </a:lnTo>
                <a:lnTo>
                  <a:pt x="8257783" y="4010818"/>
                </a:lnTo>
                <a:lnTo>
                  <a:pt x="8281399" y="3987202"/>
                </a:lnTo>
                <a:lnTo>
                  <a:pt x="8295175" y="3985234"/>
                </a:lnTo>
                <a:lnTo>
                  <a:pt x="8303047" y="3991138"/>
                </a:lnTo>
                <a:lnTo>
                  <a:pt x="8314855" y="3991138"/>
                </a:lnTo>
                <a:lnTo>
                  <a:pt x="8332567" y="3977362"/>
                </a:lnTo>
                <a:lnTo>
                  <a:pt x="8348312" y="3973426"/>
                </a:lnTo>
                <a:lnTo>
                  <a:pt x="8356184" y="3965554"/>
                </a:lnTo>
                <a:lnTo>
                  <a:pt x="8387672" y="3961618"/>
                </a:lnTo>
                <a:lnTo>
                  <a:pt x="8393576" y="3957682"/>
                </a:lnTo>
                <a:lnTo>
                  <a:pt x="8421128" y="3938001"/>
                </a:lnTo>
                <a:lnTo>
                  <a:pt x="8429000" y="3932097"/>
                </a:lnTo>
                <a:lnTo>
                  <a:pt x="8446712" y="3910449"/>
                </a:lnTo>
                <a:lnTo>
                  <a:pt x="8436872" y="3906513"/>
                </a:lnTo>
                <a:lnTo>
                  <a:pt x="8440808" y="3888801"/>
                </a:lnTo>
                <a:lnTo>
                  <a:pt x="8446712" y="3873057"/>
                </a:lnTo>
                <a:lnTo>
                  <a:pt x="8458520" y="3861249"/>
                </a:lnTo>
                <a:lnTo>
                  <a:pt x="8474265" y="3876993"/>
                </a:lnTo>
                <a:lnTo>
                  <a:pt x="8490009" y="3876993"/>
                </a:lnTo>
                <a:lnTo>
                  <a:pt x="8482137" y="3867153"/>
                </a:lnTo>
                <a:lnTo>
                  <a:pt x="8486073" y="3861249"/>
                </a:lnTo>
                <a:lnTo>
                  <a:pt x="8491977" y="3861249"/>
                </a:lnTo>
                <a:lnTo>
                  <a:pt x="8503785" y="3861249"/>
                </a:lnTo>
                <a:lnTo>
                  <a:pt x="8507721" y="3827792"/>
                </a:lnTo>
                <a:lnTo>
                  <a:pt x="8527401" y="3827792"/>
                </a:lnTo>
                <a:lnTo>
                  <a:pt x="8527401" y="3812048"/>
                </a:lnTo>
                <a:lnTo>
                  <a:pt x="8543145" y="3800240"/>
                </a:lnTo>
                <a:lnTo>
                  <a:pt x="8552985" y="3804176"/>
                </a:lnTo>
                <a:lnTo>
                  <a:pt x="8564793" y="3788432"/>
                </a:lnTo>
                <a:lnTo>
                  <a:pt x="8572665" y="3788432"/>
                </a:lnTo>
                <a:lnTo>
                  <a:pt x="8584474" y="3784496"/>
                </a:lnTo>
                <a:lnTo>
                  <a:pt x="8594314" y="3780560"/>
                </a:lnTo>
                <a:lnTo>
                  <a:pt x="8613994" y="3823856"/>
                </a:lnTo>
                <a:lnTo>
                  <a:pt x="8625802" y="3815984"/>
                </a:lnTo>
                <a:lnTo>
                  <a:pt x="8633674" y="3815984"/>
                </a:lnTo>
                <a:lnTo>
                  <a:pt x="8633674" y="3823856"/>
                </a:lnTo>
                <a:lnTo>
                  <a:pt x="8641546" y="3823856"/>
                </a:lnTo>
                <a:lnTo>
                  <a:pt x="8651386" y="3823856"/>
                </a:lnTo>
                <a:lnTo>
                  <a:pt x="8659258" y="3835665"/>
                </a:lnTo>
                <a:lnTo>
                  <a:pt x="8663194" y="3827792"/>
                </a:lnTo>
                <a:lnTo>
                  <a:pt x="8663194" y="3815984"/>
                </a:lnTo>
                <a:lnTo>
                  <a:pt x="8649418" y="3800240"/>
                </a:lnTo>
                <a:lnTo>
                  <a:pt x="8659258" y="3774656"/>
                </a:lnTo>
                <a:lnTo>
                  <a:pt x="8667130" y="3766784"/>
                </a:lnTo>
                <a:lnTo>
                  <a:pt x="8667130" y="3758912"/>
                </a:lnTo>
                <a:lnTo>
                  <a:pt x="8682874" y="3739232"/>
                </a:lnTo>
                <a:lnTo>
                  <a:pt x="8698619" y="3739232"/>
                </a:lnTo>
                <a:lnTo>
                  <a:pt x="8736011" y="3739232"/>
                </a:lnTo>
                <a:lnTo>
                  <a:pt x="8739947" y="3729392"/>
                </a:lnTo>
                <a:lnTo>
                  <a:pt x="8716331" y="3717583"/>
                </a:lnTo>
                <a:lnTo>
                  <a:pt x="8716331" y="3709711"/>
                </a:lnTo>
                <a:lnTo>
                  <a:pt x="8743883" y="3713647"/>
                </a:lnTo>
                <a:lnTo>
                  <a:pt x="8757659" y="3721520"/>
                </a:lnTo>
                <a:lnTo>
                  <a:pt x="8789147" y="3725456"/>
                </a:lnTo>
                <a:lnTo>
                  <a:pt x="8804891" y="3731360"/>
                </a:lnTo>
                <a:lnTo>
                  <a:pt x="8830476" y="3731360"/>
                </a:lnTo>
                <a:lnTo>
                  <a:pt x="8838348" y="3735296"/>
                </a:lnTo>
                <a:lnTo>
                  <a:pt x="8850156" y="3731360"/>
                </a:lnTo>
                <a:lnTo>
                  <a:pt x="8856060" y="3735296"/>
                </a:lnTo>
                <a:lnTo>
                  <a:pt x="8856060" y="3747104"/>
                </a:lnTo>
                <a:lnTo>
                  <a:pt x="8854092" y="3762848"/>
                </a:lnTo>
                <a:lnTo>
                  <a:pt x="8850156" y="3766784"/>
                </a:lnTo>
                <a:lnTo>
                  <a:pt x="8830476" y="3774656"/>
                </a:lnTo>
                <a:lnTo>
                  <a:pt x="8830476" y="3800240"/>
                </a:lnTo>
                <a:lnTo>
                  <a:pt x="8822604" y="3804176"/>
                </a:lnTo>
                <a:lnTo>
                  <a:pt x="8818668" y="3819920"/>
                </a:lnTo>
                <a:lnTo>
                  <a:pt x="8830476" y="3823856"/>
                </a:lnTo>
                <a:lnTo>
                  <a:pt x="8842284" y="3831729"/>
                </a:lnTo>
                <a:lnTo>
                  <a:pt x="8850156" y="3837633"/>
                </a:lnTo>
                <a:lnTo>
                  <a:pt x="8865900" y="3837633"/>
                </a:lnTo>
                <a:lnTo>
                  <a:pt x="8867868" y="3845505"/>
                </a:lnTo>
                <a:lnTo>
                  <a:pt x="8891484" y="3865185"/>
                </a:lnTo>
                <a:lnTo>
                  <a:pt x="8913132" y="3873057"/>
                </a:lnTo>
                <a:lnTo>
                  <a:pt x="8921004" y="3878961"/>
                </a:lnTo>
                <a:lnTo>
                  <a:pt x="8936749" y="3888801"/>
                </a:lnTo>
                <a:lnTo>
                  <a:pt x="8964301" y="3894705"/>
                </a:lnTo>
                <a:lnTo>
                  <a:pt x="8978077" y="3878961"/>
                </a:lnTo>
                <a:lnTo>
                  <a:pt x="8985949" y="3835665"/>
                </a:lnTo>
                <a:lnTo>
                  <a:pt x="8993821" y="3804176"/>
                </a:lnTo>
                <a:lnTo>
                  <a:pt x="8997757" y="3792368"/>
                </a:lnTo>
                <a:lnTo>
                  <a:pt x="8989885" y="3780560"/>
                </a:lnTo>
                <a:lnTo>
                  <a:pt x="8989885" y="3766784"/>
                </a:lnTo>
                <a:lnTo>
                  <a:pt x="8997757" y="3758912"/>
                </a:lnTo>
                <a:lnTo>
                  <a:pt x="9001693" y="3754976"/>
                </a:lnTo>
                <a:lnTo>
                  <a:pt x="8989885" y="3743168"/>
                </a:lnTo>
                <a:lnTo>
                  <a:pt x="8997757" y="3731360"/>
                </a:lnTo>
                <a:lnTo>
                  <a:pt x="9005629" y="3725456"/>
                </a:lnTo>
                <a:lnTo>
                  <a:pt x="9009565" y="3713647"/>
                </a:lnTo>
                <a:lnTo>
                  <a:pt x="9013501" y="3693967"/>
                </a:lnTo>
                <a:close/>
                <a:moveTo>
                  <a:pt x="9312640" y="3686095"/>
                </a:moveTo>
                <a:lnTo>
                  <a:pt x="9314608" y="3695935"/>
                </a:lnTo>
                <a:lnTo>
                  <a:pt x="9308704" y="3699871"/>
                </a:lnTo>
                <a:lnTo>
                  <a:pt x="9300832" y="3695935"/>
                </a:lnTo>
                <a:lnTo>
                  <a:pt x="9300832" y="3691999"/>
                </a:lnTo>
                <a:close/>
                <a:moveTo>
                  <a:pt x="3087812" y="3686094"/>
                </a:moveTo>
                <a:lnTo>
                  <a:pt x="3058291" y="3693966"/>
                </a:lnTo>
                <a:lnTo>
                  <a:pt x="3042547" y="3721518"/>
                </a:lnTo>
                <a:lnTo>
                  <a:pt x="2989411" y="3727422"/>
                </a:lnTo>
                <a:lnTo>
                  <a:pt x="2969749" y="3723209"/>
                </a:lnTo>
                <a:lnTo>
                  <a:pt x="2990665" y="3729185"/>
                </a:lnTo>
                <a:lnTo>
                  <a:pt x="2989432" y="3727424"/>
                </a:lnTo>
                <a:lnTo>
                  <a:pt x="3042569" y="3721520"/>
                </a:lnTo>
                <a:lnTo>
                  <a:pt x="3058314" y="3693967"/>
                </a:lnTo>
                <a:lnTo>
                  <a:pt x="3087820" y="3686099"/>
                </a:lnTo>
                <a:close/>
                <a:moveTo>
                  <a:pt x="9550770" y="3678222"/>
                </a:moveTo>
                <a:lnTo>
                  <a:pt x="9562578" y="3678222"/>
                </a:lnTo>
                <a:lnTo>
                  <a:pt x="9574386" y="3682158"/>
                </a:lnTo>
                <a:lnTo>
                  <a:pt x="9574386" y="3695934"/>
                </a:lnTo>
                <a:lnTo>
                  <a:pt x="9566514" y="3699870"/>
                </a:lnTo>
                <a:lnTo>
                  <a:pt x="9550770" y="3688062"/>
                </a:lnTo>
                <a:close/>
                <a:moveTo>
                  <a:pt x="2893517" y="3677723"/>
                </a:moveTo>
                <a:lnTo>
                  <a:pt x="2902821" y="3688062"/>
                </a:lnTo>
                <a:lnTo>
                  <a:pt x="2955959" y="3684126"/>
                </a:lnTo>
                <a:lnTo>
                  <a:pt x="2959895" y="3688062"/>
                </a:lnTo>
                <a:lnTo>
                  <a:pt x="2960093" y="3689750"/>
                </a:lnTo>
                <a:lnTo>
                  <a:pt x="2959890" y="3686094"/>
                </a:lnTo>
                <a:lnTo>
                  <a:pt x="2955954" y="3682158"/>
                </a:lnTo>
                <a:lnTo>
                  <a:pt x="2902818" y="3686094"/>
                </a:lnTo>
                <a:close/>
                <a:moveTo>
                  <a:pt x="5935514" y="3672316"/>
                </a:moveTo>
                <a:lnTo>
                  <a:pt x="5935522" y="3672319"/>
                </a:lnTo>
                <a:lnTo>
                  <a:pt x="5945362" y="3699872"/>
                </a:lnTo>
                <a:lnTo>
                  <a:pt x="5949298" y="3733328"/>
                </a:lnTo>
                <a:lnTo>
                  <a:pt x="5945362" y="3770720"/>
                </a:lnTo>
                <a:lnTo>
                  <a:pt x="5945373" y="3770734"/>
                </a:lnTo>
                <a:lnTo>
                  <a:pt x="5945363" y="3770720"/>
                </a:lnTo>
                <a:lnTo>
                  <a:pt x="5949299" y="3733328"/>
                </a:lnTo>
                <a:lnTo>
                  <a:pt x="5986691" y="3737264"/>
                </a:lnTo>
                <a:lnTo>
                  <a:pt x="6006371" y="3741200"/>
                </a:lnTo>
                <a:lnTo>
                  <a:pt x="6007305" y="3740992"/>
                </a:lnTo>
                <a:lnTo>
                  <a:pt x="5988659" y="3737263"/>
                </a:lnTo>
                <a:lnTo>
                  <a:pt x="5951267" y="3733327"/>
                </a:lnTo>
                <a:lnTo>
                  <a:pt x="5947331" y="3699871"/>
                </a:lnTo>
                <a:lnTo>
                  <a:pt x="5935523" y="3672319"/>
                </a:lnTo>
                <a:close/>
                <a:moveTo>
                  <a:pt x="9253599" y="3664446"/>
                </a:moveTo>
                <a:lnTo>
                  <a:pt x="9263439" y="3676254"/>
                </a:lnTo>
                <a:lnTo>
                  <a:pt x="9263439" y="3682158"/>
                </a:lnTo>
                <a:lnTo>
                  <a:pt x="9253599" y="3682158"/>
                </a:lnTo>
                <a:lnTo>
                  <a:pt x="9253599" y="3676254"/>
                </a:lnTo>
                <a:lnTo>
                  <a:pt x="9251631" y="3668382"/>
                </a:lnTo>
                <a:close/>
                <a:moveTo>
                  <a:pt x="5786480" y="3657098"/>
                </a:moveTo>
                <a:lnTo>
                  <a:pt x="5778081" y="3664447"/>
                </a:lnTo>
                <a:lnTo>
                  <a:pt x="5766273" y="3729392"/>
                </a:lnTo>
                <a:lnTo>
                  <a:pt x="5782017" y="3749072"/>
                </a:lnTo>
                <a:lnTo>
                  <a:pt x="5793825" y="3749072"/>
                </a:lnTo>
                <a:lnTo>
                  <a:pt x="5801697" y="3737264"/>
                </a:lnTo>
                <a:lnTo>
                  <a:pt x="5813505" y="3745136"/>
                </a:lnTo>
                <a:lnTo>
                  <a:pt x="5813505" y="3743168"/>
                </a:lnTo>
                <a:lnTo>
                  <a:pt x="5801697" y="3735296"/>
                </a:lnTo>
                <a:lnTo>
                  <a:pt x="5793825" y="3747104"/>
                </a:lnTo>
                <a:lnTo>
                  <a:pt x="5783985" y="3747104"/>
                </a:lnTo>
                <a:lnTo>
                  <a:pt x="5768241" y="3727424"/>
                </a:lnTo>
                <a:lnTo>
                  <a:pt x="5780049" y="3664447"/>
                </a:lnTo>
                <a:close/>
                <a:moveTo>
                  <a:pt x="8352247" y="3652638"/>
                </a:moveTo>
                <a:lnTo>
                  <a:pt x="8379799" y="3660510"/>
                </a:lnTo>
                <a:lnTo>
                  <a:pt x="8401447" y="3678222"/>
                </a:lnTo>
                <a:lnTo>
                  <a:pt x="8393575" y="3682158"/>
                </a:lnTo>
                <a:lnTo>
                  <a:pt x="8367991" y="3674286"/>
                </a:lnTo>
                <a:lnTo>
                  <a:pt x="8348311" y="3660510"/>
                </a:lnTo>
                <a:close/>
                <a:moveTo>
                  <a:pt x="9501570" y="3650670"/>
                </a:moveTo>
                <a:lnTo>
                  <a:pt x="9517314" y="3650670"/>
                </a:lnTo>
                <a:lnTo>
                  <a:pt x="9529122" y="3658542"/>
                </a:lnTo>
                <a:lnTo>
                  <a:pt x="9517314" y="3664446"/>
                </a:lnTo>
                <a:lnTo>
                  <a:pt x="9501570" y="3654606"/>
                </a:lnTo>
                <a:close/>
                <a:moveTo>
                  <a:pt x="9529122" y="3625086"/>
                </a:moveTo>
                <a:lnTo>
                  <a:pt x="9540930" y="3629022"/>
                </a:lnTo>
                <a:lnTo>
                  <a:pt x="9560610" y="3656574"/>
                </a:lnTo>
                <a:lnTo>
                  <a:pt x="9556674" y="3664446"/>
                </a:lnTo>
                <a:lnTo>
                  <a:pt x="9548802" y="3660510"/>
                </a:lnTo>
                <a:lnTo>
                  <a:pt x="9529122" y="3640830"/>
                </a:lnTo>
                <a:lnTo>
                  <a:pt x="9525186" y="3632958"/>
                </a:lnTo>
                <a:close/>
                <a:moveTo>
                  <a:pt x="8574634" y="3625086"/>
                </a:moveTo>
                <a:lnTo>
                  <a:pt x="8578570" y="3632958"/>
                </a:lnTo>
                <a:lnTo>
                  <a:pt x="8570698" y="3640830"/>
                </a:lnTo>
                <a:lnTo>
                  <a:pt x="8545114" y="3652638"/>
                </a:lnTo>
                <a:lnTo>
                  <a:pt x="8531338" y="3656574"/>
                </a:lnTo>
                <a:lnTo>
                  <a:pt x="8519529" y="3670350"/>
                </a:lnTo>
                <a:lnTo>
                  <a:pt x="8493945" y="3678222"/>
                </a:lnTo>
                <a:lnTo>
                  <a:pt x="8482137" y="3678222"/>
                </a:lnTo>
                <a:lnTo>
                  <a:pt x="8478201" y="3670350"/>
                </a:lnTo>
                <a:lnTo>
                  <a:pt x="8493945" y="3656574"/>
                </a:lnTo>
                <a:lnTo>
                  <a:pt x="8503785" y="3652638"/>
                </a:lnTo>
                <a:lnTo>
                  <a:pt x="8527401" y="3632958"/>
                </a:lnTo>
                <a:close/>
                <a:moveTo>
                  <a:pt x="8393576" y="3625086"/>
                </a:moveTo>
                <a:lnTo>
                  <a:pt x="8434905" y="3629022"/>
                </a:lnTo>
                <a:lnTo>
                  <a:pt x="8438841" y="3636894"/>
                </a:lnTo>
                <a:lnTo>
                  <a:pt x="8430969" y="3640830"/>
                </a:lnTo>
                <a:lnTo>
                  <a:pt x="8373896" y="3640830"/>
                </a:lnTo>
                <a:lnTo>
                  <a:pt x="8366024" y="3636894"/>
                </a:lnTo>
                <a:close/>
                <a:moveTo>
                  <a:pt x="8271559" y="3623118"/>
                </a:moveTo>
                <a:lnTo>
                  <a:pt x="8283367" y="3634926"/>
                </a:lnTo>
                <a:lnTo>
                  <a:pt x="8303047" y="3630990"/>
                </a:lnTo>
                <a:lnTo>
                  <a:pt x="8314856" y="3630990"/>
                </a:lnTo>
                <a:lnTo>
                  <a:pt x="8318792" y="3627054"/>
                </a:lnTo>
                <a:lnTo>
                  <a:pt x="8352248" y="3623118"/>
                </a:lnTo>
                <a:lnTo>
                  <a:pt x="8356184" y="3634926"/>
                </a:lnTo>
                <a:lnTo>
                  <a:pt x="8348312" y="3642798"/>
                </a:lnTo>
                <a:lnTo>
                  <a:pt x="8295175" y="3650670"/>
                </a:lnTo>
                <a:lnTo>
                  <a:pt x="8267623" y="3642798"/>
                </a:lnTo>
                <a:lnTo>
                  <a:pt x="8259751" y="3634926"/>
                </a:lnTo>
                <a:close/>
                <a:moveTo>
                  <a:pt x="8523465" y="3619182"/>
                </a:moveTo>
                <a:lnTo>
                  <a:pt x="8523465" y="3627054"/>
                </a:lnTo>
                <a:lnTo>
                  <a:pt x="8507721" y="3632958"/>
                </a:lnTo>
                <a:lnTo>
                  <a:pt x="8491977" y="3632958"/>
                </a:lnTo>
                <a:lnTo>
                  <a:pt x="8491977" y="3629022"/>
                </a:lnTo>
                <a:lnTo>
                  <a:pt x="8507721" y="3623118"/>
                </a:lnTo>
                <a:close/>
                <a:moveTo>
                  <a:pt x="8484104" y="3619182"/>
                </a:moveTo>
                <a:lnTo>
                  <a:pt x="8484104" y="3627054"/>
                </a:lnTo>
                <a:lnTo>
                  <a:pt x="8470328" y="3632958"/>
                </a:lnTo>
                <a:lnTo>
                  <a:pt x="8466392" y="3629022"/>
                </a:lnTo>
                <a:lnTo>
                  <a:pt x="8474264" y="3623118"/>
                </a:lnTo>
                <a:close/>
                <a:moveTo>
                  <a:pt x="8458520" y="3619182"/>
                </a:moveTo>
                <a:lnTo>
                  <a:pt x="8466392" y="3623118"/>
                </a:lnTo>
                <a:lnTo>
                  <a:pt x="8450648" y="3632958"/>
                </a:lnTo>
                <a:lnTo>
                  <a:pt x="8442776" y="3632958"/>
                </a:lnTo>
                <a:close/>
                <a:moveTo>
                  <a:pt x="8222358" y="3619182"/>
                </a:moveTo>
                <a:lnTo>
                  <a:pt x="8245974" y="3619182"/>
                </a:lnTo>
                <a:lnTo>
                  <a:pt x="8249910" y="3634926"/>
                </a:lnTo>
                <a:lnTo>
                  <a:pt x="8238102" y="3636894"/>
                </a:lnTo>
                <a:lnTo>
                  <a:pt x="8222358" y="3634926"/>
                </a:lnTo>
                <a:close/>
                <a:moveTo>
                  <a:pt x="8653354" y="3611310"/>
                </a:moveTo>
                <a:lnTo>
                  <a:pt x="8663194" y="3611310"/>
                </a:lnTo>
                <a:lnTo>
                  <a:pt x="8663194" y="3619182"/>
                </a:lnTo>
                <a:lnTo>
                  <a:pt x="8657290" y="3623118"/>
                </a:lnTo>
                <a:lnTo>
                  <a:pt x="8653354" y="3615246"/>
                </a:lnTo>
                <a:close/>
                <a:moveTo>
                  <a:pt x="8564793" y="3603438"/>
                </a:moveTo>
                <a:lnTo>
                  <a:pt x="8568729" y="3607374"/>
                </a:lnTo>
                <a:lnTo>
                  <a:pt x="8564793" y="3615246"/>
                </a:lnTo>
                <a:lnTo>
                  <a:pt x="8545113" y="3619182"/>
                </a:lnTo>
                <a:lnTo>
                  <a:pt x="8545113" y="3611310"/>
                </a:lnTo>
                <a:close/>
                <a:moveTo>
                  <a:pt x="5528142" y="3603135"/>
                </a:moveTo>
                <a:lnTo>
                  <a:pt x="5524206" y="3603438"/>
                </a:lnTo>
                <a:lnTo>
                  <a:pt x="5524206" y="3625251"/>
                </a:lnTo>
                <a:lnTo>
                  <a:pt x="5526174" y="3625087"/>
                </a:lnTo>
                <a:lnTo>
                  <a:pt x="5526174" y="3603438"/>
                </a:lnTo>
                <a:close/>
                <a:moveTo>
                  <a:pt x="9472049" y="3595566"/>
                </a:moveTo>
                <a:lnTo>
                  <a:pt x="9495665" y="3611310"/>
                </a:lnTo>
                <a:lnTo>
                  <a:pt x="9511409" y="3625086"/>
                </a:lnTo>
                <a:lnTo>
                  <a:pt x="9501569" y="3625086"/>
                </a:lnTo>
                <a:lnTo>
                  <a:pt x="9464177" y="3611310"/>
                </a:lnTo>
                <a:lnTo>
                  <a:pt x="9462209" y="3599502"/>
                </a:lnTo>
                <a:close/>
                <a:moveTo>
                  <a:pt x="8893452" y="3595566"/>
                </a:moveTo>
                <a:lnTo>
                  <a:pt x="8905260" y="3595566"/>
                </a:lnTo>
                <a:lnTo>
                  <a:pt x="8913132" y="3607374"/>
                </a:lnTo>
                <a:lnTo>
                  <a:pt x="8913132" y="3621150"/>
                </a:lnTo>
                <a:lnTo>
                  <a:pt x="8883612" y="3625086"/>
                </a:lnTo>
                <a:lnTo>
                  <a:pt x="8879676" y="3619182"/>
                </a:lnTo>
                <a:close/>
                <a:moveTo>
                  <a:pt x="8708458" y="3595566"/>
                </a:moveTo>
                <a:lnTo>
                  <a:pt x="8708458" y="3603438"/>
                </a:lnTo>
                <a:lnTo>
                  <a:pt x="8704522" y="3615246"/>
                </a:lnTo>
                <a:lnTo>
                  <a:pt x="8694682" y="3619182"/>
                </a:lnTo>
                <a:lnTo>
                  <a:pt x="8694682" y="3611310"/>
                </a:lnTo>
                <a:close/>
                <a:moveTo>
                  <a:pt x="8214486" y="3587694"/>
                </a:moveTo>
                <a:lnTo>
                  <a:pt x="8210550" y="3595566"/>
                </a:lnTo>
                <a:lnTo>
                  <a:pt x="8173158" y="3595566"/>
                </a:lnTo>
                <a:lnTo>
                  <a:pt x="8173158" y="3591630"/>
                </a:lnTo>
                <a:close/>
                <a:moveTo>
                  <a:pt x="9411041" y="3573918"/>
                </a:moveTo>
                <a:lnTo>
                  <a:pt x="9426785" y="3577854"/>
                </a:lnTo>
                <a:lnTo>
                  <a:pt x="9434657" y="3589662"/>
                </a:lnTo>
                <a:lnTo>
                  <a:pt x="9426785" y="3595566"/>
                </a:lnTo>
                <a:lnTo>
                  <a:pt x="9409073" y="3581790"/>
                </a:lnTo>
                <a:close/>
                <a:moveTo>
                  <a:pt x="8785211" y="3566045"/>
                </a:moveTo>
                <a:lnTo>
                  <a:pt x="8793083" y="3573917"/>
                </a:lnTo>
                <a:lnTo>
                  <a:pt x="8781275" y="3579821"/>
                </a:lnTo>
                <a:lnTo>
                  <a:pt x="8777339" y="3569981"/>
                </a:lnTo>
                <a:close/>
                <a:moveTo>
                  <a:pt x="7990132" y="3558173"/>
                </a:moveTo>
                <a:lnTo>
                  <a:pt x="8013748" y="3569981"/>
                </a:lnTo>
                <a:lnTo>
                  <a:pt x="8019652" y="3566045"/>
                </a:lnTo>
                <a:lnTo>
                  <a:pt x="8047205" y="3566045"/>
                </a:lnTo>
                <a:lnTo>
                  <a:pt x="8053109" y="3581790"/>
                </a:lnTo>
                <a:lnTo>
                  <a:pt x="8106245" y="3589662"/>
                </a:lnTo>
                <a:lnTo>
                  <a:pt x="8110181" y="3581790"/>
                </a:lnTo>
                <a:lnTo>
                  <a:pt x="8114117" y="3573917"/>
                </a:lnTo>
                <a:lnTo>
                  <a:pt x="8159382" y="3589662"/>
                </a:lnTo>
                <a:lnTo>
                  <a:pt x="8161350" y="3603438"/>
                </a:lnTo>
                <a:lnTo>
                  <a:pt x="8192838" y="3611310"/>
                </a:lnTo>
                <a:lnTo>
                  <a:pt x="8206614" y="3611310"/>
                </a:lnTo>
                <a:lnTo>
                  <a:pt x="8210550" y="3619182"/>
                </a:lnTo>
                <a:lnTo>
                  <a:pt x="8214486" y="3632958"/>
                </a:lnTo>
                <a:lnTo>
                  <a:pt x="8192838" y="3632958"/>
                </a:lnTo>
                <a:lnTo>
                  <a:pt x="8161350" y="3623118"/>
                </a:lnTo>
                <a:lnTo>
                  <a:pt x="8110181" y="3623118"/>
                </a:lnTo>
                <a:lnTo>
                  <a:pt x="8084597" y="3611310"/>
                </a:lnTo>
                <a:lnTo>
                  <a:pt x="8047205" y="3611310"/>
                </a:lnTo>
                <a:lnTo>
                  <a:pt x="8035396" y="3607374"/>
                </a:lnTo>
                <a:lnTo>
                  <a:pt x="7990132" y="3599502"/>
                </a:lnTo>
                <a:lnTo>
                  <a:pt x="7976356" y="3581790"/>
                </a:lnTo>
                <a:close/>
                <a:moveTo>
                  <a:pt x="8789147" y="3546365"/>
                </a:moveTo>
                <a:lnTo>
                  <a:pt x="8797019" y="3546365"/>
                </a:lnTo>
                <a:lnTo>
                  <a:pt x="8800955" y="3564077"/>
                </a:lnTo>
                <a:lnTo>
                  <a:pt x="8789147" y="3554237"/>
                </a:lnTo>
                <a:close/>
                <a:moveTo>
                  <a:pt x="8737979" y="3546365"/>
                </a:moveTo>
                <a:lnTo>
                  <a:pt x="8747819" y="3546365"/>
                </a:lnTo>
                <a:lnTo>
                  <a:pt x="8751755" y="3554237"/>
                </a:lnTo>
                <a:lnTo>
                  <a:pt x="8737979" y="3558173"/>
                </a:lnTo>
                <a:lnTo>
                  <a:pt x="8730107" y="3552269"/>
                </a:lnTo>
                <a:close/>
                <a:moveTo>
                  <a:pt x="9363808" y="3542429"/>
                </a:moveTo>
                <a:lnTo>
                  <a:pt x="9387424" y="3566045"/>
                </a:lnTo>
                <a:lnTo>
                  <a:pt x="9391360" y="3569981"/>
                </a:lnTo>
                <a:lnTo>
                  <a:pt x="9391360" y="3585725"/>
                </a:lnTo>
                <a:lnTo>
                  <a:pt x="9375616" y="3573917"/>
                </a:lnTo>
                <a:lnTo>
                  <a:pt x="9367744" y="3562109"/>
                </a:lnTo>
                <a:lnTo>
                  <a:pt x="9359872" y="3550301"/>
                </a:lnTo>
                <a:close/>
                <a:moveTo>
                  <a:pt x="6527895" y="3526686"/>
                </a:moveTo>
                <a:lnTo>
                  <a:pt x="6533799" y="3530622"/>
                </a:lnTo>
                <a:lnTo>
                  <a:pt x="6531831" y="3538494"/>
                </a:lnTo>
                <a:lnTo>
                  <a:pt x="6523959" y="3530622"/>
                </a:lnTo>
                <a:close/>
                <a:moveTo>
                  <a:pt x="8448680" y="3526685"/>
                </a:moveTo>
                <a:lnTo>
                  <a:pt x="8452616" y="3532589"/>
                </a:lnTo>
                <a:lnTo>
                  <a:pt x="8446712" y="3536525"/>
                </a:lnTo>
                <a:lnTo>
                  <a:pt x="8446712" y="3540461"/>
                </a:lnTo>
                <a:lnTo>
                  <a:pt x="8438840" y="3540461"/>
                </a:lnTo>
                <a:lnTo>
                  <a:pt x="8442776" y="3528653"/>
                </a:lnTo>
                <a:close/>
                <a:moveTo>
                  <a:pt x="8462456" y="3514877"/>
                </a:moveTo>
                <a:lnTo>
                  <a:pt x="8466392" y="3520781"/>
                </a:lnTo>
                <a:lnTo>
                  <a:pt x="8462456" y="3540461"/>
                </a:lnTo>
                <a:lnTo>
                  <a:pt x="8454584" y="3552269"/>
                </a:lnTo>
                <a:lnTo>
                  <a:pt x="8446712" y="3552269"/>
                </a:lnTo>
                <a:lnTo>
                  <a:pt x="8454584" y="3544397"/>
                </a:lnTo>
                <a:lnTo>
                  <a:pt x="8462456" y="3528653"/>
                </a:lnTo>
                <a:lnTo>
                  <a:pt x="8454584" y="3520781"/>
                </a:lnTo>
                <a:close/>
                <a:moveTo>
                  <a:pt x="2959895" y="3514874"/>
                </a:moveTo>
                <a:lnTo>
                  <a:pt x="2959895" y="3514876"/>
                </a:lnTo>
                <a:lnTo>
                  <a:pt x="2959913" y="3514874"/>
                </a:lnTo>
                <a:close/>
                <a:moveTo>
                  <a:pt x="5421784" y="3508886"/>
                </a:moveTo>
                <a:lnTo>
                  <a:pt x="5417933" y="3522749"/>
                </a:lnTo>
                <a:lnTo>
                  <a:pt x="5392344" y="3535544"/>
                </a:lnTo>
                <a:lnTo>
                  <a:pt x="5417933" y="3524718"/>
                </a:lnTo>
                <a:close/>
                <a:moveTo>
                  <a:pt x="9287056" y="3503069"/>
                </a:moveTo>
                <a:lnTo>
                  <a:pt x="9292960" y="3512909"/>
                </a:lnTo>
                <a:lnTo>
                  <a:pt x="9290992" y="3520782"/>
                </a:lnTo>
                <a:lnTo>
                  <a:pt x="9292960" y="3548334"/>
                </a:lnTo>
                <a:lnTo>
                  <a:pt x="9287056" y="3544398"/>
                </a:lnTo>
                <a:lnTo>
                  <a:pt x="9233919" y="3564078"/>
                </a:lnTo>
                <a:lnTo>
                  <a:pt x="9206367" y="3566046"/>
                </a:lnTo>
                <a:lnTo>
                  <a:pt x="9182751" y="3552270"/>
                </a:lnTo>
                <a:lnTo>
                  <a:pt x="9178815" y="3540462"/>
                </a:lnTo>
                <a:lnTo>
                  <a:pt x="9184719" y="3540462"/>
                </a:lnTo>
                <a:lnTo>
                  <a:pt x="9196527" y="3540462"/>
                </a:lnTo>
                <a:lnTo>
                  <a:pt x="9220143" y="3548334"/>
                </a:lnTo>
                <a:lnTo>
                  <a:pt x="9245728" y="3548334"/>
                </a:lnTo>
                <a:lnTo>
                  <a:pt x="9275248" y="3524718"/>
                </a:lnTo>
                <a:lnTo>
                  <a:pt x="9279184" y="3508973"/>
                </a:lnTo>
                <a:close/>
                <a:moveTo>
                  <a:pt x="5809569" y="3503069"/>
                </a:moveTo>
                <a:lnTo>
                  <a:pt x="5809569" y="3520782"/>
                </a:lnTo>
                <a:lnTo>
                  <a:pt x="5805633" y="3540462"/>
                </a:lnTo>
                <a:lnTo>
                  <a:pt x="5805633" y="3544398"/>
                </a:lnTo>
                <a:lnTo>
                  <a:pt x="5809569" y="3577854"/>
                </a:lnTo>
                <a:lnTo>
                  <a:pt x="5831217" y="3611311"/>
                </a:lnTo>
                <a:lnTo>
                  <a:pt x="5838487" y="3633120"/>
                </a:lnTo>
                <a:lnTo>
                  <a:pt x="5838590" y="3633092"/>
                </a:lnTo>
                <a:lnTo>
                  <a:pt x="5833186" y="3613278"/>
                </a:lnTo>
                <a:lnTo>
                  <a:pt x="5809569" y="3577854"/>
                </a:lnTo>
                <a:lnTo>
                  <a:pt x="5805633" y="3544397"/>
                </a:lnTo>
                <a:lnTo>
                  <a:pt x="5805633" y="3540461"/>
                </a:lnTo>
                <a:lnTo>
                  <a:pt x="5809569" y="3520781"/>
                </a:lnTo>
                <a:lnTo>
                  <a:pt x="5809569" y="3503069"/>
                </a:lnTo>
                <a:close/>
                <a:moveTo>
                  <a:pt x="5301819" y="3493226"/>
                </a:moveTo>
                <a:lnTo>
                  <a:pt x="5301820" y="3493230"/>
                </a:lnTo>
                <a:lnTo>
                  <a:pt x="5324362" y="3515772"/>
                </a:lnTo>
                <a:lnTo>
                  <a:pt x="5325437" y="3514877"/>
                </a:lnTo>
                <a:lnTo>
                  <a:pt x="5301820" y="3493229"/>
                </a:lnTo>
                <a:close/>
                <a:moveTo>
                  <a:pt x="5797755" y="3491228"/>
                </a:moveTo>
                <a:lnTo>
                  <a:pt x="5797761" y="3491261"/>
                </a:lnTo>
                <a:lnTo>
                  <a:pt x="5797764" y="3491264"/>
                </a:lnTo>
                <a:lnTo>
                  <a:pt x="5797761" y="3491261"/>
                </a:lnTo>
                <a:close/>
                <a:moveTo>
                  <a:pt x="5370704" y="3489273"/>
                </a:moveTo>
                <a:lnTo>
                  <a:pt x="5370701" y="3489292"/>
                </a:lnTo>
                <a:lnTo>
                  <a:pt x="5370701" y="3489293"/>
                </a:lnTo>
                <a:close/>
                <a:moveTo>
                  <a:pt x="8271559" y="3479453"/>
                </a:moveTo>
                <a:lnTo>
                  <a:pt x="8271559" y="3497165"/>
                </a:lnTo>
                <a:lnTo>
                  <a:pt x="8263687" y="3497165"/>
                </a:lnTo>
                <a:lnTo>
                  <a:pt x="8263687" y="3487325"/>
                </a:lnTo>
                <a:close/>
                <a:moveTo>
                  <a:pt x="6026053" y="3475523"/>
                </a:moveTo>
                <a:lnTo>
                  <a:pt x="6029706" y="3486482"/>
                </a:lnTo>
                <a:lnTo>
                  <a:pt x="6029987" y="3485358"/>
                </a:lnTo>
                <a:close/>
                <a:moveTo>
                  <a:pt x="8560857" y="3473549"/>
                </a:moveTo>
                <a:lnTo>
                  <a:pt x="8578569" y="3473549"/>
                </a:lnTo>
                <a:lnTo>
                  <a:pt x="8582505" y="3483389"/>
                </a:lnTo>
                <a:lnTo>
                  <a:pt x="8578569" y="3491261"/>
                </a:lnTo>
                <a:lnTo>
                  <a:pt x="8564793" y="3491261"/>
                </a:lnTo>
                <a:lnTo>
                  <a:pt x="8556921" y="3483389"/>
                </a:lnTo>
                <a:close/>
                <a:moveTo>
                  <a:pt x="2940210" y="3471578"/>
                </a:moveTo>
                <a:lnTo>
                  <a:pt x="2883140" y="3475514"/>
                </a:lnTo>
                <a:lnTo>
                  <a:pt x="2883141" y="3475516"/>
                </a:lnTo>
                <a:lnTo>
                  <a:pt x="2940213" y="3471580"/>
                </a:lnTo>
                <a:close/>
                <a:moveTo>
                  <a:pt x="8659259" y="3469613"/>
                </a:moveTo>
                <a:lnTo>
                  <a:pt x="8671067" y="3475517"/>
                </a:lnTo>
                <a:lnTo>
                  <a:pt x="8686811" y="3479453"/>
                </a:lnTo>
                <a:lnTo>
                  <a:pt x="8694683" y="3487325"/>
                </a:lnTo>
                <a:lnTo>
                  <a:pt x="8694683" y="3499133"/>
                </a:lnTo>
                <a:lnTo>
                  <a:pt x="8686811" y="3503069"/>
                </a:lnTo>
                <a:lnTo>
                  <a:pt x="8663195" y="3487325"/>
                </a:lnTo>
                <a:lnTo>
                  <a:pt x="8641546" y="3483389"/>
                </a:lnTo>
                <a:lnTo>
                  <a:pt x="8621866" y="3483389"/>
                </a:lnTo>
                <a:lnTo>
                  <a:pt x="8610058" y="3491261"/>
                </a:lnTo>
                <a:lnTo>
                  <a:pt x="8606122" y="3479453"/>
                </a:lnTo>
                <a:lnTo>
                  <a:pt x="8629738" y="3473549"/>
                </a:lnTo>
                <a:close/>
                <a:moveTo>
                  <a:pt x="5817440" y="3469613"/>
                </a:moveTo>
                <a:lnTo>
                  <a:pt x="5817439" y="3469614"/>
                </a:lnTo>
                <a:lnTo>
                  <a:pt x="5817441" y="3469613"/>
                </a:lnTo>
                <a:close/>
                <a:moveTo>
                  <a:pt x="8976109" y="3463709"/>
                </a:moveTo>
                <a:lnTo>
                  <a:pt x="9001693" y="3475517"/>
                </a:lnTo>
                <a:lnTo>
                  <a:pt x="9046958" y="3489293"/>
                </a:lnTo>
                <a:lnTo>
                  <a:pt x="9062702" y="3493230"/>
                </a:lnTo>
                <a:lnTo>
                  <a:pt x="9088286" y="3512910"/>
                </a:lnTo>
                <a:lnTo>
                  <a:pt x="9107966" y="3522750"/>
                </a:lnTo>
                <a:lnTo>
                  <a:pt x="9111903" y="3546366"/>
                </a:lnTo>
                <a:lnTo>
                  <a:pt x="9157167" y="3566046"/>
                </a:lnTo>
                <a:lnTo>
                  <a:pt x="9163071" y="3569982"/>
                </a:lnTo>
                <a:lnTo>
                  <a:pt x="9163071" y="3579822"/>
                </a:lnTo>
                <a:lnTo>
                  <a:pt x="9145359" y="3583758"/>
                </a:lnTo>
                <a:lnTo>
                  <a:pt x="9145359" y="3591630"/>
                </a:lnTo>
                <a:lnTo>
                  <a:pt x="9161103" y="3611311"/>
                </a:lnTo>
                <a:lnTo>
                  <a:pt x="9174879" y="3615247"/>
                </a:lnTo>
                <a:lnTo>
                  <a:pt x="9174879" y="3629023"/>
                </a:lnTo>
                <a:lnTo>
                  <a:pt x="9190623" y="3648703"/>
                </a:lnTo>
                <a:lnTo>
                  <a:pt x="9208336" y="3656575"/>
                </a:lnTo>
                <a:lnTo>
                  <a:pt x="9245728" y="3676255"/>
                </a:lnTo>
                <a:lnTo>
                  <a:pt x="9251632" y="3690031"/>
                </a:lnTo>
                <a:lnTo>
                  <a:pt x="9243760" y="3690031"/>
                </a:lnTo>
                <a:lnTo>
                  <a:pt x="9216208" y="3684127"/>
                </a:lnTo>
                <a:lnTo>
                  <a:pt x="9194559" y="3676255"/>
                </a:lnTo>
                <a:lnTo>
                  <a:pt x="9167007" y="3676255"/>
                </a:lnTo>
                <a:lnTo>
                  <a:pt x="9153231" y="3668383"/>
                </a:lnTo>
                <a:lnTo>
                  <a:pt x="9145359" y="3648703"/>
                </a:lnTo>
                <a:lnTo>
                  <a:pt x="9129615" y="3640831"/>
                </a:lnTo>
                <a:lnTo>
                  <a:pt x="9121743" y="3623119"/>
                </a:lnTo>
                <a:lnTo>
                  <a:pt x="9107966" y="3619183"/>
                </a:lnTo>
                <a:lnTo>
                  <a:pt x="9076478" y="3607375"/>
                </a:lnTo>
                <a:lnTo>
                  <a:pt x="9058766" y="3607375"/>
                </a:lnTo>
                <a:lnTo>
                  <a:pt x="9062702" y="3623119"/>
                </a:lnTo>
                <a:lnTo>
                  <a:pt x="9035150" y="3623119"/>
                </a:lnTo>
                <a:lnTo>
                  <a:pt x="9031214" y="3629023"/>
                </a:lnTo>
                <a:lnTo>
                  <a:pt x="9046958" y="3640831"/>
                </a:lnTo>
                <a:lnTo>
                  <a:pt x="9035150" y="3652639"/>
                </a:lnTo>
                <a:lnTo>
                  <a:pt x="8982013" y="3652639"/>
                </a:lnTo>
                <a:lnTo>
                  <a:pt x="8980045" y="3591630"/>
                </a:lnTo>
                <a:lnTo>
                  <a:pt x="8972173" y="3579822"/>
                </a:lnTo>
                <a:lnTo>
                  <a:pt x="8968237" y="3569982"/>
                </a:lnTo>
                <a:lnTo>
                  <a:pt x="8980045" y="3558174"/>
                </a:lnTo>
                <a:close/>
                <a:moveTo>
                  <a:pt x="8029492" y="3459773"/>
                </a:moveTo>
                <a:lnTo>
                  <a:pt x="8041300" y="3463709"/>
                </a:lnTo>
                <a:lnTo>
                  <a:pt x="8047204" y="3471581"/>
                </a:lnTo>
                <a:lnTo>
                  <a:pt x="8047204" y="3479453"/>
                </a:lnTo>
                <a:lnTo>
                  <a:pt x="8029492" y="3487325"/>
                </a:lnTo>
                <a:lnTo>
                  <a:pt x="8025556" y="3475517"/>
                </a:lnTo>
                <a:close/>
                <a:moveTo>
                  <a:pt x="5317564" y="3455837"/>
                </a:moveTo>
                <a:lnTo>
                  <a:pt x="5313628" y="3467646"/>
                </a:lnTo>
                <a:lnTo>
                  <a:pt x="5313627" y="3467647"/>
                </a:lnTo>
                <a:lnTo>
                  <a:pt x="5313628" y="3467645"/>
                </a:lnTo>
                <a:close/>
                <a:moveTo>
                  <a:pt x="9228015" y="3455836"/>
                </a:moveTo>
                <a:lnTo>
                  <a:pt x="9239823" y="3455836"/>
                </a:lnTo>
                <a:lnTo>
                  <a:pt x="9249663" y="3459772"/>
                </a:lnTo>
                <a:lnTo>
                  <a:pt x="9265407" y="3463708"/>
                </a:lnTo>
                <a:lnTo>
                  <a:pt x="9285088" y="3475517"/>
                </a:lnTo>
                <a:lnTo>
                  <a:pt x="9300832" y="3491261"/>
                </a:lnTo>
                <a:lnTo>
                  <a:pt x="9310672" y="3497165"/>
                </a:lnTo>
                <a:lnTo>
                  <a:pt x="9314608" y="3518813"/>
                </a:lnTo>
                <a:lnTo>
                  <a:pt x="9308704" y="3520781"/>
                </a:lnTo>
                <a:lnTo>
                  <a:pt x="9290992" y="3495197"/>
                </a:lnTo>
                <a:lnTo>
                  <a:pt x="9285088" y="3491261"/>
                </a:lnTo>
                <a:lnTo>
                  <a:pt x="9273280" y="3475517"/>
                </a:lnTo>
                <a:lnTo>
                  <a:pt x="9249663" y="3471580"/>
                </a:lnTo>
                <a:lnTo>
                  <a:pt x="9228015" y="3463708"/>
                </a:lnTo>
                <a:close/>
                <a:moveTo>
                  <a:pt x="8511657" y="3434188"/>
                </a:moveTo>
                <a:lnTo>
                  <a:pt x="8519529" y="3438124"/>
                </a:lnTo>
                <a:lnTo>
                  <a:pt x="8525433" y="3442060"/>
                </a:lnTo>
                <a:lnTo>
                  <a:pt x="8545113" y="3442060"/>
                </a:lnTo>
                <a:lnTo>
                  <a:pt x="8545113" y="3445996"/>
                </a:lnTo>
                <a:lnTo>
                  <a:pt x="8507721" y="3449932"/>
                </a:lnTo>
                <a:lnTo>
                  <a:pt x="8499849" y="3442060"/>
                </a:lnTo>
                <a:lnTo>
                  <a:pt x="8499849" y="3438124"/>
                </a:lnTo>
                <a:close/>
                <a:moveTo>
                  <a:pt x="7978324" y="3434188"/>
                </a:moveTo>
                <a:lnTo>
                  <a:pt x="8003908" y="3473548"/>
                </a:lnTo>
                <a:lnTo>
                  <a:pt x="7990132" y="3475516"/>
                </a:lnTo>
                <a:lnTo>
                  <a:pt x="7966516" y="3449932"/>
                </a:lnTo>
                <a:lnTo>
                  <a:pt x="7956676" y="3445996"/>
                </a:lnTo>
                <a:lnTo>
                  <a:pt x="7956676" y="3438124"/>
                </a:lnTo>
                <a:close/>
                <a:moveTo>
                  <a:pt x="5368015" y="3430608"/>
                </a:moveTo>
                <a:lnTo>
                  <a:pt x="5370700" y="3434189"/>
                </a:lnTo>
                <a:lnTo>
                  <a:pt x="5376502" y="3437090"/>
                </a:lnTo>
                <a:lnTo>
                  <a:pt x="5376605" y="3436156"/>
                </a:lnTo>
                <a:lnTo>
                  <a:pt x="5370701" y="3432220"/>
                </a:lnTo>
                <a:close/>
                <a:moveTo>
                  <a:pt x="2983516" y="3430261"/>
                </a:moveTo>
                <a:lnTo>
                  <a:pt x="2993009" y="3441653"/>
                </a:lnTo>
                <a:lnTo>
                  <a:pt x="2993347" y="3440092"/>
                </a:lnTo>
                <a:close/>
                <a:moveTo>
                  <a:pt x="8663194" y="3430252"/>
                </a:moveTo>
                <a:lnTo>
                  <a:pt x="8678938" y="3430252"/>
                </a:lnTo>
                <a:lnTo>
                  <a:pt x="8678938" y="3438124"/>
                </a:lnTo>
                <a:lnTo>
                  <a:pt x="8671066" y="3445996"/>
                </a:lnTo>
                <a:lnTo>
                  <a:pt x="8659258" y="3445996"/>
                </a:lnTo>
                <a:lnTo>
                  <a:pt x="8659258" y="3438124"/>
                </a:lnTo>
                <a:close/>
                <a:moveTo>
                  <a:pt x="8594314" y="3430252"/>
                </a:moveTo>
                <a:lnTo>
                  <a:pt x="8606122" y="3430252"/>
                </a:lnTo>
                <a:lnTo>
                  <a:pt x="8606122" y="3438124"/>
                </a:lnTo>
                <a:lnTo>
                  <a:pt x="8594314" y="3434188"/>
                </a:lnTo>
                <a:lnTo>
                  <a:pt x="8586442" y="3434188"/>
                </a:lnTo>
                <a:close/>
                <a:moveTo>
                  <a:pt x="5923735" y="3426330"/>
                </a:moveTo>
                <a:lnTo>
                  <a:pt x="5965043" y="3453869"/>
                </a:lnTo>
                <a:lnTo>
                  <a:pt x="6026020" y="3475506"/>
                </a:lnTo>
                <a:lnTo>
                  <a:pt x="5965043" y="3451902"/>
                </a:lnTo>
                <a:close/>
                <a:moveTo>
                  <a:pt x="2422623" y="3418443"/>
                </a:moveTo>
                <a:lnTo>
                  <a:pt x="2428528" y="3426315"/>
                </a:lnTo>
                <a:lnTo>
                  <a:pt x="2418687" y="3430251"/>
                </a:lnTo>
                <a:lnTo>
                  <a:pt x="2414751" y="3426315"/>
                </a:lnTo>
                <a:close/>
                <a:moveTo>
                  <a:pt x="2755254" y="3414493"/>
                </a:moveTo>
                <a:lnTo>
                  <a:pt x="2755216" y="3414505"/>
                </a:lnTo>
                <a:lnTo>
                  <a:pt x="2755218" y="3414507"/>
                </a:lnTo>
                <a:close/>
                <a:moveTo>
                  <a:pt x="2812288" y="3410570"/>
                </a:moveTo>
                <a:lnTo>
                  <a:pt x="2800480" y="3418442"/>
                </a:lnTo>
                <a:lnTo>
                  <a:pt x="2800483" y="3418443"/>
                </a:lnTo>
                <a:lnTo>
                  <a:pt x="2826067" y="3432220"/>
                </a:lnTo>
                <a:lnTo>
                  <a:pt x="2822131" y="3447964"/>
                </a:lnTo>
                <a:lnTo>
                  <a:pt x="2796547" y="3475516"/>
                </a:lnTo>
                <a:lnTo>
                  <a:pt x="2767027" y="3489292"/>
                </a:lnTo>
                <a:lnTo>
                  <a:pt x="2729634" y="3528652"/>
                </a:lnTo>
                <a:lnTo>
                  <a:pt x="2731602" y="3546364"/>
                </a:lnTo>
                <a:lnTo>
                  <a:pt x="2717826" y="3546364"/>
                </a:lnTo>
                <a:lnTo>
                  <a:pt x="2717827" y="3546365"/>
                </a:lnTo>
                <a:lnTo>
                  <a:pt x="2731603" y="3546365"/>
                </a:lnTo>
                <a:lnTo>
                  <a:pt x="2729635" y="3528652"/>
                </a:lnTo>
                <a:lnTo>
                  <a:pt x="2767028" y="3489292"/>
                </a:lnTo>
                <a:lnTo>
                  <a:pt x="2796548" y="3475516"/>
                </a:lnTo>
                <a:lnTo>
                  <a:pt x="2824101" y="3447964"/>
                </a:lnTo>
                <a:lnTo>
                  <a:pt x="2828037" y="3432219"/>
                </a:lnTo>
                <a:lnTo>
                  <a:pt x="2800484" y="3418443"/>
                </a:lnTo>
                <a:lnTo>
                  <a:pt x="2812293" y="3412539"/>
                </a:lnTo>
                <a:lnTo>
                  <a:pt x="2837877" y="3416475"/>
                </a:lnTo>
                <a:lnTo>
                  <a:pt x="2883051" y="3475398"/>
                </a:lnTo>
                <a:lnTo>
                  <a:pt x="2837873" y="3414506"/>
                </a:lnTo>
                <a:close/>
                <a:moveTo>
                  <a:pt x="2767024" y="3410570"/>
                </a:moveTo>
                <a:lnTo>
                  <a:pt x="2767019" y="3410571"/>
                </a:lnTo>
                <a:lnTo>
                  <a:pt x="2788674" y="3410571"/>
                </a:lnTo>
                <a:lnTo>
                  <a:pt x="2788672" y="3410570"/>
                </a:lnTo>
                <a:close/>
                <a:moveTo>
                  <a:pt x="8728137" y="3406637"/>
                </a:moveTo>
                <a:lnTo>
                  <a:pt x="8736009" y="3406637"/>
                </a:lnTo>
                <a:lnTo>
                  <a:pt x="8755689" y="3414509"/>
                </a:lnTo>
                <a:lnTo>
                  <a:pt x="8777338" y="3414509"/>
                </a:lnTo>
                <a:lnTo>
                  <a:pt x="8781274" y="3428285"/>
                </a:lnTo>
                <a:lnTo>
                  <a:pt x="8781274" y="3451902"/>
                </a:lnTo>
                <a:lnTo>
                  <a:pt x="8797018" y="3463710"/>
                </a:lnTo>
                <a:lnTo>
                  <a:pt x="8800954" y="3475518"/>
                </a:lnTo>
                <a:lnTo>
                  <a:pt x="8814730" y="3485358"/>
                </a:lnTo>
                <a:lnTo>
                  <a:pt x="8858026" y="3447966"/>
                </a:lnTo>
                <a:lnTo>
                  <a:pt x="8858026" y="3440094"/>
                </a:lnTo>
                <a:lnTo>
                  <a:pt x="8871802" y="3432221"/>
                </a:lnTo>
                <a:lnTo>
                  <a:pt x="8921003" y="3440094"/>
                </a:lnTo>
                <a:lnTo>
                  <a:pt x="8946587" y="3459774"/>
                </a:lnTo>
                <a:lnTo>
                  <a:pt x="8970203" y="3463710"/>
                </a:lnTo>
                <a:lnTo>
                  <a:pt x="8974139" y="3463710"/>
                </a:lnTo>
                <a:lnTo>
                  <a:pt x="8978075" y="3558174"/>
                </a:lnTo>
                <a:lnTo>
                  <a:pt x="8966267" y="3569983"/>
                </a:lnTo>
                <a:lnTo>
                  <a:pt x="8970203" y="3581791"/>
                </a:lnTo>
                <a:lnTo>
                  <a:pt x="8978075" y="3591631"/>
                </a:lnTo>
                <a:lnTo>
                  <a:pt x="8982011" y="3652639"/>
                </a:lnTo>
                <a:lnTo>
                  <a:pt x="8962331" y="3638863"/>
                </a:lnTo>
                <a:lnTo>
                  <a:pt x="8946587" y="3623119"/>
                </a:lnTo>
                <a:lnTo>
                  <a:pt x="8921003" y="3623119"/>
                </a:lnTo>
                <a:lnTo>
                  <a:pt x="8917067" y="3603439"/>
                </a:lnTo>
                <a:lnTo>
                  <a:pt x="8913131" y="3587695"/>
                </a:lnTo>
                <a:lnTo>
                  <a:pt x="8901322" y="3581791"/>
                </a:lnTo>
                <a:lnTo>
                  <a:pt x="8899354" y="3554238"/>
                </a:lnTo>
                <a:lnTo>
                  <a:pt x="8871802" y="3530622"/>
                </a:lnTo>
                <a:lnTo>
                  <a:pt x="8850154" y="3528654"/>
                </a:lnTo>
                <a:lnTo>
                  <a:pt x="8826538" y="3524718"/>
                </a:lnTo>
                <a:lnTo>
                  <a:pt x="8800954" y="3512910"/>
                </a:lnTo>
                <a:lnTo>
                  <a:pt x="8773402" y="3497166"/>
                </a:lnTo>
                <a:lnTo>
                  <a:pt x="8763561" y="3501102"/>
                </a:lnTo>
                <a:lnTo>
                  <a:pt x="8759625" y="3512910"/>
                </a:lnTo>
                <a:lnTo>
                  <a:pt x="8739945" y="3505038"/>
                </a:lnTo>
                <a:lnTo>
                  <a:pt x="8736009" y="3481422"/>
                </a:lnTo>
                <a:lnTo>
                  <a:pt x="8722233" y="3471582"/>
                </a:lnTo>
                <a:lnTo>
                  <a:pt x="8722233" y="3467646"/>
                </a:lnTo>
                <a:lnTo>
                  <a:pt x="8763561" y="3471582"/>
                </a:lnTo>
                <a:lnTo>
                  <a:pt x="8769465" y="3459774"/>
                </a:lnTo>
                <a:lnTo>
                  <a:pt x="8763561" y="3455838"/>
                </a:lnTo>
                <a:lnTo>
                  <a:pt x="8736009" y="3455838"/>
                </a:lnTo>
                <a:lnTo>
                  <a:pt x="8728137" y="3451902"/>
                </a:lnTo>
                <a:lnTo>
                  <a:pt x="8714361" y="3432221"/>
                </a:lnTo>
                <a:lnTo>
                  <a:pt x="8698617" y="3428285"/>
                </a:lnTo>
                <a:lnTo>
                  <a:pt x="8706489" y="3414509"/>
                </a:lnTo>
                <a:lnTo>
                  <a:pt x="8714361" y="3414509"/>
                </a:lnTo>
                <a:close/>
                <a:moveTo>
                  <a:pt x="8810796" y="3406636"/>
                </a:moveTo>
                <a:lnTo>
                  <a:pt x="8830476" y="3406636"/>
                </a:lnTo>
                <a:lnTo>
                  <a:pt x="8850156" y="3422380"/>
                </a:lnTo>
                <a:lnTo>
                  <a:pt x="8834412" y="3428284"/>
                </a:lnTo>
                <a:close/>
                <a:moveTo>
                  <a:pt x="2389166" y="3406635"/>
                </a:moveTo>
                <a:lnTo>
                  <a:pt x="2404910" y="3414507"/>
                </a:lnTo>
                <a:lnTo>
                  <a:pt x="2404910" y="3430251"/>
                </a:lnTo>
                <a:lnTo>
                  <a:pt x="2385230" y="3442059"/>
                </a:lnTo>
                <a:lnTo>
                  <a:pt x="2389166" y="3422379"/>
                </a:lnTo>
                <a:lnTo>
                  <a:pt x="2385230" y="3410571"/>
                </a:lnTo>
                <a:close/>
                <a:moveTo>
                  <a:pt x="5475000" y="3402715"/>
                </a:moveTo>
                <a:lnTo>
                  <a:pt x="5459262" y="3440092"/>
                </a:lnTo>
                <a:lnTo>
                  <a:pt x="5443974" y="3448431"/>
                </a:lnTo>
                <a:lnTo>
                  <a:pt x="5459262" y="3442061"/>
                </a:lnTo>
                <a:close/>
                <a:moveTo>
                  <a:pt x="8590378" y="3400732"/>
                </a:moveTo>
                <a:lnTo>
                  <a:pt x="8594314" y="3402700"/>
                </a:lnTo>
                <a:lnTo>
                  <a:pt x="8604154" y="3406636"/>
                </a:lnTo>
                <a:lnTo>
                  <a:pt x="8594314" y="3414508"/>
                </a:lnTo>
                <a:lnTo>
                  <a:pt x="8586442" y="3406636"/>
                </a:lnTo>
                <a:lnTo>
                  <a:pt x="8586442" y="3402700"/>
                </a:lnTo>
                <a:close/>
                <a:moveTo>
                  <a:pt x="5177835" y="3381053"/>
                </a:moveTo>
                <a:lnTo>
                  <a:pt x="5181771" y="3381053"/>
                </a:lnTo>
                <a:lnTo>
                  <a:pt x="5185707" y="3384989"/>
                </a:lnTo>
                <a:lnTo>
                  <a:pt x="5185707" y="3388925"/>
                </a:lnTo>
                <a:lnTo>
                  <a:pt x="5177835" y="3384989"/>
                </a:lnTo>
                <a:close/>
                <a:moveTo>
                  <a:pt x="2983619" y="3378985"/>
                </a:moveTo>
                <a:lnTo>
                  <a:pt x="2996562" y="3388397"/>
                </a:lnTo>
                <a:lnTo>
                  <a:pt x="2997282" y="3386955"/>
                </a:lnTo>
                <a:close/>
                <a:moveTo>
                  <a:pt x="5380538" y="3377113"/>
                </a:moveTo>
                <a:lnTo>
                  <a:pt x="5380540" y="3377117"/>
                </a:lnTo>
                <a:lnTo>
                  <a:pt x="5384476" y="3396797"/>
                </a:lnTo>
                <a:lnTo>
                  <a:pt x="5370700" y="3406637"/>
                </a:lnTo>
                <a:lnTo>
                  <a:pt x="5370699" y="3406640"/>
                </a:lnTo>
                <a:lnTo>
                  <a:pt x="5370701" y="3406636"/>
                </a:lnTo>
                <a:lnTo>
                  <a:pt x="5384477" y="3396796"/>
                </a:lnTo>
                <a:lnTo>
                  <a:pt x="5380541" y="3377116"/>
                </a:lnTo>
                <a:close/>
                <a:moveTo>
                  <a:pt x="5376605" y="3373180"/>
                </a:moveTo>
                <a:lnTo>
                  <a:pt x="5354393" y="3380584"/>
                </a:lnTo>
                <a:lnTo>
                  <a:pt x="5354956" y="3381053"/>
                </a:lnTo>
                <a:lnTo>
                  <a:pt x="5377098" y="3373672"/>
                </a:lnTo>
                <a:close/>
                <a:moveTo>
                  <a:pt x="3164565" y="3361370"/>
                </a:moveTo>
                <a:lnTo>
                  <a:pt x="3164541" y="3361380"/>
                </a:lnTo>
                <a:lnTo>
                  <a:pt x="3164565" y="3361371"/>
                </a:lnTo>
                <a:close/>
                <a:moveTo>
                  <a:pt x="3024835" y="3357434"/>
                </a:moveTo>
                <a:lnTo>
                  <a:pt x="3023059" y="3357588"/>
                </a:lnTo>
                <a:lnTo>
                  <a:pt x="3042547" y="3373179"/>
                </a:lnTo>
                <a:lnTo>
                  <a:pt x="3042563" y="3373184"/>
                </a:lnTo>
                <a:lnTo>
                  <a:pt x="3042547" y="3373178"/>
                </a:lnTo>
                <a:close/>
                <a:moveTo>
                  <a:pt x="5189643" y="3353500"/>
                </a:moveTo>
                <a:lnTo>
                  <a:pt x="5197515" y="3353500"/>
                </a:lnTo>
                <a:lnTo>
                  <a:pt x="5201451" y="3361372"/>
                </a:lnTo>
                <a:lnTo>
                  <a:pt x="5191611" y="3361372"/>
                </a:lnTo>
                <a:lnTo>
                  <a:pt x="5189643" y="3357436"/>
                </a:lnTo>
                <a:close/>
                <a:moveTo>
                  <a:pt x="8615962" y="3351532"/>
                </a:moveTo>
                <a:lnTo>
                  <a:pt x="8631706" y="3351532"/>
                </a:lnTo>
                <a:lnTo>
                  <a:pt x="8627770" y="3361372"/>
                </a:lnTo>
                <a:lnTo>
                  <a:pt x="8615962" y="3365308"/>
                </a:lnTo>
                <a:lnTo>
                  <a:pt x="8613994" y="3369244"/>
                </a:lnTo>
                <a:lnTo>
                  <a:pt x="8623834" y="3369244"/>
                </a:lnTo>
                <a:lnTo>
                  <a:pt x="8627770" y="3379084"/>
                </a:lnTo>
                <a:lnTo>
                  <a:pt x="8606122" y="3379084"/>
                </a:lnTo>
                <a:lnTo>
                  <a:pt x="8606122" y="3390892"/>
                </a:lnTo>
                <a:lnTo>
                  <a:pt x="8613994" y="3402700"/>
                </a:lnTo>
                <a:lnTo>
                  <a:pt x="8606122" y="3402700"/>
                </a:lnTo>
                <a:lnTo>
                  <a:pt x="8598250" y="3390892"/>
                </a:lnTo>
                <a:lnTo>
                  <a:pt x="8594314" y="3373180"/>
                </a:lnTo>
                <a:lnTo>
                  <a:pt x="8606122" y="3361372"/>
                </a:lnTo>
                <a:close/>
                <a:moveTo>
                  <a:pt x="8507721" y="3347596"/>
                </a:moveTo>
                <a:lnTo>
                  <a:pt x="8519529" y="3347596"/>
                </a:lnTo>
                <a:lnTo>
                  <a:pt x="8507721" y="3377117"/>
                </a:lnTo>
                <a:lnTo>
                  <a:pt x="8482137" y="3388925"/>
                </a:lnTo>
                <a:lnTo>
                  <a:pt x="8466392" y="3381053"/>
                </a:lnTo>
                <a:lnTo>
                  <a:pt x="8389640" y="3381053"/>
                </a:lnTo>
                <a:lnTo>
                  <a:pt x="8379799" y="3392861"/>
                </a:lnTo>
                <a:lnTo>
                  <a:pt x="8379799" y="3410573"/>
                </a:lnTo>
                <a:lnTo>
                  <a:pt x="8401448" y="3434189"/>
                </a:lnTo>
                <a:lnTo>
                  <a:pt x="8413256" y="3418445"/>
                </a:lnTo>
                <a:lnTo>
                  <a:pt x="8440808" y="3410573"/>
                </a:lnTo>
                <a:lnTo>
                  <a:pt x="8466392" y="3408605"/>
                </a:lnTo>
                <a:lnTo>
                  <a:pt x="8482137" y="3414509"/>
                </a:lnTo>
                <a:lnTo>
                  <a:pt x="8470328" y="3422381"/>
                </a:lnTo>
                <a:lnTo>
                  <a:pt x="8454584" y="3422381"/>
                </a:lnTo>
                <a:lnTo>
                  <a:pt x="8436872" y="3445997"/>
                </a:lnTo>
                <a:lnTo>
                  <a:pt x="8417192" y="3442061"/>
                </a:lnTo>
                <a:lnTo>
                  <a:pt x="8413256" y="3445997"/>
                </a:lnTo>
                <a:lnTo>
                  <a:pt x="8417192" y="3453869"/>
                </a:lnTo>
                <a:lnTo>
                  <a:pt x="8440808" y="3463709"/>
                </a:lnTo>
                <a:lnTo>
                  <a:pt x="8440808" y="3487326"/>
                </a:lnTo>
                <a:lnTo>
                  <a:pt x="8446712" y="3507006"/>
                </a:lnTo>
                <a:lnTo>
                  <a:pt x="8446712" y="3512910"/>
                </a:lnTo>
                <a:lnTo>
                  <a:pt x="8440808" y="3512910"/>
                </a:lnTo>
                <a:lnTo>
                  <a:pt x="8432936" y="3532590"/>
                </a:lnTo>
                <a:lnTo>
                  <a:pt x="8421128" y="3532590"/>
                </a:lnTo>
                <a:lnTo>
                  <a:pt x="8421128" y="3512910"/>
                </a:lnTo>
                <a:lnTo>
                  <a:pt x="8405384" y="3495198"/>
                </a:lnTo>
                <a:lnTo>
                  <a:pt x="8409320" y="3467645"/>
                </a:lnTo>
                <a:lnTo>
                  <a:pt x="8397512" y="3463709"/>
                </a:lnTo>
                <a:lnTo>
                  <a:pt x="8393576" y="3471581"/>
                </a:lnTo>
                <a:lnTo>
                  <a:pt x="8383735" y="3471581"/>
                </a:lnTo>
                <a:lnTo>
                  <a:pt x="8379799" y="3475517"/>
                </a:lnTo>
                <a:lnTo>
                  <a:pt x="8387671" y="3483390"/>
                </a:lnTo>
                <a:lnTo>
                  <a:pt x="8383735" y="3528654"/>
                </a:lnTo>
                <a:lnTo>
                  <a:pt x="8375863" y="3552270"/>
                </a:lnTo>
                <a:lnTo>
                  <a:pt x="8360119" y="3552270"/>
                </a:lnTo>
                <a:lnTo>
                  <a:pt x="8360119" y="3544398"/>
                </a:lnTo>
                <a:lnTo>
                  <a:pt x="8371927" y="3524718"/>
                </a:lnTo>
                <a:lnTo>
                  <a:pt x="8367991" y="3497166"/>
                </a:lnTo>
                <a:lnTo>
                  <a:pt x="8360119" y="3491262"/>
                </a:lnTo>
                <a:lnTo>
                  <a:pt x="8344375" y="3491262"/>
                </a:lnTo>
                <a:lnTo>
                  <a:pt x="8348311" y="3463709"/>
                </a:lnTo>
                <a:lnTo>
                  <a:pt x="8356183" y="3463709"/>
                </a:lnTo>
                <a:lnTo>
                  <a:pt x="8360119" y="3449933"/>
                </a:lnTo>
                <a:lnTo>
                  <a:pt x="8360119" y="3426317"/>
                </a:lnTo>
                <a:lnTo>
                  <a:pt x="8364055" y="3410573"/>
                </a:lnTo>
                <a:lnTo>
                  <a:pt x="8371927" y="3396797"/>
                </a:lnTo>
                <a:lnTo>
                  <a:pt x="8379799" y="3373180"/>
                </a:lnTo>
                <a:lnTo>
                  <a:pt x="8387671" y="3369244"/>
                </a:lnTo>
                <a:lnTo>
                  <a:pt x="8393576" y="3369244"/>
                </a:lnTo>
                <a:lnTo>
                  <a:pt x="8405384" y="3355468"/>
                </a:lnTo>
                <a:lnTo>
                  <a:pt x="8413256" y="3355468"/>
                </a:lnTo>
                <a:lnTo>
                  <a:pt x="8444744" y="3369244"/>
                </a:lnTo>
                <a:lnTo>
                  <a:pt x="8478201" y="3367276"/>
                </a:lnTo>
                <a:lnTo>
                  <a:pt x="8501817" y="3363340"/>
                </a:lnTo>
                <a:close/>
                <a:moveTo>
                  <a:pt x="5252620" y="3343660"/>
                </a:moveTo>
                <a:lnTo>
                  <a:pt x="5293948" y="3343660"/>
                </a:lnTo>
                <a:lnTo>
                  <a:pt x="5295916" y="3369244"/>
                </a:lnTo>
                <a:lnTo>
                  <a:pt x="5244748" y="3369244"/>
                </a:lnTo>
                <a:close/>
                <a:moveTo>
                  <a:pt x="3140949" y="3341691"/>
                </a:moveTo>
                <a:lnTo>
                  <a:pt x="3140949" y="3343658"/>
                </a:lnTo>
                <a:lnTo>
                  <a:pt x="3160629" y="3343658"/>
                </a:lnTo>
                <a:lnTo>
                  <a:pt x="3164565" y="3347593"/>
                </a:lnTo>
                <a:lnTo>
                  <a:pt x="3164565" y="3345627"/>
                </a:lnTo>
                <a:lnTo>
                  <a:pt x="3160628" y="3341691"/>
                </a:lnTo>
                <a:close/>
                <a:moveTo>
                  <a:pt x="8600218" y="3339723"/>
                </a:moveTo>
                <a:lnTo>
                  <a:pt x="8604154" y="3353499"/>
                </a:lnTo>
                <a:lnTo>
                  <a:pt x="8594314" y="3361371"/>
                </a:lnTo>
                <a:lnTo>
                  <a:pt x="8590378" y="3343659"/>
                </a:lnTo>
                <a:close/>
                <a:moveTo>
                  <a:pt x="3050419" y="3339722"/>
                </a:moveTo>
                <a:lnTo>
                  <a:pt x="3062227" y="3355466"/>
                </a:lnTo>
                <a:lnTo>
                  <a:pt x="3062227" y="3379083"/>
                </a:lnTo>
                <a:lnTo>
                  <a:pt x="3062228" y="3379084"/>
                </a:lnTo>
                <a:lnTo>
                  <a:pt x="3062228" y="3355466"/>
                </a:lnTo>
                <a:close/>
                <a:moveTo>
                  <a:pt x="3430233" y="3324016"/>
                </a:moveTo>
                <a:lnTo>
                  <a:pt x="3419318" y="3345846"/>
                </a:lnTo>
                <a:lnTo>
                  <a:pt x="3434183" y="3349563"/>
                </a:lnTo>
                <a:lnTo>
                  <a:pt x="3467640" y="3353499"/>
                </a:lnTo>
                <a:lnTo>
                  <a:pt x="3467641" y="3353498"/>
                </a:lnTo>
                <a:lnTo>
                  <a:pt x="3434187" y="3349562"/>
                </a:lnTo>
                <a:lnTo>
                  <a:pt x="3420411" y="3345626"/>
                </a:lnTo>
                <a:close/>
                <a:moveTo>
                  <a:pt x="8621866" y="3320043"/>
                </a:moveTo>
                <a:lnTo>
                  <a:pt x="8625802" y="3329883"/>
                </a:lnTo>
                <a:lnTo>
                  <a:pt x="8621866" y="3335787"/>
                </a:lnTo>
                <a:lnTo>
                  <a:pt x="8613994" y="3329883"/>
                </a:lnTo>
                <a:close/>
                <a:moveTo>
                  <a:pt x="3046483" y="3312168"/>
                </a:moveTo>
                <a:lnTo>
                  <a:pt x="3046483" y="3312169"/>
                </a:lnTo>
                <a:lnTo>
                  <a:pt x="3046481" y="3312176"/>
                </a:lnTo>
                <a:lnTo>
                  <a:pt x="3046484" y="3312170"/>
                </a:lnTo>
                <a:close/>
                <a:moveTo>
                  <a:pt x="3131265" y="3305007"/>
                </a:moveTo>
                <a:lnTo>
                  <a:pt x="3131108" y="3306266"/>
                </a:lnTo>
                <a:lnTo>
                  <a:pt x="3140940" y="3308232"/>
                </a:lnTo>
                <a:close/>
                <a:moveTo>
                  <a:pt x="5219163" y="3302331"/>
                </a:moveTo>
                <a:lnTo>
                  <a:pt x="5227035" y="3302331"/>
                </a:lnTo>
                <a:lnTo>
                  <a:pt x="5227035" y="3306267"/>
                </a:lnTo>
                <a:lnTo>
                  <a:pt x="5219163" y="3312171"/>
                </a:lnTo>
                <a:lnTo>
                  <a:pt x="5219163" y="3306267"/>
                </a:lnTo>
                <a:close/>
                <a:moveTo>
                  <a:pt x="5449422" y="3300363"/>
                </a:moveTo>
                <a:lnTo>
                  <a:pt x="5429742" y="3308235"/>
                </a:lnTo>
                <a:lnTo>
                  <a:pt x="5423260" y="3317495"/>
                </a:lnTo>
                <a:lnTo>
                  <a:pt x="5429742" y="3310203"/>
                </a:lnTo>
                <a:lnTo>
                  <a:pt x="5447454" y="3302331"/>
                </a:lnTo>
                <a:lnTo>
                  <a:pt x="5475006" y="3302331"/>
                </a:lnTo>
                <a:lnTo>
                  <a:pt x="5492718" y="3302331"/>
                </a:lnTo>
                <a:lnTo>
                  <a:pt x="5492718" y="3300364"/>
                </a:lnTo>
                <a:lnTo>
                  <a:pt x="5492718" y="3300363"/>
                </a:lnTo>
                <a:lnTo>
                  <a:pt x="5476974" y="3300363"/>
                </a:lnTo>
                <a:close/>
                <a:moveTo>
                  <a:pt x="5844994" y="3294455"/>
                </a:moveTo>
                <a:lnTo>
                  <a:pt x="5844453" y="3294816"/>
                </a:lnTo>
                <a:lnTo>
                  <a:pt x="5849360" y="3296043"/>
                </a:lnTo>
                <a:close/>
                <a:moveTo>
                  <a:pt x="3499509" y="3290920"/>
                </a:moveTo>
                <a:lnTo>
                  <a:pt x="3493213" y="3308234"/>
                </a:lnTo>
                <a:lnTo>
                  <a:pt x="3479436" y="3337754"/>
                </a:lnTo>
                <a:lnTo>
                  <a:pt x="3477984" y="3339691"/>
                </a:lnTo>
                <a:lnTo>
                  <a:pt x="3479436" y="3337755"/>
                </a:lnTo>
                <a:lnTo>
                  <a:pt x="3495180" y="3308235"/>
                </a:lnTo>
                <a:close/>
                <a:moveTo>
                  <a:pt x="6102803" y="3282652"/>
                </a:moveTo>
                <a:lnTo>
                  <a:pt x="6102799" y="3282655"/>
                </a:lnTo>
                <a:lnTo>
                  <a:pt x="6102804" y="3282652"/>
                </a:lnTo>
                <a:close/>
                <a:moveTo>
                  <a:pt x="3270837" y="3282650"/>
                </a:moveTo>
                <a:lnTo>
                  <a:pt x="3270837" y="3304299"/>
                </a:lnTo>
                <a:lnTo>
                  <a:pt x="3262966" y="3325947"/>
                </a:lnTo>
                <a:lnTo>
                  <a:pt x="3262966" y="3329882"/>
                </a:lnTo>
                <a:lnTo>
                  <a:pt x="3270838" y="3306266"/>
                </a:lnTo>
                <a:lnTo>
                  <a:pt x="3270838" y="3282650"/>
                </a:lnTo>
                <a:close/>
                <a:moveTo>
                  <a:pt x="5923715" y="3274783"/>
                </a:moveTo>
                <a:lnTo>
                  <a:pt x="5929618" y="3296427"/>
                </a:lnTo>
                <a:lnTo>
                  <a:pt x="5957168" y="3335785"/>
                </a:lnTo>
                <a:lnTo>
                  <a:pt x="5931586" y="3296428"/>
                </a:lnTo>
                <a:close/>
                <a:moveTo>
                  <a:pt x="5760335" y="3274734"/>
                </a:moveTo>
                <a:lnTo>
                  <a:pt x="5760368" y="3274779"/>
                </a:lnTo>
                <a:lnTo>
                  <a:pt x="5770209" y="3274779"/>
                </a:lnTo>
                <a:lnTo>
                  <a:pt x="5770217" y="3274775"/>
                </a:lnTo>
                <a:lnTo>
                  <a:pt x="5760370" y="3274775"/>
                </a:lnTo>
                <a:close/>
                <a:moveTo>
                  <a:pt x="5976846" y="3270840"/>
                </a:moveTo>
                <a:lnTo>
                  <a:pt x="5923715" y="3274775"/>
                </a:lnTo>
                <a:lnTo>
                  <a:pt x="5923703" y="3274792"/>
                </a:lnTo>
                <a:lnTo>
                  <a:pt x="5923714" y="3274779"/>
                </a:lnTo>
                <a:lnTo>
                  <a:pt x="5923715" y="3274780"/>
                </a:lnTo>
                <a:lnTo>
                  <a:pt x="5976851" y="3270844"/>
                </a:lnTo>
                <a:lnTo>
                  <a:pt x="5976862" y="3270846"/>
                </a:lnTo>
                <a:lnTo>
                  <a:pt x="5976850" y="3270844"/>
                </a:lnTo>
                <a:close/>
                <a:moveTo>
                  <a:pt x="5780050" y="3270839"/>
                </a:moveTo>
                <a:lnTo>
                  <a:pt x="5779482" y="3271123"/>
                </a:lnTo>
                <a:lnTo>
                  <a:pt x="5797761" y="3274779"/>
                </a:lnTo>
                <a:lnTo>
                  <a:pt x="5809569" y="3274779"/>
                </a:lnTo>
                <a:lnTo>
                  <a:pt x="5831217" y="3300364"/>
                </a:lnTo>
                <a:lnTo>
                  <a:pt x="5839089" y="3327916"/>
                </a:lnTo>
                <a:lnTo>
                  <a:pt x="5835153" y="3353500"/>
                </a:lnTo>
                <a:lnTo>
                  <a:pt x="5801697" y="3402701"/>
                </a:lnTo>
                <a:lnTo>
                  <a:pt x="5793825" y="3438125"/>
                </a:lnTo>
                <a:lnTo>
                  <a:pt x="5793825" y="3438125"/>
                </a:lnTo>
                <a:lnTo>
                  <a:pt x="5813504" y="3434189"/>
                </a:lnTo>
                <a:lnTo>
                  <a:pt x="5821376" y="3428285"/>
                </a:lnTo>
                <a:lnTo>
                  <a:pt x="5831216" y="3432221"/>
                </a:lnTo>
                <a:lnTo>
                  <a:pt x="5843024" y="3442061"/>
                </a:lnTo>
                <a:lnTo>
                  <a:pt x="5839088" y="3453869"/>
                </a:lnTo>
                <a:lnTo>
                  <a:pt x="5827280" y="3457805"/>
                </a:lnTo>
                <a:lnTo>
                  <a:pt x="5827280" y="3469613"/>
                </a:lnTo>
                <a:lnTo>
                  <a:pt x="5829249" y="3469613"/>
                </a:lnTo>
                <a:lnTo>
                  <a:pt x="5837121" y="3479453"/>
                </a:lnTo>
                <a:lnTo>
                  <a:pt x="5837121" y="3499133"/>
                </a:lnTo>
                <a:lnTo>
                  <a:pt x="5837122" y="3499133"/>
                </a:lnTo>
                <a:lnTo>
                  <a:pt x="5837122" y="3479453"/>
                </a:lnTo>
                <a:lnTo>
                  <a:pt x="5829249" y="3469613"/>
                </a:lnTo>
                <a:lnTo>
                  <a:pt x="5829249" y="3457805"/>
                </a:lnTo>
                <a:lnTo>
                  <a:pt x="5839090" y="3453869"/>
                </a:lnTo>
                <a:lnTo>
                  <a:pt x="5844994" y="3442060"/>
                </a:lnTo>
                <a:lnTo>
                  <a:pt x="5833186" y="3430252"/>
                </a:lnTo>
                <a:lnTo>
                  <a:pt x="5844994" y="3424348"/>
                </a:lnTo>
                <a:lnTo>
                  <a:pt x="5923714" y="3426316"/>
                </a:lnTo>
                <a:lnTo>
                  <a:pt x="5927650" y="3381053"/>
                </a:lnTo>
                <a:lnTo>
                  <a:pt x="5957171" y="3357437"/>
                </a:lnTo>
                <a:lnTo>
                  <a:pt x="5957171" y="3335789"/>
                </a:lnTo>
                <a:lnTo>
                  <a:pt x="5957170" y="3335788"/>
                </a:lnTo>
                <a:lnTo>
                  <a:pt x="5957170" y="3357436"/>
                </a:lnTo>
                <a:lnTo>
                  <a:pt x="5927650" y="3381052"/>
                </a:lnTo>
                <a:lnTo>
                  <a:pt x="5923714" y="3426316"/>
                </a:lnTo>
                <a:lnTo>
                  <a:pt x="5843026" y="3422380"/>
                </a:lnTo>
                <a:lnTo>
                  <a:pt x="5831217" y="3430252"/>
                </a:lnTo>
                <a:lnTo>
                  <a:pt x="5821377" y="3426316"/>
                </a:lnTo>
                <a:lnTo>
                  <a:pt x="5813505" y="3434188"/>
                </a:lnTo>
                <a:lnTo>
                  <a:pt x="5793825" y="3438124"/>
                </a:lnTo>
                <a:lnTo>
                  <a:pt x="5801697" y="3402700"/>
                </a:lnTo>
                <a:lnTo>
                  <a:pt x="5835154" y="3353500"/>
                </a:lnTo>
                <a:lnTo>
                  <a:pt x="5839090" y="3327916"/>
                </a:lnTo>
                <a:lnTo>
                  <a:pt x="5831217" y="3300363"/>
                </a:lnTo>
                <a:lnTo>
                  <a:pt x="5831417" y="3300263"/>
                </a:lnTo>
                <a:lnTo>
                  <a:pt x="5809570" y="3274775"/>
                </a:lnTo>
                <a:lnTo>
                  <a:pt x="5799730" y="3274775"/>
                </a:lnTo>
                <a:close/>
                <a:moveTo>
                  <a:pt x="5539951" y="3264939"/>
                </a:moveTo>
                <a:lnTo>
                  <a:pt x="5538273" y="3265158"/>
                </a:lnTo>
                <a:lnTo>
                  <a:pt x="5561599" y="3282652"/>
                </a:lnTo>
                <a:lnTo>
                  <a:pt x="5569492" y="3283779"/>
                </a:lnTo>
                <a:lnTo>
                  <a:pt x="5563567" y="3282651"/>
                </a:lnTo>
                <a:close/>
                <a:moveTo>
                  <a:pt x="3430250" y="3262971"/>
                </a:moveTo>
                <a:lnTo>
                  <a:pt x="3426316" y="3264938"/>
                </a:lnTo>
                <a:lnTo>
                  <a:pt x="3420416" y="3290507"/>
                </a:lnTo>
                <a:lnTo>
                  <a:pt x="3428283" y="3264938"/>
                </a:lnTo>
                <a:close/>
                <a:moveTo>
                  <a:pt x="8572665" y="3261003"/>
                </a:moveTo>
                <a:lnTo>
                  <a:pt x="8578569" y="3264939"/>
                </a:lnTo>
                <a:lnTo>
                  <a:pt x="8572665" y="3274779"/>
                </a:lnTo>
                <a:lnTo>
                  <a:pt x="8568729" y="3274779"/>
                </a:lnTo>
                <a:lnTo>
                  <a:pt x="8564793" y="3272811"/>
                </a:lnTo>
                <a:close/>
                <a:moveTo>
                  <a:pt x="5699360" y="3255099"/>
                </a:moveTo>
                <a:lnTo>
                  <a:pt x="5699320" y="3255115"/>
                </a:lnTo>
                <a:lnTo>
                  <a:pt x="5699360" y="3255099"/>
                </a:lnTo>
                <a:lnTo>
                  <a:pt x="5747690" y="3258966"/>
                </a:lnTo>
                <a:lnTo>
                  <a:pt x="5747690" y="3258965"/>
                </a:lnTo>
                <a:close/>
                <a:moveTo>
                  <a:pt x="7675249" y="3241323"/>
                </a:moveTo>
                <a:lnTo>
                  <a:pt x="7694929" y="3251163"/>
                </a:lnTo>
                <a:lnTo>
                  <a:pt x="7732322" y="3251163"/>
                </a:lnTo>
                <a:lnTo>
                  <a:pt x="7742162" y="3253131"/>
                </a:lnTo>
                <a:lnTo>
                  <a:pt x="7753970" y="3266907"/>
                </a:lnTo>
                <a:lnTo>
                  <a:pt x="7757906" y="3278716"/>
                </a:lnTo>
                <a:lnTo>
                  <a:pt x="7765778" y="3284620"/>
                </a:lnTo>
                <a:lnTo>
                  <a:pt x="7785458" y="3302332"/>
                </a:lnTo>
                <a:lnTo>
                  <a:pt x="7805138" y="3308236"/>
                </a:lnTo>
                <a:lnTo>
                  <a:pt x="7826787" y="3335788"/>
                </a:lnTo>
                <a:lnTo>
                  <a:pt x="7834659" y="3335788"/>
                </a:lnTo>
                <a:lnTo>
                  <a:pt x="7862211" y="3357436"/>
                </a:lnTo>
                <a:lnTo>
                  <a:pt x="7868115" y="3373181"/>
                </a:lnTo>
                <a:lnTo>
                  <a:pt x="7887795" y="3388925"/>
                </a:lnTo>
                <a:lnTo>
                  <a:pt x="7911411" y="3388925"/>
                </a:lnTo>
                <a:lnTo>
                  <a:pt x="7913379" y="3398765"/>
                </a:lnTo>
                <a:lnTo>
                  <a:pt x="7913379" y="3414509"/>
                </a:lnTo>
                <a:lnTo>
                  <a:pt x="7929124" y="3430253"/>
                </a:lnTo>
                <a:lnTo>
                  <a:pt x="7940932" y="3455837"/>
                </a:lnTo>
                <a:lnTo>
                  <a:pt x="7952740" y="3459773"/>
                </a:lnTo>
                <a:lnTo>
                  <a:pt x="7976356" y="3485358"/>
                </a:lnTo>
                <a:lnTo>
                  <a:pt x="7976356" y="3550302"/>
                </a:lnTo>
                <a:lnTo>
                  <a:pt x="7964548" y="3552270"/>
                </a:lnTo>
                <a:lnTo>
                  <a:pt x="7936996" y="3534558"/>
                </a:lnTo>
                <a:lnTo>
                  <a:pt x="7911411" y="3530622"/>
                </a:lnTo>
                <a:lnTo>
                  <a:pt x="7862211" y="3489294"/>
                </a:lnTo>
                <a:lnTo>
                  <a:pt x="7830723" y="3447965"/>
                </a:lnTo>
                <a:lnTo>
                  <a:pt x="7826787" y="3430253"/>
                </a:lnTo>
                <a:lnTo>
                  <a:pt x="7793330" y="3390893"/>
                </a:lnTo>
                <a:lnTo>
                  <a:pt x="7781522" y="3390893"/>
                </a:lnTo>
                <a:lnTo>
                  <a:pt x="7769714" y="3349564"/>
                </a:lnTo>
                <a:lnTo>
                  <a:pt x="7757906" y="3331852"/>
                </a:lnTo>
                <a:lnTo>
                  <a:pt x="7740194" y="3323980"/>
                </a:lnTo>
                <a:lnTo>
                  <a:pt x="7736258" y="3308236"/>
                </a:lnTo>
                <a:lnTo>
                  <a:pt x="7716577" y="3296428"/>
                </a:lnTo>
                <a:lnTo>
                  <a:pt x="7700833" y="3290524"/>
                </a:lnTo>
                <a:lnTo>
                  <a:pt x="7675249" y="3259035"/>
                </a:lnTo>
                <a:close/>
                <a:moveTo>
                  <a:pt x="2989405" y="3231478"/>
                </a:moveTo>
                <a:lnTo>
                  <a:pt x="2989410" y="3231481"/>
                </a:lnTo>
                <a:lnTo>
                  <a:pt x="2989428" y="3231484"/>
                </a:lnTo>
                <a:lnTo>
                  <a:pt x="2989411" y="3231481"/>
                </a:lnTo>
                <a:close/>
                <a:moveTo>
                  <a:pt x="5711148" y="3225491"/>
                </a:moveTo>
                <a:lnTo>
                  <a:pt x="5711168" y="3225578"/>
                </a:lnTo>
                <a:lnTo>
                  <a:pt x="5740688" y="3247227"/>
                </a:lnTo>
                <a:lnTo>
                  <a:pt x="5746207" y="3255505"/>
                </a:lnTo>
                <a:lnTo>
                  <a:pt x="5742657" y="3247223"/>
                </a:lnTo>
                <a:lnTo>
                  <a:pt x="5711169" y="3225575"/>
                </a:lnTo>
                <a:close/>
                <a:moveTo>
                  <a:pt x="7826787" y="3219675"/>
                </a:moveTo>
                <a:lnTo>
                  <a:pt x="7825130" y="3220089"/>
                </a:lnTo>
                <a:lnTo>
                  <a:pt x="7836627" y="3235418"/>
                </a:lnTo>
                <a:lnTo>
                  <a:pt x="7856276" y="3241313"/>
                </a:lnTo>
                <a:lnTo>
                  <a:pt x="7838595" y="3235419"/>
                </a:lnTo>
                <a:close/>
                <a:moveTo>
                  <a:pt x="4736992" y="3201960"/>
                </a:moveTo>
                <a:lnTo>
                  <a:pt x="4736998" y="3201962"/>
                </a:lnTo>
                <a:lnTo>
                  <a:pt x="4736998" y="3229515"/>
                </a:lnTo>
                <a:lnTo>
                  <a:pt x="4737005" y="3229518"/>
                </a:lnTo>
                <a:lnTo>
                  <a:pt x="4736999" y="3229515"/>
                </a:lnTo>
                <a:lnTo>
                  <a:pt x="4736999" y="3201962"/>
                </a:lnTo>
                <a:close/>
                <a:moveTo>
                  <a:pt x="2902818" y="3194084"/>
                </a:moveTo>
                <a:lnTo>
                  <a:pt x="2902818" y="3194089"/>
                </a:lnTo>
                <a:lnTo>
                  <a:pt x="2902818" y="3194090"/>
                </a:lnTo>
                <a:lnTo>
                  <a:pt x="2902818" y="3194089"/>
                </a:lnTo>
                <a:close/>
                <a:moveTo>
                  <a:pt x="8299111" y="3188186"/>
                </a:moveTo>
                <a:lnTo>
                  <a:pt x="8310919" y="3217707"/>
                </a:lnTo>
                <a:lnTo>
                  <a:pt x="8338471" y="3219675"/>
                </a:lnTo>
                <a:lnTo>
                  <a:pt x="8352247" y="3241323"/>
                </a:lnTo>
                <a:lnTo>
                  <a:pt x="8326663" y="3249195"/>
                </a:lnTo>
                <a:lnTo>
                  <a:pt x="8334535" y="3264939"/>
                </a:lnTo>
                <a:lnTo>
                  <a:pt x="8318791" y="3266907"/>
                </a:lnTo>
                <a:lnTo>
                  <a:pt x="8306983" y="3282651"/>
                </a:lnTo>
                <a:lnTo>
                  <a:pt x="8295175" y="3274779"/>
                </a:lnTo>
                <a:lnTo>
                  <a:pt x="8261718" y="3274779"/>
                </a:lnTo>
                <a:lnTo>
                  <a:pt x="8253846" y="3286587"/>
                </a:lnTo>
                <a:lnTo>
                  <a:pt x="8238102" y="3323980"/>
                </a:lnTo>
                <a:lnTo>
                  <a:pt x="8212518" y="3353500"/>
                </a:lnTo>
                <a:lnTo>
                  <a:pt x="8188902" y="3361372"/>
                </a:lnTo>
                <a:lnTo>
                  <a:pt x="8173158" y="3353500"/>
                </a:lnTo>
                <a:lnTo>
                  <a:pt x="8157414" y="3357436"/>
                </a:lnTo>
                <a:lnTo>
                  <a:pt x="8141669" y="3369244"/>
                </a:lnTo>
                <a:lnTo>
                  <a:pt x="8098373" y="3369244"/>
                </a:lnTo>
                <a:lnTo>
                  <a:pt x="8098373" y="3369245"/>
                </a:lnTo>
                <a:lnTo>
                  <a:pt x="8141670" y="3369245"/>
                </a:lnTo>
                <a:lnTo>
                  <a:pt x="8159382" y="3357437"/>
                </a:lnTo>
                <a:lnTo>
                  <a:pt x="8173158" y="3353501"/>
                </a:lnTo>
                <a:lnTo>
                  <a:pt x="8188902" y="3361373"/>
                </a:lnTo>
                <a:lnTo>
                  <a:pt x="8212519" y="3353501"/>
                </a:lnTo>
                <a:lnTo>
                  <a:pt x="8238103" y="3323981"/>
                </a:lnTo>
                <a:lnTo>
                  <a:pt x="8253847" y="3286588"/>
                </a:lnTo>
                <a:lnTo>
                  <a:pt x="8261719" y="3274780"/>
                </a:lnTo>
                <a:lnTo>
                  <a:pt x="8295175" y="3274780"/>
                </a:lnTo>
                <a:lnTo>
                  <a:pt x="8306984" y="3284620"/>
                </a:lnTo>
                <a:lnTo>
                  <a:pt x="8306984" y="3302332"/>
                </a:lnTo>
                <a:lnTo>
                  <a:pt x="8322728" y="3318077"/>
                </a:lnTo>
                <a:lnTo>
                  <a:pt x="8318792" y="3343661"/>
                </a:lnTo>
                <a:lnTo>
                  <a:pt x="8340440" y="3349565"/>
                </a:lnTo>
                <a:lnTo>
                  <a:pt x="8348312" y="3365309"/>
                </a:lnTo>
                <a:lnTo>
                  <a:pt x="8326664" y="3369245"/>
                </a:lnTo>
                <a:lnTo>
                  <a:pt x="8322728" y="3361373"/>
                </a:lnTo>
                <a:lnTo>
                  <a:pt x="8303048" y="3377117"/>
                </a:lnTo>
                <a:lnTo>
                  <a:pt x="8310920" y="3402701"/>
                </a:lnTo>
                <a:lnTo>
                  <a:pt x="8287303" y="3434190"/>
                </a:lnTo>
                <a:lnTo>
                  <a:pt x="8273527" y="3438126"/>
                </a:lnTo>
                <a:lnTo>
                  <a:pt x="8275495" y="3467646"/>
                </a:lnTo>
                <a:lnTo>
                  <a:pt x="8249911" y="3495198"/>
                </a:lnTo>
                <a:lnTo>
                  <a:pt x="8228263" y="3503070"/>
                </a:lnTo>
                <a:lnTo>
                  <a:pt x="8228263" y="3495198"/>
                </a:lnTo>
                <a:lnTo>
                  <a:pt x="8212519" y="3483390"/>
                </a:lnTo>
                <a:lnTo>
                  <a:pt x="8196774" y="3487326"/>
                </a:lnTo>
                <a:lnTo>
                  <a:pt x="8188902" y="3479454"/>
                </a:lnTo>
                <a:lnTo>
                  <a:pt x="8173158" y="3475518"/>
                </a:lnTo>
                <a:lnTo>
                  <a:pt x="8155446" y="3487326"/>
                </a:lnTo>
                <a:lnTo>
                  <a:pt x="8141670" y="3475518"/>
                </a:lnTo>
                <a:lnTo>
                  <a:pt x="8106245" y="3467646"/>
                </a:lnTo>
                <a:lnTo>
                  <a:pt x="8090501" y="3422382"/>
                </a:lnTo>
                <a:lnTo>
                  <a:pt x="8072789" y="3406637"/>
                </a:lnTo>
                <a:lnTo>
                  <a:pt x="8062949" y="3349565"/>
                </a:lnTo>
                <a:lnTo>
                  <a:pt x="8078693" y="3343661"/>
                </a:lnTo>
                <a:lnTo>
                  <a:pt x="8084597" y="3345137"/>
                </a:lnTo>
                <a:lnTo>
                  <a:pt x="8084597" y="3341692"/>
                </a:lnTo>
                <a:lnTo>
                  <a:pt x="8085850" y="3345450"/>
                </a:lnTo>
                <a:lnTo>
                  <a:pt x="8086000" y="3345487"/>
                </a:lnTo>
                <a:lnTo>
                  <a:pt x="8086565" y="3345431"/>
                </a:lnTo>
                <a:lnTo>
                  <a:pt x="8086565" y="3343661"/>
                </a:lnTo>
                <a:lnTo>
                  <a:pt x="8087246" y="3345363"/>
                </a:lnTo>
                <a:lnTo>
                  <a:pt x="8123957" y="3341692"/>
                </a:lnTo>
                <a:lnTo>
                  <a:pt x="8129861" y="3318076"/>
                </a:lnTo>
                <a:lnTo>
                  <a:pt x="8149541" y="3312172"/>
                </a:lnTo>
                <a:lnTo>
                  <a:pt x="8161350" y="3306268"/>
                </a:lnTo>
                <a:lnTo>
                  <a:pt x="8192838" y="3294459"/>
                </a:lnTo>
                <a:lnTo>
                  <a:pt x="8206614" y="3266907"/>
                </a:lnTo>
                <a:lnTo>
                  <a:pt x="8222358" y="3261003"/>
                </a:lnTo>
                <a:lnTo>
                  <a:pt x="8230230" y="3255099"/>
                </a:lnTo>
                <a:lnTo>
                  <a:pt x="8249910" y="3261003"/>
                </a:lnTo>
                <a:lnTo>
                  <a:pt x="8253846" y="3231483"/>
                </a:lnTo>
                <a:close/>
                <a:moveTo>
                  <a:pt x="4908205" y="3180334"/>
                </a:moveTo>
                <a:lnTo>
                  <a:pt x="4884601" y="3219675"/>
                </a:lnTo>
                <a:lnTo>
                  <a:pt x="4888537" y="3241323"/>
                </a:lnTo>
                <a:lnTo>
                  <a:pt x="4894975" y="3252052"/>
                </a:lnTo>
                <a:lnTo>
                  <a:pt x="4890504" y="3241323"/>
                </a:lnTo>
                <a:lnTo>
                  <a:pt x="4886568" y="3219675"/>
                </a:lnTo>
                <a:close/>
                <a:moveTo>
                  <a:pt x="6329125" y="3166539"/>
                </a:moveTo>
                <a:lnTo>
                  <a:pt x="6307502" y="3170471"/>
                </a:lnTo>
                <a:lnTo>
                  <a:pt x="6329009" y="3166886"/>
                </a:lnTo>
                <a:close/>
                <a:moveTo>
                  <a:pt x="4679926" y="3166538"/>
                </a:moveTo>
                <a:lnTo>
                  <a:pt x="4664183" y="3170474"/>
                </a:lnTo>
                <a:lnTo>
                  <a:pt x="4664183" y="3170475"/>
                </a:lnTo>
                <a:lnTo>
                  <a:pt x="4679927" y="3166539"/>
                </a:lnTo>
                <a:close/>
                <a:moveTo>
                  <a:pt x="5927649" y="3140953"/>
                </a:moveTo>
                <a:lnTo>
                  <a:pt x="5927638" y="3140969"/>
                </a:lnTo>
                <a:lnTo>
                  <a:pt x="5927649" y="3140955"/>
                </a:lnTo>
                <a:close/>
                <a:moveTo>
                  <a:pt x="5341181" y="3135050"/>
                </a:moveTo>
                <a:lnTo>
                  <a:pt x="5325437" y="3152762"/>
                </a:lnTo>
                <a:lnTo>
                  <a:pt x="5311661" y="3205899"/>
                </a:lnTo>
                <a:lnTo>
                  <a:pt x="5295916" y="3219675"/>
                </a:lnTo>
                <a:lnTo>
                  <a:pt x="5278204" y="3201963"/>
                </a:lnTo>
                <a:lnTo>
                  <a:pt x="5262460" y="3201963"/>
                </a:lnTo>
                <a:lnTo>
                  <a:pt x="5223101" y="3243290"/>
                </a:lnTo>
                <a:lnTo>
                  <a:pt x="5262460" y="3203931"/>
                </a:lnTo>
                <a:lnTo>
                  <a:pt x="5278204" y="3203931"/>
                </a:lnTo>
                <a:lnTo>
                  <a:pt x="5295916" y="3219675"/>
                </a:lnTo>
                <a:lnTo>
                  <a:pt x="5311660" y="3207867"/>
                </a:lnTo>
                <a:lnTo>
                  <a:pt x="5325436" y="3154730"/>
                </a:lnTo>
                <a:close/>
                <a:moveTo>
                  <a:pt x="7242285" y="3131114"/>
                </a:moveTo>
                <a:lnTo>
                  <a:pt x="7254094" y="3131114"/>
                </a:lnTo>
                <a:lnTo>
                  <a:pt x="7261966" y="3138986"/>
                </a:lnTo>
                <a:lnTo>
                  <a:pt x="7261966" y="3154730"/>
                </a:lnTo>
                <a:lnTo>
                  <a:pt x="7283614" y="3168507"/>
                </a:lnTo>
                <a:lnTo>
                  <a:pt x="7287550" y="3188187"/>
                </a:lnTo>
                <a:lnTo>
                  <a:pt x="7291486" y="3196059"/>
                </a:lnTo>
                <a:lnTo>
                  <a:pt x="7291486" y="3207867"/>
                </a:lnTo>
                <a:lnTo>
                  <a:pt x="7263934" y="3231483"/>
                </a:lnTo>
                <a:lnTo>
                  <a:pt x="7250158" y="3231483"/>
                </a:lnTo>
                <a:lnTo>
                  <a:pt x="7238349" y="3219675"/>
                </a:lnTo>
                <a:lnTo>
                  <a:pt x="7230477" y="3168507"/>
                </a:lnTo>
                <a:lnTo>
                  <a:pt x="7234413" y="3154730"/>
                </a:lnTo>
                <a:lnTo>
                  <a:pt x="7234413" y="3142922"/>
                </a:lnTo>
                <a:close/>
                <a:moveTo>
                  <a:pt x="8531337" y="3125210"/>
                </a:moveTo>
                <a:lnTo>
                  <a:pt x="8549049" y="3137018"/>
                </a:lnTo>
                <a:lnTo>
                  <a:pt x="8556921" y="3154731"/>
                </a:lnTo>
                <a:lnTo>
                  <a:pt x="8552985" y="3166539"/>
                </a:lnTo>
                <a:lnTo>
                  <a:pt x="8564793" y="3178347"/>
                </a:lnTo>
                <a:lnTo>
                  <a:pt x="8560857" y="3196059"/>
                </a:lnTo>
                <a:lnTo>
                  <a:pt x="8552985" y="3203931"/>
                </a:lnTo>
                <a:lnTo>
                  <a:pt x="8539209" y="3196059"/>
                </a:lnTo>
                <a:lnTo>
                  <a:pt x="8531337" y="3199995"/>
                </a:lnTo>
                <a:lnTo>
                  <a:pt x="8531337" y="3207867"/>
                </a:lnTo>
                <a:lnTo>
                  <a:pt x="8539209" y="3215739"/>
                </a:lnTo>
                <a:lnTo>
                  <a:pt x="8539209" y="3231483"/>
                </a:lnTo>
                <a:lnTo>
                  <a:pt x="8535273" y="3237387"/>
                </a:lnTo>
                <a:lnTo>
                  <a:pt x="8527401" y="3231483"/>
                </a:lnTo>
                <a:lnTo>
                  <a:pt x="8527401" y="3219675"/>
                </a:lnTo>
                <a:lnTo>
                  <a:pt x="8523465" y="3225579"/>
                </a:lnTo>
                <a:lnTo>
                  <a:pt x="8515593" y="3229515"/>
                </a:lnTo>
                <a:lnTo>
                  <a:pt x="8491976" y="3211803"/>
                </a:lnTo>
                <a:lnTo>
                  <a:pt x="8491976" y="3203931"/>
                </a:lnTo>
                <a:lnTo>
                  <a:pt x="8499849" y="3188187"/>
                </a:lnTo>
                <a:lnTo>
                  <a:pt x="8488040" y="3182283"/>
                </a:lnTo>
                <a:lnTo>
                  <a:pt x="8480168" y="3182283"/>
                </a:lnTo>
                <a:lnTo>
                  <a:pt x="8474264" y="3182283"/>
                </a:lnTo>
                <a:lnTo>
                  <a:pt x="8466392" y="3184251"/>
                </a:lnTo>
                <a:lnTo>
                  <a:pt x="8458520" y="3178347"/>
                </a:lnTo>
                <a:lnTo>
                  <a:pt x="8446712" y="3182283"/>
                </a:lnTo>
                <a:lnTo>
                  <a:pt x="8446712" y="3188187"/>
                </a:lnTo>
                <a:lnTo>
                  <a:pt x="8442776" y="3192123"/>
                </a:lnTo>
                <a:lnTo>
                  <a:pt x="8434904" y="3196059"/>
                </a:lnTo>
                <a:lnTo>
                  <a:pt x="8434904" y="3184251"/>
                </a:lnTo>
                <a:lnTo>
                  <a:pt x="8442776" y="3174411"/>
                </a:lnTo>
                <a:lnTo>
                  <a:pt x="8450648" y="3170475"/>
                </a:lnTo>
                <a:lnTo>
                  <a:pt x="8474264" y="3148826"/>
                </a:lnTo>
                <a:lnTo>
                  <a:pt x="8488040" y="3158667"/>
                </a:lnTo>
                <a:lnTo>
                  <a:pt x="8491976" y="3170475"/>
                </a:lnTo>
                <a:lnTo>
                  <a:pt x="8503785" y="3166539"/>
                </a:lnTo>
                <a:lnTo>
                  <a:pt x="8503785" y="3154731"/>
                </a:lnTo>
                <a:lnTo>
                  <a:pt x="8515593" y="3150794"/>
                </a:lnTo>
                <a:lnTo>
                  <a:pt x="8519529" y="3140954"/>
                </a:lnTo>
                <a:lnTo>
                  <a:pt x="8527401" y="3140954"/>
                </a:lnTo>
                <a:lnTo>
                  <a:pt x="8531337" y="3144890"/>
                </a:lnTo>
                <a:lnTo>
                  <a:pt x="8539209" y="3137018"/>
                </a:lnTo>
                <a:close/>
                <a:moveTo>
                  <a:pt x="4860985" y="3123242"/>
                </a:moveTo>
                <a:lnTo>
                  <a:pt x="4846319" y="3134241"/>
                </a:lnTo>
                <a:lnTo>
                  <a:pt x="4847209" y="3135050"/>
                </a:lnTo>
                <a:lnTo>
                  <a:pt x="4862951" y="3123242"/>
                </a:lnTo>
                <a:close/>
                <a:moveTo>
                  <a:pt x="4748807" y="3121275"/>
                </a:moveTo>
                <a:lnTo>
                  <a:pt x="4752602" y="3159228"/>
                </a:lnTo>
                <a:lnTo>
                  <a:pt x="4752743" y="3158666"/>
                </a:lnTo>
                <a:lnTo>
                  <a:pt x="4748807" y="3121275"/>
                </a:lnTo>
                <a:close/>
                <a:moveTo>
                  <a:pt x="8503785" y="3109465"/>
                </a:moveTo>
                <a:lnTo>
                  <a:pt x="8507721" y="3109465"/>
                </a:lnTo>
                <a:lnTo>
                  <a:pt x="8515593" y="3109465"/>
                </a:lnTo>
                <a:lnTo>
                  <a:pt x="8503785" y="3125209"/>
                </a:lnTo>
                <a:lnTo>
                  <a:pt x="8491977" y="3121273"/>
                </a:lnTo>
                <a:close/>
                <a:moveTo>
                  <a:pt x="3231500" y="3101594"/>
                </a:moveTo>
                <a:lnTo>
                  <a:pt x="3227564" y="3109466"/>
                </a:lnTo>
                <a:lnTo>
                  <a:pt x="3231500" y="3109466"/>
                </a:lnTo>
                <a:lnTo>
                  <a:pt x="3231500" y="3125210"/>
                </a:lnTo>
                <a:lnTo>
                  <a:pt x="3213787" y="3125210"/>
                </a:lnTo>
                <a:lnTo>
                  <a:pt x="3213787" y="3109466"/>
                </a:lnTo>
                <a:close/>
                <a:moveTo>
                  <a:pt x="2574158" y="3101593"/>
                </a:moveTo>
                <a:lnTo>
                  <a:pt x="2574202" y="3101603"/>
                </a:lnTo>
                <a:lnTo>
                  <a:pt x="2574160" y="3101593"/>
                </a:lnTo>
                <a:close/>
                <a:moveTo>
                  <a:pt x="5931668" y="3101557"/>
                </a:moveTo>
                <a:lnTo>
                  <a:pt x="5931587" y="3101590"/>
                </a:lnTo>
                <a:lnTo>
                  <a:pt x="5931587" y="3101594"/>
                </a:lnTo>
                <a:close/>
                <a:moveTo>
                  <a:pt x="8529369" y="3097657"/>
                </a:moveTo>
                <a:lnTo>
                  <a:pt x="8545113" y="3097657"/>
                </a:lnTo>
                <a:lnTo>
                  <a:pt x="8541177" y="3109465"/>
                </a:lnTo>
                <a:lnTo>
                  <a:pt x="8537241" y="3113401"/>
                </a:lnTo>
                <a:lnTo>
                  <a:pt x="8529369" y="3109465"/>
                </a:lnTo>
                <a:close/>
                <a:moveTo>
                  <a:pt x="2910188" y="3095174"/>
                </a:moveTo>
                <a:lnTo>
                  <a:pt x="2894945" y="3109464"/>
                </a:lnTo>
                <a:lnTo>
                  <a:pt x="2889693" y="3125220"/>
                </a:lnTo>
                <a:lnTo>
                  <a:pt x="2894946" y="3111433"/>
                </a:lnTo>
                <a:close/>
                <a:moveTo>
                  <a:pt x="4979065" y="3093722"/>
                </a:moveTo>
                <a:lnTo>
                  <a:pt x="4979065" y="3129146"/>
                </a:lnTo>
                <a:lnTo>
                  <a:pt x="4983001" y="3182282"/>
                </a:lnTo>
                <a:lnTo>
                  <a:pt x="4988250" y="3188843"/>
                </a:lnTo>
                <a:lnTo>
                  <a:pt x="4984969" y="3182282"/>
                </a:lnTo>
                <a:lnTo>
                  <a:pt x="4981033" y="3129145"/>
                </a:lnTo>
                <a:lnTo>
                  <a:pt x="4981033" y="3094706"/>
                </a:lnTo>
                <a:lnTo>
                  <a:pt x="4979066" y="3093722"/>
                </a:lnTo>
                <a:close/>
                <a:moveTo>
                  <a:pt x="7629985" y="3093721"/>
                </a:moveTo>
                <a:lnTo>
                  <a:pt x="7631953" y="3097657"/>
                </a:lnTo>
                <a:lnTo>
                  <a:pt x="7631953" y="3101593"/>
                </a:lnTo>
                <a:lnTo>
                  <a:pt x="7629985" y="3101593"/>
                </a:lnTo>
                <a:close/>
                <a:moveTo>
                  <a:pt x="3249212" y="3089786"/>
                </a:moveTo>
                <a:lnTo>
                  <a:pt x="3249212" y="3097658"/>
                </a:lnTo>
                <a:lnTo>
                  <a:pt x="3241341" y="3101594"/>
                </a:lnTo>
                <a:lnTo>
                  <a:pt x="3237405" y="3093722"/>
                </a:lnTo>
                <a:close/>
                <a:moveTo>
                  <a:pt x="8466392" y="3085849"/>
                </a:moveTo>
                <a:lnTo>
                  <a:pt x="8480168" y="3089785"/>
                </a:lnTo>
                <a:lnTo>
                  <a:pt x="8476232" y="3113401"/>
                </a:lnTo>
                <a:lnTo>
                  <a:pt x="8468360" y="3127177"/>
                </a:lnTo>
                <a:lnTo>
                  <a:pt x="8458520" y="3131113"/>
                </a:lnTo>
                <a:lnTo>
                  <a:pt x="8442776" y="3123241"/>
                </a:lnTo>
                <a:lnTo>
                  <a:pt x="8446712" y="3113401"/>
                </a:lnTo>
                <a:lnTo>
                  <a:pt x="8466392" y="3109465"/>
                </a:lnTo>
                <a:lnTo>
                  <a:pt x="8462456" y="3101593"/>
                </a:lnTo>
                <a:close/>
                <a:moveTo>
                  <a:pt x="4910179" y="3085457"/>
                </a:moveTo>
                <a:lnTo>
                  <a:pt x="4906249" y="3085850"/>
                </a:lnTo>
                <a:lnTo>
                  <a:pt x="4892478" y="3123228"/>
                </a:lnTo>
                <a:lnTo>
                  <a:pt x="4908216" y="3085849"/>
                </a:lnTo>
                <a:close/>
                <a:moveTo>
                  <a:pt x="4827527" y="3083883"/>
                </a:moveTo>
                <a:lnTo>
                  <a:pt x="4827527" y="3083889"/>
                </a:lnTo>
                <a:lnTo>
                  <a:pt x="4827528" y="3083883"/>
                </a:lnTo>
                <a:close/>
                <a:moveTo>
                  <a:pt x="8488041" y="3081913"/>
                </a:moveTo>
                <a:lnTo>
                  <a:pt x="8491977" y="3109465"/>
                </a:lnTo>
                <a:lnTo>
                  <a:pt x="8488041" y="3121273"/>
                </a:lnTo>
                <a:lnTo>
                  <a:pt x="8480169" y="3121273"/>
                </a:lnTo>
                <a:close/>
                <a:moveTo>
                  <a:pt x="8495913" y="3079945"/>
                </a:moveTo>
                <a:lnTo>
                  <a:pt x="8511657" y="3079945"/>
                </a:lnTo>
                <a:lnTo>
                  <a:pt x="8523465" y="3091753"/>
                </a:lnTo>
                <a:lnTo>
                  <a:pt x="8527401" y="3101593"/>
                </a:lnTo>
                <a:lnTo>
                  <a:pt x="8511657" y="3105529"/>
                </a:lnTo>
                <a:lnTo>
                  <a:pt x="8511657" y="3091753"/>
                </a:lnTo>
                <a:close/>
                <a:moveTo>
                  <a:pt x="7781522" y="3076010"/>
                </a:moveTo>
                <a:lnTo>
                  <a:pt x="7773649" y="3095690"/>
                </a:lnTo>
                <a:lnTo>
                  <a:pt x="7773647" y="3095697"/>
                </a:lnTo>
                <a:lnTo>
                  <a:pt x="7773650" y="3095690"/>
                </a:lnTo>
                <a:close/>
                <a:moveTo>
                  <a:pt x="5612765" y="3068139"/>
                </a:moveTo>
                <a:lnTo>
                  <a:pt x="5597024" y="3077977"/>
                </a:lnTo>
                <a:lnTo>
                  <a:pt x="5589167" y="3109405"/>
                </a:lnTo>
                <a:lnTo>
                  <a:pt x="5597023" y="3079945"/>
                </a:lnTo>
                <a:close/>
                <a:moveTo>
                  <a:pt x="8438840" y="3068137"/>
                </a:moveTo>
                <a:lnTo>
                  <a:pt x="8450648" y="3068137"/>
                </a:lnTo>
                <a:lnTo>
                  <a:pt x="8460488" y="3072073"/>
                </a:lnTo>
                <a:lnTo>
                  <a:pt x="8456552" y="3087817"/>
                </a:lnTo>
                <a:lnTo>
                  <a:pt x="8438840" y="3097657"/>
                </a:lnTo>
                <a:close/>
                <a:moveTo>
                  <a:pt x="5063691" y="3064202"/>
                </a:moveTo>
                <a:lnTo>
                  <a:pt x="5079274" y="3091472"/>
                </a:lnTo>
                <a:lnTo>
                  <a:pt x="5079434" y="3089786"/>
                </a:lnTo>
                <a:lnTo>
                  <a:pt x="5066643" y="3064202"/>
                </a:lnTo>
                <a:close/>
                <a:moveTo>
                  <a:pt x="4835400" y="3064202"/>
                </a:moveTo>
                <a:lnTo>
                  <a:pt x="4835399" y="3064203"/>
                </a:lnTo>
                <a:lnTo>
                  <a:pt x="4835401" y="3064208"/>
                </a:lnTo>
                <a:close/>
                <a:moveTo>
                  <a:pt x="3009112" y="3064202"/>
                </a:moveTo>
                <a:lnTo>
                  <a:pt x="3013049" y="3072074"/>
                </a:lnTo>
                <a:lnTo>
                  <a:pt x="3009112" y="3072074"/>
                </a:lnTo>
                <a:lnTo>
                  <a:pt x="3001241" y="3068138"/>
                </a:lnTo>
                <a:close/>
                <a:moveTo>
                  <a:pt x="3213789" y="3060266"/>
                </a:moveTo>
                <a:lnTo>
                  <a:pt x="3221661" y="3064202"/>
                </a:lnTo>
                <a:lnTo>
                  <a:pt x="3217725" y="3072074"/>
                </a:lnTo>
                <a:lnTo>
                  <a:pt x="3209853" y="3068138"/>
                </a:lnTo>
                <a:close/>
                <a:moveTo>
                  <a:pt x="5036290" y="3056785"/>
                </a:moveTo>
                <a:lnTo>
                  <a:pt x="5040074" y="3068137"/>
                </a:lnTo>
                <a:lnTo>
                  <a:pt x="5041918" y="3067830"/>
                </a:lnTo>
                <a:lnTo>
                  <a:pt x="5038106" y="3058298"/>
                </a:lnTo>
                <a:close/>
                <a:moveTo>
                  <a:pt x="6161844" y="3056329"/>
                </a:moveTo>
                <a:lnTo>
                  <a:pt x="6147786" y="3059844"/>
                </a:lnTo>
                <a:lnTo>
                  <a:pt x="6147787" y="3059844"/>
                </a:lnTo>
                <a:lnTo>
                  <a:pt x="6161843" y="3056330"/>
                </a:lnTo>
                <a:close/>
                <a:moveTo>
                  <a:pt x="4613013" y="3052394"/>
                </a:moveTo>
                <a:lnTo>
                  <a:pt x="4611704" y="3052581"/>
                </a:lnTo>
                <a:lnTo>
                  <a:pt x="4652374" y="3064201"/>
                </a:lnTo>
                <a:lnTo>
                  <a:pt x="4683817" y="3079922"/>
                </a:lnTo>
                <a:lnTo>
                  <a:pt x="4654342" y="3064203"/>
                </a:lnTo>
                <a:lnTo>
                  <a:pt x="4654342" y="3064202"/>
                </a:lnTo>
                <a:close/>
                <a:moveTo>
                  <a:pt x="5988658" y="3052390"/>
                </a:moveTo>
                <a:lnTo>
                  <a:pt x="5988439" y="3052449"/>
                </a:lnTo>
                <a:lnTo>
                  <a:pt x="5988658" y="3052394"/>
                </a:lnTo>
                <a:close/>
                <a:moveTo>
                  <a:pt x="6500343" y="3048457"/>
                </a:moveTo>
                <a:lnTo>
                  <a:pt x="6508215" y="3048457"/>
                </a:lnTo>
                <a:lnTo>
                  <a:pt x="6508215" y="3060265"/>
                </a:lnTo>
                <a:lnTo>
                  <a:pt x="6492471" y="3064201"/>
                </a:lnTo>
                <a:lnTo>
                  <a:pt x="6474759" y="3056329"/>
                </a:lnTo>
                <a:lnTo>
                  <a:pt x="6478695" y="3052393"/>
                </a:lnTo>
                <a:lnTo>
                  <a:pt x="6488535" y="3052393"/>
                </a:lnTo>
                <a:close/>
                <a:moveTo>
                  <a:pt x="8503784" y="3040586"/>
                </a:moveTo>
                <a:lnTo>
                  <a:pt x="8511656" y="3040586"/>
                </a:lnTo>
                <a:lnTo>
                  <a:pt x="8525432" y="3044522"/>
                </a:lnTo>
                <a:lnTo>
                  <a:pt x="8533304" y="3056330"/>
                </a:lnTo>
                <a:lnTo>
                  <a:pt x="8529368" y="3079946"/>
                </a:lnTo>
                <a:lnTo>
                  <a:pt x="8519528" y="3072074"/>
                </a:lnTo>
                <a:lnTo>
                  <a:pt x="8515592" y="3056330"/>
                </a:lnTo>
                <a:lnTo>
                  <a:pt x="8503784" y="3048458"/>
                </a:lnTo>
                <a:close/>
                <a:moveTo>
                  <a:pt x="8470328" y="3040586"/>
                </a:moveTo>
                <a:lnTo>
                  <a:pt x="8478200" y="3044522"/>
                </a:lnTo>
                <a:lnTo>
                  <a:pt x="8488040" y="3052394"/>
                </a:lnTo>
                <a:lnTo>
                  <a:pt x="8488040" y="3054362"/>
                </a:lnTo>
                <a:lnTo>
                  <a:pt x="8478200" y="3052394"/>
                </a:lnTo>
                <a:lnTo>
                  <a:pt x="8466392" y="3054362"/>
                </a:lnTo>
                <a:close/>
                <a:moveTo>
                  <a:pt x="3225595" y="3036649"/>
                </a:moveTo>
                <a:lnTo>
                  <a:pt x="3229532" y="3036649"/>
                </a:lnTo>
                <a:lnTo>
                  <a:pt x="3231500" y="3040585"/>
                </a:lnTo>
                <a:lnTo>
                  <a:pt x="3225595" y="3044521"/>
                </a:lnTo>
                <a:close/>
                <a:moveTo>
                  <a:pt x="2517087" y="3036648"/>
                </a:moveTo>
                <a:lnTo>
                  <a:pt x="2505671" y="3044258"/>
                </a:lnTo>
                <a:lnTo>
                  <a:pt x="2507246" y="3044521"/>
                </a:lnTo>
                <a:lnTo>
                  <a:pt x="2517087" y="3036649"/>
                </a:lnTo>
                <a:close/>
                <a:moveTo>
                  <a:pt x="5600961" y="3036647"/>
                </a:moveTo>
                <a:lnTo>
                  <a:pt x="5600960" y="3036649"/>
                </a:lnTo>
                <a:lnTo>
                  <a:pt x="5612768" y="3052393"/>
                </a:lnTo>
                <a:lnTo>
                  <a:pt x="5612768" y="3068137"/>
                </a:lnTo>
                <a:lnTo>
                  <a:pt x="5634415" y="3083881"/>
                </a:lnTo>
                <a:lnTo>
                  <a:pt x="5634415" y="3095689"/>
                </a:lnTo>
                <a:lnTo>
                  <a:pt x="5632447" y="3101594"/>
                </a:lnTo>
                <a:lnTo>
                  <a:pt x="5646223" y="3125210"/>
                </a:lnTo>
                <a:lnTo>
                  <a:pt x="5646223" y="3158666"/>
                </a:lnTo>
                <a:lnTo>
                  <a:pt x="5661968" y="3162602"/>
                </a:lnTo>
                <a:lnTo>
                  <a:pt x="5673776" y="3182282"/>
                </a:lnTo>
                <a:lnTo>
                  <a:pt x="5685584" y="3186218"/>
                </a:lnTo>
                <a:lnTo>
                  <a:pt x="5685634" y="3186269"/>
                </a:lnTo>
                <a:lnTo>
                  <a:pt x="5685585" y="3186215"/>
                </a:lnTo>
                <a:lnTo>
                  <a:pt x="5673777" y="3182279"/>
                </a:lnTo>
                <a:lnTo>
                  <a:pt x="5661969" y="3162598"/>
                </a:lnTo>
                <a:lnTo>
                  <a:pt x="5646225" y="3158662"/>
                </a:lnTo>
                <a:lnTo>
                  <a:pt x="5646225" y="3125206"/>
                </a:lnTo>
                <a:lnTo>
                  <a:pt x="5632449" y="3101590"/>
                </a:lnTo>
                <a:lnTo>
                  <a:pt x="5636385" y="3093718"/>
                </a:lnTo>
                <a:lnTo>
                  <a:pt x="5636385" y="3083878"/>
                </a:lnTo>
                <a:lnTo>
                  <a:pt x="5612768" y="3068134"/>
                </a:lnTo>
                <a:lnTo>
                  <a:pt x="5612768" y="3052390"/>
                </a:lnTo>
                <a:close/>
                <a:moveTo>
                  <a:pt x="4589397" y="3034682"/>
                </a:moveTo>
                <a:lnTo>
                  <a:pt x="4577590" y="3038617"/>
                </a:lnTo>
                <a:lnTo>
                  <a:pt x="4577492" y="3038603"/>
                </a:lnTo>
                <a:lnTo>
                  <a:pt x="4577589" y="3038618"/>
                </a:lnTo>
                <a:lnTo>
                  <a:pt x="4589397" y="3034682"/>
                </a:lnTo>
                <a:close/>
                <a:moveTo>
                  <a:pt x="7635889" y="3028777"/>
                </a:moveTo>
                <a:lnTo>
                  <a:pt x="7635889" y="3048457"/>
                </a:lnTo>
                <a:lnTo>
                  <a:pt x="7631953" y="3079945"/>
                </a:lnTo>
                <a:lnTo>
                  <a:pt x="7629985" y="3079945"/>
                </a:lnTo>
                <a:lnTo>
                  <a:pt x="7629985" y="3064201"/>
                </a:lnTo>
                <a:lnTo>
                  <a:pt x="7631953" y="3042553"/>
                </a:lnTo>
                <a:close/>
                <a:moveTo>
                  <a:pt x="5370699" y="3028774"/>
                </a:moveTo>
                <a:lnTo>
                  <a:pt x="5370701" y="3028777"/>
                </a:lnTo>
                <a:lnTo>
                  <a:pt x="5380541" y="3028777"/>
                </a:lnTo>
                <a:lnTo>
                  <a:pt x="5406125" y="3064202"/>
                </a:lnTo>
                <a:lnTo>
                  <a:pt x="5404157" y="3117338"/>
                </a:lnTo>
                <a:lnTo>
                  <a:pt x="5404158" y="3117338"/>
                </a:lnTo>
                <a:lnTo>
                  <a:pt x="5408094" y="3064201"/>
                </a:lnTo>
                <a:lnTo>
                  <a:pt x="5380541" y="3028777"/>
                </a:lnTo>
                <a:lnTo>
                  <a:pt x="5370701" y="3028777"/>
                </a:lnTo>
                <a:close/>
                <a:moveTo>
                  <a:pt x="4866888" y="3026810"/>
                </a:moveTo>
                <a:lnTo>
                  <a:pt x="4866785" y="3027120"/>
                </a:lnTo>
                <a:lnTo>
                  <a:pt x="4888498" y="3030739"/>
                </a:lnTo>
                <a:close/>
                <a:moveTo>
                  <a:pt x="5264428" y="3022874"/>
                </a:moveTo>
                <a:lnTo>
                  <a:pt x="5261672" y="3026810"/>
                </a:lnTo>
                <a:lnTo>
                  <a:pt x="5264762" y="3022948"/>
                </a:lnTo>
                <a:close/>
                <a:moveTo>
                  <a:pt x="5004650" y="3018938"/>
                </a:moveTo>
                <a:lnTo>
                  <a:pt x="5012522" y="3038618"/>
                </a:lnTo>
                <a:lnTo>
                  <a:pt x="5032192" y="3053370"/>
                </a:lnTo>
                <a:lnTo>
                  <a:pt x="5014490" y="3038618"/>
                </a:lnTo>
                <a:lnTo>
                  <a:pt x="5006617" y="3018938"/>
                </a:lnTo>
                <a:close/>
                <a:moveTo>
                  <a:pt x="6120497" y="3018925"/>
                </a:moveTo>
                <a:lnTo>
                  <a:pt x="6120515" y="3018938"/>
                </a:lnTo>
                <a:lnTo>
                  <a:pt x="6120526" y="3018954"/>
                </a:lnTo>
                <a:lnTo>
                  <a:pt x="6120516" y="3018937"/>
                </a:lnTo>
                <a:close/>
                <a:moveTo>
                  <a:pt x="4555941" y="3011066"/>
                </a:moveTo>
                <a:lnTo>
                  <a:pt x="4554405" y="3011189"/>
                </a:lnTo>
                <a:lnTo>
                  <a:pt x="4581498" y="3018929"/>
                </a:lnTo>
                <a:close/>
                <a:moveTo>
                  <a:pt x="8389639" y="3005161"/>
                </a:moveTo>
                <a:lnTo>
                  <a:pt x="8401447" y="3009097"/>
                </a:lnTo>
                <a:lnTo>
                  <a:pt x="8417191" y="3020905"/>
                </a:lnTo>
                <a:lnTo>
                  <a:pt x="8421127" y="3036649"/>
                </a:lnTo>
                <a:lnTo>
                  <a:pt x="8417191" y="3044521"/>
                </a:lnTo>
                <a:lnTo>
                  <a:pt x="8401447" y="3040585"/>
                </a:lnTo>
                <a:lnTo>
                  <a:pt x="8397511" y="3020905"/>
                </a:lnTo>
                <a:lnTo>
                  <a:pt x="8385703" y="3013033"/>
                </a:lnTo>
                <a:close/>
                <a:moveTo>
                  <a:pt x="4912153" y="2995322"/>
                </a:moveTo>
                <a:lnTo>
                  <a:pt x="4910841" y="2997289"/>
                </a:lnTo>
                <a:lnTo>
                  <a:pt x="4925929" y="2997289"/>
                </a:lnTo>
                <a:lnTo>
                  <a:pt x="4927110" y="2995322"/>
                </a:lnTo>
                <a:close/>
                <a:moveTo>
                  <a:pt x="3229531" y="2991386"/>
                </a:moveTo>
                <a:lnTo>
                  <a:pt x="3237402" y="2991386"/>
                </a:lnTo>
                <a:lnTo>
                  <a:pt x="3241340" y="3003193"/>
                </a:lnTo>
                <a:lnTo>
                  <a:pt x="3237402" y="3005161"/>
                </a:lnTo>
                <a:lnTo>
                  <a:pt x="3225595" y="2995322"/>
                </a:lnTo>
                <a:close/>
                <a:moveTo>
                  <a:pt x="8491976" y="2991385"/>
                </a:moveTo>
                <a:lnTo>
                  <a:pt x="8503784" y="2995321"/>
                </a:lnTo>
                <a:lnTo>
                  <a:pt x="8503784" y="3003193"/>
                </a:lnTo>
                <a:lnTo>
                  <a:pt x="8491976" y="3005161"/>
                </a:lnTo>
                <a:lnTo>
                  <a:pt x="8488040" y="2999257"/>
                </a:lnTo>
                <a:close/>
                <a:moveTo>
                  <a:pt x="8442776" y="2987449"/>
                </a:moveTo>
                <a:lnTo>
                  <a:pt x="8454584" y="2987449"/>
                </a:lnTo>
                <a:lnTo>
                  <a:pt x="8462456" y="2999257"/>
                </a:lnTo>
                <a:lnTo>
                  <a:pt x="8474265" y="2991385"/>
                </a:lnTo>
                <a:lnTo>
                  <a:pt x="8484105" y="3007129"/>
                </a:lnTo>
                <a:lnTo>
                  <a:pt x="8488041" y="3020905"/>
                </a:lnTo>
                <a:lnTo>
                  <a:pt x="8495913" y="3024841"/>
                </a:lnTo>
                <a:lnTo>
                  <a:pt x="8491977" y="3032713"/>
                </a:lnTo>
                <a:lnTo>
                  <a:pt x="8466393" y="3020905"/>
                </a:lnTo>
                <a:lnTo>
                  <a:pt x="8450648" y="3007129"/>
                </a:lnTo>
                <a:lnTo>
                  <a:pt x="8446712" y="3015001"/>
                </a:lnTo>
                <a:lnTo>
                  <a:pt x="8430968" y="2999257"/>
                </a:lnTo>
                <a:close/>
                <a:moveTo>
                  <a:pt x="5612768" y="2987448"/>
                </a:moveTo>
                <a:lnTo>
                  <a:pt x="5612766" y="2987458"/>
                </a:lnTo>
                <a:lnTo>
                  <a:pt x="5604896" y="3028777"/>
                </a:lnTo>
                <a:lnTo>
                  <a:pt x="5600965" y="3036639"/>
                </a:lnTo>
                <a:lnTo>
                  <a:pt x="5604896" y="3030742"/>
                </a:lnTo>
                <a:lnTo>
                  <a:pt x="5612766" y="2987458"/>
                </a:lnTo>
                <a:lnTo>
                  <a:pt x="5612768" y="2987448"/>
                </a:lnTo>
                <a:close/>
                <a:moveTo>
                  <a:pt x="7909444" y="2981545"/>
                </a:moveTo>
                <a:lnTo>
                  <a:pt x="7889763" y="2985481"/>
                </a:lnTo>
                <a:lnTo>
                  <a:pt x="7885827" y="2999257"/>
                </a:lnTo>
                <a:lnTo>
                  <a:pt x="7875987" y="3011065"/>
                </a:lnTo>
                <a:lnTo>
                  <a:pt x="7875987" y="3013033"/>
                </a:lnTo>
                <a:lnTo>
                  <a:pt x="7887795" y="3001224"/>
                </a:lnTo>
                <a:lnTo>
                  <a:pt x="7891731" y="2985480"/>
                </a:lnTo>
                <a:lnTo>
                  <a:pt x="7910230" y="2981780"/>
                </a:lnTo>
                <a:close/>
                <a:moveTo>
                  <a:pt x="4282387" y="2979578"/>
                </a:moveTo>
                <a:lnTo>
                  <a:pt x="4286323" y="2979578"/>
                </a:lnTo>
                <a:lnTo>
                  <a:pt x="4290259" y="2983514"/>
                </a:lnTo>
                <a:lnTo>
                  <a:pt x="4286323" y="2987450"/>
                </a:lnTo>
                <a:close/>
                <a:moveTo>
                  <a:pt x="4971194" y="2977610"/>
                </a:moveTo>
                <a:lnTo>
                  <a:pt x="4979066" y="2985481"/>
                </a:lnTo>
                <a:lnTo>
                  <a:pt x="4983002" y="3005161"/>
                </a:lnTo>
                <a:lnTo>
                  <a:pt x="4994808" y="3018936"/>
                </a:lnTo>
                <a:lnTo>
                  <a:pt x="4984969" y="3003194"/>
                </a:lnTo>
                <a:lnTo>
                  <a:pt x="4981033" y="2985482"/>
                </a:lnTo>
                <a:lnTo>
                  <a:pt x="4973161" y="2977610"/>
                </a:lnTo>
                <a:close/>
                <a:moveTo>
                  <a:pt x="4937737" y="2977610"/>
                </a:moveTo>
                <a:lnTo>
                  <a:pt x="4937734" y="2977614"/>
                </a:lnTo>
                <a:lnTo>
                  <a:pt x="4937737" y="2977610"/>
                </a:lnTo>
                <a:close/>
                <a:moveTo>
                  <a:pt x="2475765" y="2977597"/>
                </a:moveTo>
                <a:lnTo>
                  <a:pt x="2475759" y="2977606"/>
                </a:lnTo>
                <a:lnTo>
                  <a:pt x="2475733" y="2977623"/>
                </a:lnTo>
                <a:lnTo>
                  <a:pt x="2475759" y="2977607"/>
                </a:lnTo>
                <a:close/>
                <a:moveTo>
                  <a:pt x="7996036" y="2973673"/>
                </a:moveTo>
                <a:lnTo>
                  <a:pt x="7984234" y="2981541"/>
                </a:lnTo>
                <a:lnTo>
                  <a:pt x="7996036" y="2975640"/>
                </a:lnTo>
                <a:lnTo>
                  <a:pt x="8007844" y="2993352"/>
                </a:lnTo>
                <a:lnTo>
                  <a:pt x="8019652" y="2993352"/>
                </a:lnTo>
                <a:lnTo>
                  <a:pt x="8027524" y="3026809"/>
                </a:lnTo>
                <a:lnTo>
                  <a:pt x="8015716" y="3056329"/>
                </a:lnTo>
                <a:lnTo>
                  <a:pt x="7982260" y="3056329"/>
                </a:lnTo>
                <a:lnTo>
                  <a:pt x="7970452" y="3064201"/>
                </a:lnTo>
                <a:lnTo>
                  <a:pt x="7970452" y="3064201"/>
                </a:lnTo>
                <a:lnTo>
                  <a:pt x="7982260" y="3056329"/>
                </a:lnTo>
                <a:lnTo>
                  <a:pt x="8015716" y="3056329"/>
                </a:lnTo>
                <a:lnTo>
                  <a:pt x="8027525" y="3026809"/>
                </a:lnTo>
                <a:lnTo>
                  <a:pt x="8019652" y="2991385"/>
                </a:lnTo>
                <a:lnTo>
                  <a:pt x="8019652" y="2991385"/>
                </a:lnTo>
                <a:lnTo>
                  <a:pt x="8007844" y="2991385"/>
                </a:lnTo>
                <a:close/>
                <a:moveTo>
                  <a:pt x="4307972" y="2973673"/>
                </a:moveTo>
                <a:lnTo>
                  <a:pt x="4315844" y="2973673"/>
                </a:lnTo>
                <a:lnTo>
                  <a:pt x="4319780" y="2977609"/>
                </a:lnTo>
                <a:lnTo>
                  <a:pt x="4311908" y="2979576"/>
                </a:lnTo>
                <a:close/>
                <a:moveTo>
                  <a:pt x="3225595" y="2969737"/>
                </a:moveTo>
                <a:lnTo>
                  <a:pt x="3231500" y="2977608"/>
                </a:lnTo>
                <a:lnTo>
                  <a:pt x="3225595" y="2979576"/>
                </a:lnTo>
                <a:lnTo>
                  <a:pt x="3221659" y="2973673"/>
                </a:lnTo>
                <a:close/>
                <a:moveTo>
                  <a:pt x="5067632" y="2969719"/>
                </a:moveTo>
                <a:lnTo>
                  <a:pt x="5067626" y="2969737"/>
                </a:lnTo>
                <a:lnTo>
                  <a:pt x="5067626" y="2969737"/>
                </a:lnTo>
                <a:close/>
                <a:moveTo>
                  <a:pt x="5616704" y="2957928"/>
                </a:moveTo>
                <a:lnTo>
                  <a:pt x="5620639" y="2977607"/>
                </a:lnTo>
                <a:lnTo>
                  <a:pt x="5620640" y="2977606"/>
                </a:lnTo>
                <a:lnTo>
                  <a:pt x="5616705" y="2957928"/>
                </a:lnTo>
                <a:close/>
                <a:moveTo>
                  <a:pt x="7960609" y="2954004"/>
                </a:moveTo>
                <a:lnTo>
                  <a:pt x="7949115" y="2992317"/>
                </a:lnTo>
                <a:lnTo>
                  <a:pt x="7952740" y="2993352"/>
                </a:lnTo>
                <a:lnTo>
                  <a:pt x="7982260" y="2997288"/>
                </a:lnTo>
                <a:lnTo>
                  <a:pt x="7984227" y="2981552"/>
                </a:lnTo>
                <a:lnTo>
                  <a:pt x="7982260" y="2995321"/>
                </a:lnTo>
                <a:lnTo>
                  <a:pt x="7952739" y="2991385"/>
                </a:lnTo>
                <a:close/>
                <a:moveTo>
                  <a:pt x="2418673" y="2950061"/>
                </a:moveTo>
                <a:lnTo>
                  <a:pt x="2406880" y="2953992"/>
                </a:lnTo>
                <a:lnTo>
                  <a:pt x="2365586" y="2957924"/>
                </a:lnTo>
                <a:lnTo>
                  <a:pt x="2406878" y="2955958"/>
                </a:lnTo>
                <a:close/>
                <a:moveTo>
                  <a:pt x="7773646" y="2944131"/>
                </a:moveTo>
                <a:lnTo>
                  <a:pt x="7773649" y="2944153"/>
                </a:lnTo>
                <a:lnTo>
                  <a:pt x="7773642" y="2944160"/>
                </a:lnTo>
                <a:lnTo>
                  <a:pt x="7773650" y="2944153"/>
                </a:lnTo>
                <a:close/>
                <a:moveTo>
                  <a:pt x="3227566" y="2942185"/>
                </a:moveTo>
                <a:lnTo>
                  <a:pt x="3227566" y="2953993"/>
                </a:lnTo>
                <a:lnTo>
                  <a:pt x="3219693" y="2953993"/>
                </a:lnTo>
                <a:lnTo>
                  <a:pt x="3217726" y="2959897"/>
                </a:lnTo>
                <a:lnTo>
                  <a:pt x="3213789" y="2953993"/>
                </a:lnTo>
                <a:lnTo>
                  <a:pt x="3209853" y="2946121"/>
                </a:lnTo>
                <a:lnTo>
                  <a:pt x="3217726" y="2946121"/>
                </a:lnTo>
                <a:close/>
                <a:moveTo>
                  <a:pt x="4571028" y="2931032"/>
                </a:moveTo>
                <a:lnTo>
                  <a:pt x="4577589" y="2936281"/>
                </a:lnTo>
                <a:lnTo>
                  <a:pt x="4589397" y="2944153"/>
                </a:lnTo>
                <a:lnTo>
                  <a:pt x="4601205" y="2959898"/>
                </a:lnTo>
                <a:lnTo>
                  <a:pt x="4630726" y="2985482"/>
                </a:lnTo>
                <a:lnTo>
                  <a:pt x="4630726" y="2985482"/>
                </a:lnTo>
                <a:lnTo>
                  <a:pt x="4638598" y="2965802"/>
                </a:lnTo>
                <a:lnTo>
                  <a:pt x="4650406" y="2961866"/>
                </a:lnTo>
                <a:lnTo>
                  <a:pt x="4660246" y="2977610"/>
                </a:lnTo>
                <a:lnTo>
                  <a:pt x="4661506" y="2976665"/>
                </a:lnTo>
                <a:lnTo>
                  <a:pt x="4650406" y="2961865"/>
                </a:lnTo>
                <a:lnTo>
                  <a:pt x="4638598" y="2965801"/>
                </a:lnTo>
                <a:lnTo>
                  <a:pt x="4630726" y="2983513"/>
                </a:lnTo>
                <a:lnTo>
                  <a:pt x="4601206" y="2957929"/>
                </a:lnTo>
                <a:lnTo>
                  <a:pt x="4589398" y="2942185"/>
                </a:lnTo>
                <a:lnTo>
                  <a:pt x="4577589" y="2934313"/>
                </a:lnTo>
                <a:close/>
                <a:moveTo>
                  <a:pt x="4286323" y="2928409"/>
                </a:moveTo>
                <a:lnTo>
                  <a:pt x="4292227" y="2928409"/>
                </a:lnTo>
                <a:lnTo>
                  <a:pt x="4296164" y="2934312"/>
                </a:lnTo>
                <a:lnTo>
                  <a:pt x="4282387" y="2932345"/>
                </a:lnTo>
                <a:close/>
                <a:moveTo>
                  <a:pt x="3209852" y="2918567"/>
                </a:moveTo>
                <a:lnTo>
                  <a:pt x="3217724" y="2924471"/>
                </a:lnTo>
                <a:lnTo>
                  <a:pt x="3209852" y="2928406"/>
                </a:lnTo>
                <a:lnTo>
                  <a:pt x="3205916" y="2928406"/>
                </a:lnTo>
                <a:lnTo>
                  <a:pt x="3205916" y="2924471"/>
                </a:lnTo>
                <a:close/>
                <a:moveTo>
                  <a:pt x="3127194" y="2898888"/>
                </a:moveTo>
                <a:lnTo>
                  <a:pt x="3133099" y="2904792"/>
                </a:lnTo>
                <a:lnTo>
                  <a:pt x="3127194" y="2906760"/>
                </a:lnTo>
                <a:lnTo>
                  <a:pt x="3123256" y="2900856"/>
                </a:lnTo>
                <a:close/>
                <a:moveTo>
                  <a:pt x="2406880" y="2892983"/>
                </a:moveTo>
                <a:lnTo>
                  <a:pt x="2407077" y="2894950"/>
                </a:lnTo>
                <a:lnTo>
                  <a:pt x="2438366" y="2894950"/>
                </a:lnTo>
                <a:lnTo>
                  <a:pt x="2448388" y="2898708"/>
                </a:lnTo>
                <a:lnTo>
                  <a:pt x="2438369" y="2892983"/>
                </a:lnTo>
                <a:close/>
                <a:moveTo>
                  <a:pt x="3066185" y="2883144"/>
                </a:moveTo>
                <a:lnTo>
                  <a:pt x="3095706" y="2887080"/>
                </a:lnTo>
                <a:lnTo>
                  <a:pt x="3095706" y="2891016"/>
                </a:lnTo>
                <a:lnTo>
                  <a:pt x="3091770" y="2898888"/>
                </a:lnTo>
                <a:lnTo>
                  <a:pt x="3058313" y="2898888"/>
                </a:lnTo>
                <a:lnTo>
                  <a:pt x="3058313" y="2887080"/>
                </a:lnTo>
                <a:close/>
                <a:moveTo>
                  <a:pt x="2767044" y="2883144"/>
                </a:moveTo>
                <a:lnTo>
                  <a:pt x="2800501" y="2896920"/>
                </a:lnTo>
                <a:lnTo>
                  <a:pt x="2800501" y="2906760"/>
                </a:lnTo>
                <a:lnTo>
                  <a:pt x="2767044" y="2904792"/>
                </a:lnTo>
                <a:lnTo>
                  <a:pt x="2755236" y="2896920"/>
                </a:lnTo>
                <a:lnTo>
                  <a:pt x="2753268" y="2889048"/>
                </a:lnTo>
                <a:close/>
                <a:moveTo>
                  <a:pt x="3621133" y="2877240"/>
                </a:moveTo>
                <a:lnTo>
                  <a:pt x="3623101" y="2877240"/>
                </a:lnTo>
                <a:lnTo>
                  <a:pt x="3623101" y="2879208"/>
                </a:lnTo>
                <a:lnTo>
                  <a:pt x="3623101" y="2881176"/>
                </a:lnTo>
                <a:lnTo>
                  <a:pt x="3621133" y="2881176"/>
                </a:lnTo>
                <a:lnTo>
                  <a:pt x="3621133" y="2879208"/>
                </a:lnTo>
                <a:close/>
                <a:moveTo>
                  <a:pt x="3617197" y="2877240"/>
                </a:moveTo>
                <a:lnTo>
                  <a:pt x="3619165" y="2877240"/>
                </a:lnTo>
                <a:lnTo>
                  <a:pt x="3621133" y="2879208"/>
                </a:lnTo>
                <a:lnTo>
                  <a:pt x="3619165" y="2879208"/>
                </a:lnTo>
                <a:lnTo>
                  <a:pt x="3617197" y="2879208"/>
                </a:lnTo>
                <a:close/>
                <a:moveTo>
                  <a:pt x="3630973" y="2875272"/>
                </a:moveTo>
                <a:lnTo>
                  <a:pt x="3632941" y="2875272"/>
                </a:lnTo>
                <a:lnTo>
                  <a:pt x="3632941" y="2877240"/>
                </a:lnTo>
                <a:lnTo>
                  <a:pt x="3630973" y="2877240"/>
                </a:lnTo>
                <a:close/>
                <a:moveTo>
                  <a:pt x="7856306" y="2871336"/>
                </a:moveTo>
                <a:lnTo>
                  <a:pt x="7838416" y="2892805"/>
                </a:lnTo>
                <a:lnTo>
                  <a:pt x="7838595" y="2892984"/>
                </a:lnTo>
                <a:lnTo>
                  <a:pt x="7856307" y="2871336"/>
                </a:lnTo>
                <a:close/>
                <a:moveTo>
                  <a:pt x="3613261" y="2871336"/>
                </a:moveTo>
                <a:lnTo>
                  <a:pt x="3615229" y="2873304"/>
                </a:lnTo>
                <a:lnTo>
                  <a:pt x="3613261" y="2873304"/>
                </a:lnTo>
                <a:close/>
                <a:moveTo>
                  <a:pt x="7909465" y="2867406"/>
                </a:moveTo>
                <a:lnTo>
                  <a:pt x="7923220" y="2871336"/>
                </a:lnTo>
                <a:lnTo>
                  <a:pt x="7931092" y="2904792"/>
                </a:lnTo>
                <a:lnTo>
                  <a:pt x="7958625" y="2940192"/>
                </a:lnTo>
                <a:lnTo>
                  <a:pt x="7933059" y="2904793"/>
                </a:lnTo>
                <a:lnTo>
                  <a:pt x="7925187" y="2871336"/>
                </a:lnTo>
                <a:close/>
                <a:moveTo>
                  <a:pt x="8434904" y="2863464"/>
                </a:moveTo>
                <a:lnTo>
                  <a:pt x="8442776" y="2867400"/>
                </a:lnTo>
                <a:lnTo>
                  <a:pt x="8438840" y="2892984"/>
                </a:lnTo>
                <a:lnTo>
                  <a:pt x="8450648" y="2904793"/>
                </a:lnTo>
                <a:lnTo>
                  <a:pt x="8446712" y="2922505"/>
                </a:lnTo>
                <a:lnTo>
                  <a:pt x="8421128" y="2946121"/>
                </a:lnTo>
                <a:lnTo>
                  <a:pt x="8417192" y="2957929"/>
                </a:lnTo>
                <a:lnTo>
                  <a:pt x="8423096" y="2979577"/>
                </a:lnTo>
                <a:lnTo>
                  <a:pt x="8429000" y="2987449"/>
                </a:lnTo>
                <a:lnTo>
                  <a:pt x="8423096" y="3003193"/>
                </a:lnTo>
                <a:lnTo>
                  <a:pt x="8421128" y="3009097"/>
                </a:lnTo>
                <a:lnTo>
                  <a:pt x="8401447" y="2999257"/>
                </a:lnTo>
                <a:lnTo>
                  <a:pt x="8401447" y="2975641"/>
                </a:lnTo>
                <a:lnTo>
                  <a:pt x="8381767" y="2967769"/>
                </a:lnTo>
                <a:lnTo>
                  <a:pt x="8369959" y="2938249"/>
                </a:lnTo>
                <a:lnTo>
                  <a:pt x="8373895" y="2926441"/>
                </a:lnTo>
                <a:lnTo>
                  <a:pt x="8381767" y="2926441"/>
                </a:lnTo>
                <a:lnTo>
                  <a:pt x="8389639" y="2885112"/>
                </a:lnTo>
                <a:lnTo>
                  <a:pt x="8397511" y="2877240"/>
                </a:lnTo>
                <a:lnTo>
                  <a:pt x="8397511" y="2867400"/>
                </a:lnTo>
                <a:lnTo>
                  <a:pt x="8405383" y="2867400"/>
                </a:lnTo>
                <a:lnTo>
                  <a:pt x="8421128" y="2869368"/>
                </a:lnTo>
                <a:close/>
                <a:moveTo>
                  <a:pt x="7945011" y="2855834"/>
                </a:moveTo>
                <a:lnTo>
                  <a:pt x="7944867" y="2857560"/>
                </a:lnTo>
                <a:lnTo>
                  <a:pt x="7960611" y="2891016"/>
                </a:lnTo>
                <a:lnTo>
                  <a:pt x="8001940" y="2924473"/>
                </a:lnTo>
                <a:lnTo>
                  <a:pt x="8003908" y="2936281"/>
                </a:lnTo>
                <a:lnTo>
                  <a:pt x="8025556" y="2944153"/>
                </a:lnTo>
                <a:lnTo>
                  <a:pt x="8020042" y="2988268"/>
                </a:lnTo>
                <a:lnTo>
                  <a:pt x="8025557" y="2944152"/>
                </a:lnTo>
                <a:lnTo>
                  <a:pt x="8003908" y="2936280"/>
                </a:lnTo>
                <a:lnTo>
                  <a:pt x="8001940" y="2924472"/>
                </a:lnTo>
                <a:lnTo>
                  <a:pt x="7964548" y="2889048"/>
                </a:lnTo>
                <a:close/>
                <a:moveTo>
                  <a:pt x="7744130" y="2845751"/>
                </a:moveTo>
                <a:lnTo>
                  <a:pt x="7744129" y="2845752"/>
                </a:lnTo>
                <a:lnTo>
                  <a:pt x="7744129" y="2883144"/>
                </a:lnTo>
                <a:lnTo>
                  <a:pt x="7756506" y="2892427"/>
                </a:lnTo>
                <a:lnTo>
                  <a:pt x="7744130" y="2881176"/>
                </a:lnTo>
                <a:close/>
                <a:moveTo>
                  <a:pt x="2938263" y="2841815"/>
                </a:moveTo>
                <a:lnTo>
                  <a:pt x="2963848" y="2845751"/>
                </a:lnTo>
                <a:lnTo>
                  <a:pt x="2987464" y="2859527"/>
                </a:lnTo>
                <a:lnTo>
                  <a:pt x="3003208" y="2859527"/>
                </a:lnTo>
                <a:lnTo>
                  <a:pt x="3020921" y="2875271"/>
                </a:lnTo>
                <a:lnTo>
                  <a:pt x="3020921" y="2887079"/>
                </a:lnTo>
                <a:lnTo>
                  <a:pt x="3013049" y="2894951"/>
                </a:lnTo>
                <a:lnTo>
                  <a:pt x="2999272" y="2887079"/>
                </a:lnTo>
                <a:lnTo>
                  <a:pt x="2979592" y="2887079"/>
                </a:lnTo>
                <a:lnTo>
                  <a:pt x="2957944" y="2887079"/>
                </a:lnTo>
                <a:lnTo>
                  <a:pt x="2954007" y="2894951"/>
                </a:lnTo>
                <a:lnTo>
                  <a:pt x="2938263" y="2906759"/>
                </a:lnTo>
                <a:lnTo>
                  <a:pt x="2926455" y="2902823"/>
                </a:lnTo>
                <a:lnTo>
                  <a:pt x="2926455" y="2894951"/>
                </a:lnTo>
                <a:lnTo>
                  <a:pt x="2930391" y="2875271"/>
                </a:lnTo>
                <a:lnTo>
                  <a:pt x="2930391" y="2847719"/>
                </a:lnTo>
                <a:close/>
                <a:moveTo>
                  <a:pt x="2898903" y="2841815"/>
                </a:moveTo>
                <a:lnTo>
                  <a:pt x="2910712" y="2845751"/>
                </a:lnTo>
                <a:lnTo>
                  <a:pt x="2928424" y="2847719"/>
                </a:lnTo>
                <a:lnTo>
                  <a:pt x="2928424" y="2875271"/>
                </a:lnTo>
                <a:lnTo>
                  <a:pt x="2924487" y="2894951"/>
                </a:lnTo>
                <a:lnTo>
                  <a:pt x="2894967" y="2898887"/>
                </a:lnTo>
                <a:lnTo>
                  <a:pt x="2875286" y="2894951"/>
                </a:lnTo>
                <a:lnTo>
                  <a:pt x="2855606" y="2887079"/>
                </a:lnTo>
                <a:lnTo>
                  <a:pt x="2855606" y="2879207"/>
                </a:lnTo>
                <a:lnTo>
                  <a:pt x="2879223" y="2879207"/>
                </a:lnTo>
                <a:lnTo>
                  <a:pt x="2904807" y="2883143"/>
                </a:lnTo>
                <a:lnTo>
                  <a:pt x="2910712" y="2871335"/>
                </a:lnTo>
                <a:lnTo>
                  <a:pt x="2898903" y="2867399"/>
                </a:lnTo>
                <a:lnTo>
                  <a:pt x="2898903" y="2855591"/>
                </a:lnTo>
                <a:lnTo>
                  <a:pt x="2883160" y="2855591"/>
                </a:lnTo>
                <a:lnTo>
                  <a:pt x="2883160" y="2847719"/>
                </a:lnTo>
                <a:close/>
                <a:moveTo>
                  <a:pt x="549068" y="2841814"/>
                </a:moveTo>
                <a:lnTo>
                  <a:pt x="556940" y="2841814"/>
                </a:lnTo>
                <a:lnTo>
                  <a:pt x="568748" y="2857558"/>
                </a:lnTo>
                <a:lnTo>
                  <a:pt x="572684" y="2857558"/>
                </a:lnTo>
                <a:lnTo>
                  <a:pt x="576620" y="2865430"/>
                </a:lnTo>
                <a:lnTo>
                  <a:pt x="553004" y="2881174"/>
                </a:lnTo>
                <a:lnTo>
                  <a:pt x="545132" y="2873302"/>
                </a:lnTo>
                <a:lnTo>
                  <a:pt x="545132" y="2853622"/>
                </a:lnTo>
                <a:close/>
                <a:moveTo>
                  <a:pt x="4327651" y="2828040"/>
                </a:moveTo>
                <a:lnTo>
                  <a:pt x="4329619" y="2828040"/>
                </a:lnTo>
                <a:lnTo>
                  <a:pt x="4329619" y="2830008"/>
                </a:lnTo>
                <a:close/>
                <a:moveTo>
                  <a:pt x="5055801" y="2828036"/>
                </a:moveTo>
                <a:lnTo>
                  <a:pt x="5055818" y="2828041"/>
                </a:lnTo>
                <a:lnTo>
                  <a:pt x="5055818" y="2847721"/>
                </a:lnTo>
                <a:lnTo>
                  <a:pt x="5059754" y="2859529"/>
                </a:lnTo>
                <a:lnTo>
                  <a:pt x="5104963" y="2855761"/>
                </a:lnTo>
                <a:lnTo>
                  <a:pt x="5105018" y="2855592"/>
                </a:lnTo>
                <a:lnTo>
                  <a:pt x="5059754" y="2859528"/>
                </a:lnTo>
                <a:lnTo>
                  <a:pt x="5055818" y="2847720"/>
                </a:lnTo>
                <a:lnTo>
                  <a:pt x="5055818" y="2828040"/>
                </a:lnTo>
                <a:close/>
                <a:moveTo>
                  <a:pt x="531356" y="2822134"/>
                </a:moveTo>
                <a:lnTo>
                  <a:pt x="537260" y="2822134"/>
                </a:lnTo>
                <a:lnTo>
                  <a:pt x="541197" y="2822134"/>
                </a:lnTo>
                <a:lnTo>
                  <a:pt x="541197" y="2830006"/>
                </a:lnTo>
                <a:lnTo>
                  <a:pt x="537260" y="2830006"/>
                </a:lnTo>
                <a:close/>
                <a:moveTo>
                  <a:pt x="8098374" y="2818199"/>
                </a:moveTo>
                <a:lnTo>
                  <a:pt x="8110182" y="2818199"/>
                </a:lnTo>
                <a:lnTo>
                  <a:pt x="8125926" y="2826071"/>
                </a:lnTo>
                <a:lnTo>
                  <a:pt x="8118054" y="2831975"/>
                </a:lnTo>
                <a:lnTo>
                  <a:pt x="8106246" y="2859528"/>
                </a:lnTo>
                <a:lnTo>
                  <a:pt x="8090501" y="2871336"/>
                </a:lnTo>
                <a:lnTo>
                  <a:pt x="8074757" y="2875272"/>
                </a:lnTo>
                <a:lnTo>
                  <a:pt x="8059013" y="2863464"/>
                </a:lnTo>
                <a:lnTo>
                  <a:pt x="8059013" y="2839848"/>
                </a:lnTo>
                <a:lnTo>
                  <a:pt x="8074757" y="2822135"/>
                </a:lnTo>
                <a:lnTo>
                  <a:pt x="8078693" y="2826071"/>
                </a:lnTo>
                <a:close/>
                <a:moveTo>
                  <a:pt x="7777586" y="2818199"/>
                </a:moveTo>
                <a:lnTo>
                  <a:pt x="7777585" y="2818200"/>
                </a:lnTo>
                <a:lnTo>
                  <a:pt x="7777584" y="2818203"/>
                </a:lnTo>
                <a:close/>
                <a:moveTo>
                  <a:pt x="515612" y="2810326"/>
                </a:moveTo>
                <a:lnTo>
                  <a:pt x="519548" y="2814262"/>
                </a:lnTo>
                <a:lnTo>
                  <a:pt x="519548" y="2818198"/>
                </a:lnTo>
                <a:lnTo>
                  <a:pt x="511676" y="2814262"/>
                </a:lnTo>
                <a:close/>
                <a:moveTo>
                  <a:pt x="7812355" y="2806610"/>
                </a:moveTo>
                <a:lnTo>
                  <a:pt x="7811256" y="2806976"/>
                </a:lnTo>
                <a:lnTo>
                  <a:pt x="7811525" y="2807716"/>
                </a:lnTo>
                <a:close/>
                <a:moveTo>
                  <a:pt x="2887094" y="2804423"/>
                </a:moveTo>
                <a:lnTo>
                  <a:pt x="2894966" y="2806391"/>
                </a:lnTo>
                <a:lnTo>
                  <a:pt x="2887094" y="2814262"/>
                </a:lnTo>
                <a:lnTo>
                  <a:pt x="2875286" y="2810327"/>
                </a:lnTo>
                <a:close/>
                <a:moveTo>
                  <a:pt x="486092" y="2804421"/>
                </a:moveTo>
                <a:lnTo>
                  <a:pt x="491996" y="2806389"/>
                </a:lnTo>
                <a:lnTo>
                  <a:pt x="486092" y="2810324"/>
                </a:lnTo>
                <a:lnTo>
                  <a:pt x="482155" y="2806389"/>
                </a:lnTo>
                <a:close/>
                <a:moveTo>
                  <a:pt x="7891731" y="2790647"/>
                </a:moveTo>
                <a:lnTo>
                  <a:pt x="7891731" y="2792616"/>
                </a:lnTo>
                <a:lnTo>
                  <a:pt x="7921251" y="2796552"/>
                </a:lnTo>
                <a:lnTo>
                  <a:pt x="7948803" y="2810328"/>
                </a:lnTo>
                <a:lnTo>
                  <a:pt x="7948783" y="2810566"/>
                </a:lnTo>
                <a:lnTo>
                  <a:pt x="7948804" y="2810327"/>
                </a:lnTo>
                <a:lnTo>
                  <a:pt x="7923219" y="2794583"/>
                </a:lnTo>
                <a:close/>
                <a:moveTo>
                  <a:pt x="2930391" y="2788678"/>
                </a:moveTo>
                <a:lnTo>
                  <a:pt x="2940232" y="2792614"/>
                </a:lnTo>
                <a:lnTo>
                  <a:pt x="2936295" y="2796550"/>
                </a:lnTo>
                <a:lnTo>
                  <a:pt x="2926455" y="2792614"/>
                </a:lnTo>
                <a:close/>
                <a:moveTo>
                  <a:pt x="7842517" y="2786689"/>
                </a:moveTo>
                <a:lnTo>
                  <a:pt x="7842530" y="2786711"/>
                </a:lnTo>
                <a:lnTo>
                  <a:pt x="7838594" y="2786711"/>
                </a:lnTo>
                <a:lnTo>
                  <a:pt x="7840562" y="2788679"/>
                </a:lnTo>
                <a:lnTo>
                  <a:pt x="7856306" y="2788679"/>
                </a:lnTo>
                <a:lnTo>
                  <a:pt x="7856044" y="2786711"/>
                </a:lnTo>
                <a:lnTo>
                  <a:pt x="7842531" y="2786711"/>
                </a:lnTo>
                <a:close/>
                <a:moveTo>
                  <a:pt x="446731" y="2782774"/>
                </a:moveTo>
                <a:lnTo>
                  <a:pt x="450667" y="2788677"/>
                </a:lnTo>
                <a:lnTo>
                  <a:pt x="438859" y="2788677"/>
                </a:lnTo>
                <a:close/>
                <a:moveTo>
                  <a:pt x="2894966" y="2768998"/>
                </a:moveTo>
                <a:lnTo>
                  <a:pt x="2898902" y="2772934"/>
                </a:lnTo>
                <a:lnTo>
                  <a:pt x="2898902" y="2776870"/>
                </a:lnTo>
                <a:lnTo>
                  <a:pt x="2894966" y="2776870"/>
                </a:lnTo>
                <a:close/>
                <a:moveTo>
                  <a:pt x="2629282" y="2768998"/>
                </a:moveTo>
                <a:lnTo>
                  <a:pt x="2633216" y="2768998"/>
                </a:lnTo>
                <a:lnTo>
                  <a:pt x="2637153" y="2772934"/>
                </a:lnTo>
                <a:lnTo>
                  <a:pt x="2629282" y="2772934"/>
                </a:lnTo>
                <a:close/>
                <a:moveTo>
                  <a:pt x="7818907" y="2767207"/>
                </a:moveTo>
                <a:lnTo>
                  <a:pt x="7833705" y="2772588"/>
                </a:lnTo>
                <a:lnTo>
                  <a:pt x="7832691" y="2770967"/>
                </a:lnTo>
                <a:close/>
                <a:moveTo>
                  <a:pt x="5923715" y="2761127"/>
                </a:moveTo>
                <a:lnTo>
                  <a:pt x="5923714" y="2761128"/>
                </a:lnTo>
                <a:lnTo>
                  <a:pt x="5923714" y="2778836"/>
                </a:lnTo>
                <a:lnTo>
                  <a:pt x="5923715" y="2778836"/>
                </a:lnTo>
                <a:close/>
                <a:moveTo>
                  <a:pt x="4605152" y="2757288"/>
                </a:moveTo>
                <a:lnTo>
                  <a:pt x="4608882" y="2794584"/>
                </a:lnTo>
                <a:lnTo>
                  <a:pt x="4609078" y="2794584"/>
                </a:lnTo>
                <a:close/>
                <a:moveTo>
                  <a:pt x="2859542" y="2757191"/>
                </a:moveTo>
                <a:lnTo>
                  <a:pt x="2869383" y="2765063"/>
                </a:lnTo>
                <a:lnTo>
                  <a:pt x="2873319" y="2772935"/>
                </a:lnTo>
                <a:lnTo>
                  <a:pt x="2859542" y="2788679"/>
                </a:lnTo>
                <a:lnTo>
                  <a:pt x="2855606" y="2780807"/>
                </a:lnTo>
                <a:lnTo>
                  <a:pt x="2865447" y="2772935"/>
                </a:lnTo>
                <a:lnTo>
                  <a:pt x="2865447" y="2768999"/>
                </a:lnTo>
                <a:lnTo>
                  <a:pt x="2855606" y="2761127"/>
                </a:lnTo>
                <a:close/>
                <a:moveTo>
                  <a:pt x="2639123" y="2743415"/>
                </a:moveTo>
                <a:lnTo>
                  <a:pt x="2652897" y="2747351"/>
                </a:lnTo>
                <a:lnTo>
                  <a:pt x="2696195" y="2747351"/>
                </a:lnTo>
                <a:lnTo>
                  <a:pt x="2711940" y="2759159"/>
                </a:lnTo>
                <a:lnTo>
                  <a:pt x="2717844" y="2768999"/>
                </a:lnTo>
                <a:lnTo>
                  <a:pt x="2741459" y="2768999"/>
                </a:lnTo>
                <a:lnTo>
                  <a:pt x="2784757" y="2792616"/>
                </a:lnTo>
                <a:lnTo>
                  <a:pt x="2794597" y="2804424"/>
                </a:lnTo>
                <a:lnTo>
                  <a:pt x="2806406" y="2804424"/>
                </a:lnTo>
                <a:lnTo>
                  <a:pt x="2822150" y="2818200"/>
                </a:lnTo>
                <a:lnTo>
                  <a:pt x="2847734" y="2822136"/>
                </a:lnTo>
                <a:lnTo>
                  <a:pt x="2855606" y="2833944"/>
                </a:lnTo>
                <a:lnTo>
                  <a:pt x="2818213" y="2837880"/>
                </a:lnTo>
                <a:lnTo>
                  <a:pt x="2806406" y="2837880"/>
                </a:lnTo>
                <a:lnTo>
                  <a:pt x="2772948" y="2845752"/>
                </a:lnTo>
                <a:lnTo>
                  <a:pt x="2761141" y="2841816"/>
                </a:lnTo>
                <a:lnTo>
                  <a:pt x="2761141" y="2830008"/>
                </a:lnTo>
                <a:lnTo>
                  <a:pt x="2772948" y="2818200"/>
                </a:lnTo>
                <a:lnTo>
                  <a:pt x="2769013" y="2810328"/>
                </a:lnTo>
                <a:lnTo>
                  <a:pt x="2749332" y="2810328"/>
                </a:lnTo>
                <a:lnTo>
                  <a:pt x="2729651" y="2792616"/>
                </a:lnTo>
                <a:lnTo>
                  <a:pt x="2706036" y="2788680"/>
                </a:lnTo>
                <a:lnTo>
                  <a:pt x="2696195" y="2776871"/>
                </a:lnTo>
                <a:lnTo>
                  <a:pt x="2672579" y="2776871"/>
                </a:lnTo>
                <a:lnTo>
                  <a:pt x="2648962" y="2761127"/>
                </a:lnTo>
                <a:lnTo>
                  <a:pt x="2648962" y="2759159"/>
                </a:lnTo>
                <a:lnTo>
                  <a:pt x="2631250" y="2759159"/>
                </a:lnTo>
                <a:lnTo>
                  <a:pt x="2607634" y="2772935"/>
                </a:lnTo>
                <a:lnTo>
                  <a:pt x="2593856" y="2768999"/>
                </a:lnTo>
                <a:lnTo>
                  <a:pt x="2593856" y="2761127"/>
                </a:lnTo>
                <a:lnTo>
                  <a:pt x="2619441" y="2747351"/>
                </a:lnTo>
                <a:close/>
                <a:moveTo>
                  <a:pt x="5965014" y="2742254"/>
                </a:moveTo>
                <a:lnTo>
                  <a:pt x="5949298" y="2753256"/>
                </a:lnTo>
                <a:lnTo>
                  <a:pt x="5944821" y="2754634"/>
                </a:lnTo>
                <a:lnTo>
                  <a:pt x="5951267" y="2753252"/>
                </a:lnTo>
                <a:close/>
                <a:moveTo>
                  <a:pt x="7860243" y="2741447"/>
                </a:moveTo>
                <a:lnTo>
                  <a:pt x="7852371" y="2757191"/>
                </a:lnTo>
                <a:lnTo>
                  <a:pt x="7852578" y="2758743"/>
                </a:lnTo>
                <a:lnTo>
                  <a:pt x="7860242" y="2743415"/>
                </a:lnTo>
                <a:lnTo>
                  <a:pt x="7875987" y="2747351"/>
                </a:lnTo>
                <a:lnTo>
                  <a:pt x="7879923" y="2761127"/>
                </a:lnTo>
                <a:lnTo>
                  <a:pt x="7891731" y="2768999"/>
                </a:lnTo>
                <a:lnTo>
                  <a:pt x="7891731" y="2768999"/>
                </a:lnTo>
                <a:lnTo>
                  <a:pt x="7879923" y="2761127"/>
                </a:lnTo>
                <a:lnTo>
                  <a:pt x="7875987" y="2745383"/>
                </a:lnTo>
                <a:close/>
                <a:moveTo>
                  <a:pt x="2830021" y="2733575"/>
                </a:moveTo>
                <a:lnTo>
                  <a:pt x="2837893" y="2733575"/>
                </a:lnTo>
                <a:lnTo>
                  <a:pt x="2837893" y="2745383"/>
                </a:lnTo>
                <a:lnTo>
                  <a:pt x="2841829" y="2761127"/>
                </a:lnTo>
                <a:lnTo>
                  <a:pt x="2837893" y="2761127"/>
                </a:lnTo>
                <a:close/>
                <a:moveTo>
                  <a:pt x="7887796" y="2733574"/>
                </a:moveTo>
                <a:lnTo>
                  <a:pt x="7875988" y="2745381"/>
                </a:lnTo>
                <a:lnTo>
                  <a:pt x="7887795" y="2735542"/>
                </a:lnTo>
                <a:lnTo>
                  <a:pt x="7903897" y="2737153"/>
                </a:lnTo>
                <a:close/>
                <a:moveTo>
                  <a:pt x="4614982" y="2731607"/>
                </a:moveTo>
                <a:lnTo>
                  <a:pt x="4614982" y="2731607"/>
                </a:lnTo>
                <a:lnTo>
                  <a:pt x="4638598" y="2731607"/>
                </a:lnTo>
                <a:lnTo>
                  <a:pt x="4638598" y="2731607"/>
                </a:lnTo>
                <a:close/>
                <a:moveTo>
                  <a:pt x="7590633" y="2727702"/>
                </a:moveTo>
                <a:lnTo>
                  <a:pt x="7594561" y="2743414"/>
                </a:lnTo>
                <a:lnTo>
                  <a:pt x="7596523" y="2752242"/>
                </a:lnTo>
                <a:lnTo>
                  <a:pt x="7594560" y="2741446"/>
                </a:lnTo>
                <a:close/>
                <a:moveTo>
                  <a:pt x="2765076" y="2719799"/>
                </a:moveTo>
                <a:lnTo>
                  <a:pt x="2765076" y="2727671"/>
                </a:lnTo>
                <a:lnTo>
                  <a:pt x="2761141" y="2723735"/>
                </a:lnTo>
                <a:close/>
                <a:moveTo>
                  <a:pt x="7948804" y="2715862"/>
                </a:moveTo>
                <a:lnTo>
                  <a:pt x="7940932" y="2741446"/>
                </a:lnTo>
                <a:lnTo>
                  <a:pt x="7951846" y="2717798"/>
                </a:lnTo>
                <a:close/>
                <a:moveTo>
                  <a:pt x="2818213" y="2706022"/>
                </a:moveTo>
                <a:lnTo>
                  <a:pt x="2826085" y="2706022"/>
                </a:lnTo>
                <a:lnTo>
                  <a:pt x="2833957" y="2723734"/>
                </a:lnTo>
                <a:lnTo>
                  <a:pt x="2826085" y="2723734"/>
                </a:lnTo>
                <a:close/>
                <a:moveTo>
                  <a:pt x="7765451" y="2704027"/>
                </a:moveTo>
                <a:lnTo>
                  <a:pt x="7785458" y="2727671"/>
                </a:lnTo>
                <a:lnTo>
                  <a:pt x="7785458" y="2753255"/>
                </a:lnTo>
                <a:lnTo>
                  <a:pt x="7811043" y="2753255"/>
                </a:lnTo>
                <a:lnTo>
                  <a:pt x="7811043" y="2753255"/>
                </a:lnTo>
                <a:lnTo>
                  <a:pt x="7785459" y="2753255"/>
                </a:lnTo>
                <a:lnTo>
                  <a:pt x="7785459" y="2725702"/>
                </a:lnTo>
                <a:close/>
                <a:moveTo>
                  <a:pt x="7748060" y="2697362"/>
                </a:moveTo>
                <a:lnTo>
                  <a:pt x="7763603" y="2702024"/>
                </a:lnTo>
                <a:lnTo>
                  <a:pt x="7761843" y="2700118"/>
                </a:lnTo>
                <a:close/>
                <a:moveTo>
                  <a:pt x="7643765" y="2694202"/>
                </a:moveTo>
                <a:lnTo>
                  <a:pt x="7643761" y="2694214"/>
                </a:lnTo>
                <a:lnTo>
                  <a:pt x="7628016" y="2694214"/>
                </a:lnTo>
                <a:lnTo>
                  <a:pt x="7626048" y="2707990"/>
                </a:lnTo>
                <a:lnTo>
                  <a:pt x="7614240" y="2711926"/>
                </a:lnTo>
                <a:lnTo>
                  <a:pt x="7617991" y="2749431"/>
                </a:lnTo>
                <a:lnTo>
                  <a:pt x="7618177" y="2749319"/>
                </a:lnTo>
                <a:lnTo>
                  <a:pt x="7614241" y="2711926"/>
                </a:lnTo>
                <a:lnTo>
                  <a:pt x="7626049" y="2707990"/>
                </a:lnTo>
                <a:lnTo>
                  <a:pt x="7629985" y="2694214"/>
                </a:lnTo>
                <a:lnTo>
                  <a:pt x="7643761" y="2694214"/>
                </a:lnTo>
                <a:close/>
                <a:moveTo>
                  <a:pt x="2755236" y="2692246"/>
                </a:moveTo>
                <a:lnTo>
                  <a:pt x="2763108" y="2700118"/>
                </a:lnTo>
                <a:lnTo>
                  <a:pt x="2765076" y="2711926"/>
                </a:lnTo>
                <a:lnTo>
                  <a:pt x="2753268" y="2711926"/>
                </a:lnTo>
                <a:lnTo>
                  <a:pt x="2753268" y="2700118"/>
                </a:lnTo>
                <a:close/>
                <a:moveTo>
                  <a:pt x="5299854" y="2692245"/>
                </a:moveTo>
                <a:lnTo>
                  <a:pt x="5272302" y="2696181"/>
                </a:lnTo>
                <a:lnTo>
                  <a:pt x="5272255" y="2696124"/>
                </a:lnTo>
                <a:lnTo>
                  <a:pt x="5272300" y="2696183"/>
                </a:lnTo>
                <a:lnTo>
                  <a:pt x="5299852" y="2692247"/>
                </a:lnTo>
                <a:lnTo>
                  <a:pt x="5317564" y="2725703"/>
                </a:lnTo>
                <a:lnTo>
                  <a:pt x="5140443" y="2855592"/>
                </a:lnTo>
                <a:lnTo>
                  <a:pt x="5317564" y="2727671"/>
                </a:lnTo>
                <a:lnTo>
                  <a:pt x="5396285" y="2749319"/>
                </a:lnTo>
                <a:lnTo>
                  <a:pt x="5408093" y="2788680"/>
                </a:lnTo>
                <a:lnTo>
                  <a:pt x="5429741" y="2818200"/>
                </a:lnTo>
                <a:lnTo>
                  <a:pt x="5429741" y="2818201"/>
                </a:lnTo>
                <a:lnTo>
                  <a:pt x="5429742" y="2818199"/>
                </a:lnTo>
                <a:lnTo>
                  <a:pt x="5408094" y="2786711"/>
                </a:lnTo>
                <a:lnTo>
                  <a:pt x="5396286" y="2749318"/>
                </a:lnTo>
                <a:lnTo>
                  <a:pt x="5437614" y="2723734"/>
                </a:lnTo>
                <a:lnTo>
                  <a:pt x="5654096" y="2833943"/>
                </a:lnTo>
                <a:lnTo>
                  <a:pt x="5654096" y="2953989"/>
                </a:lnTo>
                <a:lnTo>
                  <a:pt x="5654097" y="2953989"/>
                </a:lnTo>
                <a:lnTo>
                  <a:pt x="5654097" y="2833942"/>
                </a:lnTo>
                <a:lnTo>
                  <a:pt x="5437615" y="2723733"/>
                </a:lnTo>
                <a:lnTo>
                  <a:pt x="5396287" y="2749317"/>
                </a:lnTo>
                <a:lnTo>
                  <a:pt x="5317566" y="2725701"/>
                </a:lnTo>
                <a:close/>
                <a:moveTo>
                  <a:pt x="4782263" y="2690279"/>
                </a:moveTo>
                <a:lnTo>
                  <a:pt x="4815720" y="2961865"/>
                </a:lnTo>
                <a:lnTo>
                  <a:pt x="4717319" y="2965801"/>
                </a:lnTo>
                <a:lnTo>
                  <a:pt x="4711415" y="2957929"/>
                </a:lnTo>
                <a:lnTo>
                  <a:pt x="4695670" y="2965801"/>
                </a:lnTo>
                <a:lnTo>
                  <a:pt x="4675990" y="2965801"/>
                </a:lnTo>
                <a:lnTo>
                  <a:pt x="4675985" y="2965805"/>
                </a:lnTo>
                <a:lnTo>
                  <a:pt x="4675990" y="2965802"/>
                </a:lnTo>
                <a:lnTo>
                  <a:pt x="4695670" y="2965802"/>
                </a:lnTo>
                <a:lnTo>
                  <a:pt x="4711414" y="2957930"/>
                </a:lnTo>
                <a:lnTo>
                  <a:pt x="4717318" y="2965802"/>
                </a:lnTo>
                <a:lnTo>
                  <a:pt x="4817687" y="2961866"/>
                </a:lnTo>
                <a:lnTo>
                  <a:pt x="4782518" y="2690279"/>
                </a:lnTo>
                <a:close/>
                <a:moveTo>
                  <a:pt x="8478200" y="2688311"/>
                </a:moveTo>
                <a:lnTo>
                  <a:pt x="8482136" y="2688311"/>
                </a:lnTo>
                <a:lnTo>
                  <a:pt x="8488040" y="2688311"/>
                </a:lnTo>
                <a:lnTo>
                  <a:pt x="8488040" y="2694215"/>
                </a:lnTo>
                <a:lnTo>
                  <a:pt x="8482136" y="2694215"/>
                </a:lnTo>
                <a:close/>
                <a:moveTo>
                  <a:pt x="8499848" y="2678470"/>
                </a:moveTo>
                <a:lnTo>
                  <a:pt x="8503784" y="2682406"/>
                </a:lnTo>
                <a:lnTo>
                  <a:pt x="8499848" y="2688310"/>
                </a:lnTo>
                <a:lnTo>
                  <a:pt x="8495912" y="2688310"/>
                </a:lnTo>
                <a:lnTo>
                  <a:pt x="8491976" y="2684374"/>
                </a:lnTo>
                <a:close/>
                <a:moveTo>
                  <a:pt x="2796564" y="2674534"/>
                </a:moveTo>
                <a:lnTo>
                  <a:pt x="2808373" y="2686342"/>
                </a:lnTo>
                <a:lnTo>
                  <a:pt x="2810342" y="2707990"/>
                </a:lnTo>
                <a:lnTo>
                  <a:pt x="2804437" y="2704054"/>
                </a:lnTo>
                <a:lnTo>
                  <a:pt x="2804437" y="2688310"/>
                </a:lnTo>
                <a:lnTo>
                  <a:pt x="2792629" y="2678470"/>
                </a:lnTo>
                <a:close/>
                <a:moveTo>
                  <a:pt x="8523465" y="2666662"/>
                </a:moveTo>
                <a:lnTo>
                  <a:pt x="8529369" y="2672566"/>
                </a:lnTo>
                <a:lnTo>
                  <a:pt x="8533305" y="2674534"/>
                </a:lnTo>
                <a:lnTo>
                  <a:pt x="8527401" y="2678470"/>
                </a:lnTo>
                <a:lnTo>
                  <a:pt x="8519529" y="2674534"/>
                </a:lnTo>
                <a:close/>
                <a:moveTo>
                  <a:pt x="8409319" y="2662726"/>
                </a:moveTo>
                <a:lnTo>
                  <a:pt x="8427031" y="2666662"/>
                </a:lnTo>
                <a:lnTo>
                  <a:pt x="8427031" y="2704055"/>
                </a:lnTo>
                <a:lnTo>
                  <a:pt x="8413255" y="2723735"/>
                </a:lnTo>
                <a:lnTo>
                  <a:pt x="8405383" y="2753255"/>
                </a:lnTo>
                <a:lnTo>
                  <a:pt x="8393575" y="2757191"/>
                </a:lnTo>
                <a:lnTo>
                  <a:pt x="8385703" y="2741447"/>
                </a:lnTo>
                <a:lnTo>
                  <a:pt x="8381767" y="2711927"/>
                </a:lnTo>
                <a:lnTo>
                  <a:pt x="8401447" y="2682406"/>
                </a:lnTo>
                <a:lnTo>
                  <a:pt x="8401447" y="2672566"/>
                </a:lnTo>
                <a:close/>
                <a:moveTo>
                  <a:pt x="4634662" y="2652886"/>
                </a:moveTo>
                <a:lnTo>
                  <a:pt x="4638578" y="2731205"/>
                </a:lnTo>
                <a:lnTo>
                  <a:pt x="4634758" y="2652886"/>
                </a:lnTo>
                <a:close/>
                <a:moveTo>
                  <a:pt x="7572912" y="2646982"/>
                </a:moveTo>
                <a:lnTo>
                  <a:pt x="7571031" y="2647132"/>
                </a:lnTo>
                <a:lnTo>
                  <a:pt x="7578817" y="2660757"/>
                </a:lnTo>
                <a:lnTo>
                  <a:pt x="7578817" y="2672565"/>
                </a:lnTo>
                <a:lnTo>
                  <a:pt x="7561108" y="2686339"/>
                </a:lnTo>
                <a:lnTo>
                  <a:pt x="7580784" y="2672566"/>
                </a:lnTo>
                <a:lnTo>
                  <a:pt x="7580784" y="2660758"/>
                </a:lnTo>
                <a:close/>
                <a:moveTo>
                  <a:pt x="6553479" y="2643045"/>
                </a:moveTo>
                <a:lnTo>
                  <a:pt x="6557415" y="2643045"/>
                </a:lnTo>
                <a:lnTo>
                  <a:pt x="6563319" y="2646981"/>
                </a:lnTo>
                <a:lnTo>
                  <a:pt x="6561351" y="2666661"/>
                </a:lnTo>
                <a:lnTo>
                  <a:pt x="6545607" y="2654853"/>
                </a:lnTo>
                <a:close/>
                <a:moveTo>
                  <a:pt x="2741461" y="2635173"/>
                </a:moveTo>
                <a:lnTo>
                  <a:pt x="2753268" y="2635173"/>
                </a:lnTo>
                <a:lnTo>
                  <a:pt x="2753268" y="2643045"/>
                </a:lnTo>
                <a:lnTo>
                  <a:pt x="2741461" y="2643045"/>
                </a:lnTo>
                <a:close/>
                <a:moveTo>
                  <a:pt x="2761141" y="2633206"/>
                </a:moveTo>
                <a:lnTo>
                  <a:pt x="2769013" y="2633206"/>
                </a:lnTo>
                <a:lnTo>
                  <a:pt x="2776885" y="2645014"/>
                </a:lnTo>
                <a:lnTo>
                  <a:pt x="2776885" y="2666662"/>
                </a:lnTo>
                <a:lnTo>
                  <a:pt x="2769013" y="2666662"/>
                </a:lnTo>
                <a:lnTo>
                  <a:pt x="2772948" y="2650918"/>
                </a:lnTo>
                <a:close/>
                <a:moveTo>
                  <a:pt x="5242781" y="2631237"/>
                </a:moveTo>
                <a:lnTo>
                  <a:pt x="5242780" y="2631238"/>
                </a:lnTo>
                <a:lnTo>
                  <a:pt x="5242783" y="2631262"/>
                </a:lnTo>
                <a:close/>
                <a:moveTo>
                  <a:pt x="7480415" y="2627301"/>
                </a:moveTo>
                <a:lnTo>
                  <a:pt x="7470575" y="2639110"/>
                </a:lnTo>
                <a:lnTo>
                  <a:pt x="7480415" y="2641078"/>
                </a:lnTo>
                <a:lnTo>
                  <a:pt x="7488287" y="2652886"/>
                </a:lnTo>
                <a:lnTo>
                  <a:pt x="7492223" y="2662725"/>
                </a:lnTo>
                <a:lnTo>
                  <a:pt x="7492224" y="2662725"/>
                </a:lnTo>
                <a:lnTo>
                  <a:pt x="7490256" y="2650917"/>
                </a:lnTo>
                <a:lnTo>
                  <a:pt x="7482384" y="2641077"/>
                </a:lnTo>
                <a:lnTo>
                  <a:pt x="7470576" y="2639109"/>
                </a:lnTo>
                <a:lnTo>
                  <a:pt x="7482233" y="2627453"/>
                </a:lnTo>
                <a:close/>
                <a:moveTo>
                  <a:pt x="6398006" y="2625334"/>
                </a:moveTo>
                <a:lnTo>
                  <a:pt x="6405878" y="2629270"/>
                </a:lnTo>
                <a:lnTo>
                  <a:pt x="6398006" y="2635174"/>
                </a:lnTo>
                <a:lnTo>
                  <a:pt x="6390134" y="2629270"/>
                </a:lnTo>
                <a:close/>
                <a:moveTo>
                  <a:pt x="7393851" y="2617472"/>
                </a:moveTo>
                <a:lnTo>
                  <a:pt x="7427279" y="2629269"/>
                </a:lnTo>
                <a:lnTo>
                  <a:pt x="7428934" y="2629166"/>
                </a:lnTo>
                <a:close/>
                <a:moveTo>
                  <a:pt x="8602185" y="2617462"/>
                </a:moveTo>
                <a:lnTo>
                  <a:pt x="8613993" y="2617462"/>
                </a:lnTo>
                <a:lnTo>
                  <a:pt x="8610057" y="2627302"/>
                </a:lnTo>
                <a:lnTo>
                  <a:pt x="8594313" y="2637142"/>
                </a:lnTo>
                <a:lnTo>
                  <a:pt x="8590377" y="2627302"/>
                </a:lnTo>
                <a:lnTo>
                  <a:pt x="8598249" y="2627302"/>
                </a:lnTo>
                <a:close/>
                <a:moveTo>
                  <a:pt x="6563319" y="2617461"/>
                </a:moveTo>
                <a:lnTo>
                  <a:pt x="6569223" y="2623365"/>
                </a:lnTo>
                <a:lnTo>
                  <a:pt x="6549543" y="2633205"/>
                </a:lnTo>
                <a:lnTo>
                  <a:pt x="6549543" y="2629269"/>
                </a:lnTo>
                <a:close/>
                <a:moveTo>
                  <a:pt x="4737000" y="2611559"/>
                </a:moveTo>
                <a:lnTo>
                  <a:pt x="4737000" y="2611559"/>
                </a:lnTo>
                <a:lnTo>
                  <a:pt x="4844453" y="2688311"/>
                </a:lnTo>
                <a:lnTo>
                  <a:pt x="4847208" y="2688311"/>
                </a:lnTo>
                <a:lnTo>
                  <a:pt x="5010553" y="2806392"/>
                </a:lnTo>
                <a:lnTo>
                  <a:pt x="5022362" y="2828041"/>
                </a:lnTo>
                <a:lnTo>
                  <a:pt x="5040950" y="2824323"/>
                </a:lnTo>
                <a:lnTo>
                  <a:pt x="5040074" y="2824104"/>
                </a:lnTo>
                <a:lnTo>
                  <a:pt x="5022362" y="2828040"/>
                </a:lnTo>
                <a:lnTo>
                  <a:pt x="5010554" y="2806392"/>
                </a:lnTo>
                <a:lnTo>
                  <a:pt x="4847208" y="2688311"/>
                </a:lnTo>
                <a:close/>
                <a:moveTo>
                  <a:pt x="4459508" y="2595813"/>
                </a:moveTo>
                <a:lnTo>
                  <a:pt x="4471316" y="2599748"/>
                </a:lnTo>
                <a:lnTo>
                  <a:pt x="4463444" y="2601716"/>
                </a:lnTo>
                <a:lnTo>
                  <a:pt x="4455572" y="2599748"/>
                </a:lnTo>
                <a:close/>
                <a:moveTo>
                  <a:pt x="4490997" y="2587941"/>
                </a:moveTo>
                <a:lnTo>
                  <a:pt x="4490997" y="2595813"/>
                </a:lnTo>
                <a:lnTo>
                  <a:pt x="4487061" y="2599749"/>
                </a:lnTo>
                <a:lnTo>
                  <a:pt x="4483125" y="2595813"/>
                </a:lnTo>
                <a:lnTo>
                  <a:pt x="4483125" y="2589909"/>
                </a:lnTo>
                <a:close/>
                <a:moveTo>
                  <a:pt x="8629738" y="2584006"/>
                </a:moveTo>
                <a:lnTo>
                  <a:pt x="8635642" y="2584006"/>
                </a:lnTo>
                <a:lnTo>
                  <a:pt x="8635642" y="2587942"/>
                </a:lnTo>
                <a:lnTo>
                  <a:pt x="8631706" y="2591878"/>
                </a:lnTo>
                <a:lnTo>
                  <a:pt x="8625802" y="2587942"/>
                </a:lnTo>
                <a:close/>
                <a:moveTo>
                  <a:pt x="7279744" y="2582053"/>
                </a:moveTo>
                <a:lnTo>
                  <a:pt x="7328878" y="2593845"/>
                </a:lnTo>
                <a:lnTo>
                  <a:pt x="7360191" y="2595802"/>
                </a:lnTo>
                <a:lnTo>
                  <a:pt x="7330846" y="2593846"/>
                </a:lnTo>
                <a:close/>
                <a:moveTo>
                  <a:pt x="4504773" y="2582038"/>
                </a:moveTo>
                <a:lnTo>
                  <a:pt x="4514614" y="2584006"/>
                </a:lnTo>
                <a:lnTo>
                  <a:pt x="4514614" y="2589910"/>
                </a:lnTo>
                <a:lnTo>
                  <a:pt x="4500837" y="2595813"/>
                </a:lnTo>
                <a:lnTo>
                  <a:pt x="4500837" y="2584006"/>
                </a:lnTo>
                <a:close/>
                <a:moveTo>
                  <a:pt x="4429989" y="2578102"/>
                </a:moveTo>
                <a:lnTo>
                  <a:pt x="4433925" y="2578102"/>
                </a:lnTo>
                <a:lnTo>
                  <a:pt x="4437861" y="2578102"/>
                </a:lnTo>
                <a:lnTo>
                  <a:pt x="4433925" y="2584005"/>
                </a:lnTo>
                <a:close/>
                <a:moveTo>
                  <a:pt x="5687432" y="2577929"/>
                </a:moveTo>
                <a:lnTo>
                  <a:pt x="5683617" y="2696181"/>
                </a:lnTo>
                <a:lnTo>
                  <a:pt x="5683617" y="2698088"/>
                </a:lnTo>
                <a:close/>
                <a:moveTo>
                  <a:pt x="4729139" y="2570288"/>
                </a:moveTo>
                <a:lnTo>
                  <a:pt x="4736975" y="2611428"/>
                </a:lnTo>
                <a:lnTo>
                  <a:pt x="4733063" y="2589910"/>
                </a:lnTo>
                <a:close/>
                <a:moveTo>
                  <a:pt x="4520518" y="2570230"/>
                </a:moveTo>
                <a:lnTo>
                  <a:pt x="4520518" y="2578102"/>
                </a:lnTo>
                <a:lnTo>
                  <a:pt x="4518549" y="2574166"/>
                </a:lnTo>
                <a:close/>
                <a:moveTo>
                  <a:pt x="4729129" y="2570228"/>
                </a:moveTo>
                <a:lnTo>
                  <a:pt x="4729127" y="2570229"/>
                </a:lnTo>
                <a:lnTo>
                  <a:pt x="4729127" y="2570229"/>
                </a:lnTo>
                <a:close/>
                <a:moveTo>
                  <a:pt x="7246238" y="2566300"/>
                </a:moveTo>
                <a:lnTo>
                  <a:pt x="7263933" y="2574165"/>
                </a:lnTo>
                <a:lnTo>
                  <a:pt x="7279671" y="2582034"/>
                </a:lnTo>
                <a:lnTo>
                  <a:pt x="7265901" y="2574166"/>
                </a:lnTo>
                <a:close/>
                <a:moveTo>
                  <a:pt x="7393801" y="2566276"/>
                </a:moveTo>
                <a:lnTo>
                  <a:pt x="7393823" y="2566294"/>
                </a:lnTo>
                <a:lnTo>
                  <a:pt x="7462703" y="2582038"/>
                </a:lnTo>
                <a:lnTo>
                  <a:pt x="7470575" y="2605653"/>
                </a:lnTo>
                <a:lnTo>
                  <a:pt x="7470575" y="2605653"/>
                </a:lnTo>
                <a:lnTo>
                  <a:pt x="7462703" y="2582037"/>
                </a:lnTo>
                <a:lnTo>
                  <a:pt x="7478447" y="2578101"/>
                </a:lnTo>
                <a:lnTo>
                  <a:pt x="7496159" y="2584005"/>
                </a:lnTo>
                <a:lnTo>
                  <a:pt x="7500095" y="2601717"/>
                </a:lnTo>
                <a:lnTo>
                  <a:pt x="7511903" y="2617461"/>
                </a:lnTo>
                <a:lnTo>
                  <a:pt x="7582752" y="2611557"/>
                </a:lnTo>
                <a:lnTo>
                  <a:pt x="7582752" y="2611557"/>
                </a:lnTo>
                <a:lnTo>
                  <a:pt x="7511904" y="2617461"/>
                </a:lnTo>
                <a:lnTo>
                  <a:pt x="7500096" y="2599749"/>
                </a:lnTo>
                <a:lnTo>
                  <a:pt x="7496160" y="2584005"/>
                </a:lnTo>
                <a:lnTo>
                  <a:pt x="7513872" y="2566293"/>
                </a:lnTo>
                <a:lnTo>
                  <a:pt x="7533553" y="2566293"/>
                </a:lnTo>
                <a:lnTo>
                  <a:pt x="7545361" y="2578101"/>
                </a:lnTo>
                <a:lnTo>
                  <a:pt x="7567009" y="2574165"/>
                </a:lnTo>
                <a:lnTo>
                  <a:pt x="7582753" y="2584005"/>
                </a:lnTo>
                <a:lnTo>
                  <a:pt x="7582753" y="2584005"/>
                </a:lnTo>
                <a:lnTo>
                  <a:pt x="7568977" y="2572197"/>
                </a:lnTo>
                <a:lnTo>
                  <a:pt x="7545361" y="2576133"/>
                </a:lnTo>
                <a:lnTo>
                  <a:pt x="7533553" y="2566293"/>
                </a:lnTo>
                <a:lnTo>
                  <a:pt x="7513872" y="2566293"/>
                </a:lnTo>
                <a:lnTo>
                  <a:pt x="7496160" y="2584005"/>
                </a:lnTo>
                <a:lnTo>
                  <a:pt x="7476480" y="2576133"/>
                </a:lnTo>
                <a:lnTo>
                  <a:pt x="7462704" y="2580069"/>
                </a:lnTo>
                <a:lnTo>
                  <a:pt x="7393823" y="2566293"/>
                </a:lnTo>
                <a:close/>
                <a:moveTo>
                  <a:pt x="8641546" y="2562357"/>
                </a:moveTo>
                <a:lnTo>
                  <a:pt x="8653354" y="2562357"/>
                </a:lnTo>
                <a:lnTo>
                  <a:pt x="8653354" y="2566293"/>
                </a:lnTo>
                <a:lnTo>
                  <a:pt x="8645482" y="2578101"/>
                </a:lnTo>
                <a:lnTo>
                  <a:pt x="8629738" y="2578101"/>
                </a:lnTo>
                <a:lnTo>
                  <a:pt x="8629738" y="2570229"/>
                </a:lnTo>
                <a:close/>
                <a:moveTo>
                  <a:pt x="7021412" y="2561882"/>
                </a:moveTo>
                <a:lnTo>
                  <a:pt x="6992347" y="2587941"/>
                </a:lnTo>
                <a:lnTo>
                  <a:pt x="6968731" y="2589909"/>
                </a:lnTo>
                <a:lnTo>
                  <a:pt x="6956923" y="2582037"/>
                </a:lnTo>
                <a:lnTo>
                  <a:pt x="6945114" y="2617461"/>
                </a:lnTo>
                <a:lnTo>
                  <a:pt x="6945124" y="2617478"/>
                </a:lnTo>
                <a:lnTo>
                  <a:pt x="6945115" y="2617461"/>
                </a:lnTo>
                <a:lnTo>
                  <a:pt x="6956923" y="2582037"/>
                </a:lnTo>
                <a:lnTo>
                  <a:pt x="6968731" y="2593845"/>
                </a:lnTo>
                <a:lnTo>
                  <a:pt x="6992347" y="2589909"/>
                </a:lnTo>
                <a:close/>
                <a:moveTo>
                  <a:pt x="2119487" y="2554449"/>
                </a:moveTo>
                <a:lnTo>
                  <a:pt x="2119548" y="2554484"/>
                </a:lnTo>
                <a:lnTo>
                  <a:pt x="2156941" y="2613525"/>
                </a:lnTo>
                <a:lnTo>
                  <a:pt x="2160875" y="2627295"/>
                </a:lnTo>
                <a:lnTo>
                  <a:pt x="2156940" y="2611555"/>
                </a:lnTo>
                <a:lnTo>
                  <a:pt x="2119548" y="2554482"/>
                </a:lnTo>
                <a:close/>
                <a:moveTo>
                  <a:pt x="7242517" y="2544066"/>
                </a:moveTo>
                <a:lnTo>
                  <a:pt x="7242285" y="2544645"/>
                </a:lnTo>
                <a:lnTo>
                  <a:pt x="7246220" y="2566285"/>
                </a:lnTo>
                <a:close/>
                <a:moveTo>
                  <a:pt x="2076251" y="2530866"/>
                </a:moveTo>
                <a:lnTo>
                  <a:pt x="2062474" y="2546610"/>
                </a:lnTo>
                <a:lnTo>
                  <a:pt x="2062474" y="2560386"/>
                </a:lnTo>
                <a:lnTo>
                  <a:pt x="2058539" y="2566290"/>
                </a:lnTo>
                <a:lnTo>
                  <a:pt x="2038858" y="2558418"/>
                </a:lnTo>
                <a:lnTo>
                  <a:pt x="2017210" y="2534802"/>
                </a:lnTo>
                <a:lnTo>
                  <a:pt x="2017211" y="2534804"/>
                </a:lnTo>
                <a:lnTo>
                  <a:pt x="2038859" y="2558420"/>
                </a:lnTo>
                <a:lnTo>
                  <a:pt x="2058540" y="2566292"/>
                </a:lnTo>
                <a:lnTo>
                  <a:pt x="2062476" y="2562356"/>
                </a:lnTo>
                <a:lnTo>
                  <a:pt x="2062476" y="2546612"/>
                </a:lnTo>
                <a:lnTo>
                  <a:pt x="2077526" y="2531562"/>
                </a:lnTo>
                <a:close/>
                <a:moveTo>
                  <a:pt x="7692962" y="2526933"/>
                </a:moveTo>
                <a:lnTo>
                  <a:pt x="7628017" y="2550549"/>
                </a:lnTo>
                <a:lnTo>
                  <a:pt x="7582769" y="2583993"/>
                </a:lnTo>
                <a:lnTo>
                  <a:pt x="7628016" y="2552517"/>
                </a:lnTo>
                <a:lnTo>
                  <a:pt x="7692961" y="2528901"/>
                </a:lnTo>
                <a:lnTo>
                  <a:pt x="7704769" y="2540709"/>
                </a:lnTo>
                <a:lnTo>
                  <a:pt x="7704769" y="2552517"/>
                </a:lnTo>
                <a:lnTo>
                  <a:pt x="7728385" y="2570229"/>
                </a:lnTo>
                <a:lnTo>
                  <a:pt x="7728383" y="2570232"/>
                </a:lnTo>
                <a:lnTo>
                  <a:pt x="7728385" y="2570229"/>
                </a:lnTo>
                <a:lnTo>
                  <a:pt x="7746267" y="2566653"/>
                </a:lnTo>
                <a:lnTo>
                  <a:pt x="7746098" y="2566293"/>
                </a:lnTo>
                <a:lnTo>
                  <a:pt x="7728386" y="2570229"/>
                </a:lnTo>
                <a:lnTo>
                  <a:pt x="7704770" y="2550549"/>
                </a:lnTo>
                <a:lnTo>
                  <a:pt x="7704770" y="2538741"/>
                </a:lnTo>
                <a:close/>
                <a:moveTo>
                  <a:pt x="7250160" y="2524958"/>
                </a:moveTo>
                <a:lnTo>
                  <a:pt x="7250157" y="2524965"/>
                </a:lnTo>
                <a:lnTo>
                  <a:pt x="7250154" y="2524972"/>
                </a:lnTo>
                <a:lnTo>
                  <a:pt x="7250157" y="2524965"/>
                </a:lnTo>
                <a:close/>
                <a:moveTo>
                  <a:pt x="6691870" y="2523454"/>
                </a:moveTo>
                <a:lnTo>
                  <a:pt x="6691241" y="2524964"/>
                </a:lnTo>
                <a:lnTo>
                  <a:pt x="6691241" y="2525379"/>
                </a:lnTo>
                <a:lnTo>
                  <a:pt x="6724697" y="2528900"/>
                </a:lnTo>
                <a:lnTo>
                  <a:pt x="6736505" y="2528900"/>
                </a:lnTo>
                <a:lnTo>
                  <a:pt x="6797513" y="2536772"/>
                </a:lnTo>
                <a:lnTo>
                  <a:pt x="6838842" y="2524964"/>
                </a:lnTo>
                <a:lnTo>
                  <a:pt x="6838842" y="2523534"/>
                </a:lnTo>
                <a:lnTo>
                  <a:pt x="6797513" y="2534805"/>
                </a:lnTo>
                <a:lnTo>
                  <a:pt x="6736505" y="2526933"/>
                </a:lnTo>
                <a:lnTo>
                  <a:pt x="6726665" y="2526933"/>
                </a:lnTo>
                <a:close/>
                <a:moveTo>
                  <a:pt x="6299608" y="2521027"/>
                </a:moveTo>
                <a:lnTo>
                  <a:pt x="6299607" y="2521029"/>
                </a:lnTo>
                <a:lnTo>
                  <a:pt x="6299633" y="2521034"/>
                </a:lnTo>
                <a:close/>
                <a:moveTo>
                  <a:pt x="4839337" y="2509221"/>
                </a:moveTo>
                <a:lnTo>
                  <a:pt x="4839336" y="2509221"/>
                </a:lnTo>
                <a:lnTo>
                  <a:pt x="4851144" y="2509221"/>
                </a:lnTo>
                <a:lnTo>
                  <a:pt x="4851145" y="2509221"/>
                </a:lnTo>
                <a:close/>
                <a:moveTo>
                  <a:pt x="5683615" y="2505284"/>
                </a:moveTo>
                <a:lnTo>
                  <a:pt x="5683609" y="2505290"/>
                </a:lnTo>
                <a:lnTo>
                  <a:pt x="5683615" y="2505285"/>
                </a:lnTo>
                <a:close/>
                <a:moveTo>
                  <a:pt x="8675002" y="2501349"/>
                </a:moveTo>
                <a:lnTo>
                  <a:pt x="8678938" y="2505285"/>
                </a:lnTo>
                <a:lnTo>
                  <a:pt x="8675002" y="2507253"/>
                </a:lnTo>
                <a:lnTo>
                  <a:pt x="8667130" y="2507253"/>
                </a:lnTo>
                <a:lnTo>
                  <a:pt x="8667130" y="2505285"/>
                </a:lnTo>
                <a:close/>
                <a:moveTo>
                  <a:pt x="8688778" y="2489541"/>
                </a:moveTo>
                <a:lnTo>
                  <a:pt x="8698618" y="2489541"/>
                </a:lnTo>
                <a:lnTo>
                  <a:pt x="8688778" y="2505285"/>
                </a:lnTo>
                <a:lnTo>
                  <a:pt x="8684842" y="2505285"/>
                </a:lnTo>
                <a:lnTo>
                  <a:pt x="8684842" y="2497413"/>
                </a:lnTo>
                <a:close/>
                <a:moveTo>
                  <a:pt x="5943393" y="2483633"/>
                </a:moveTo>
                <a:lnTo>
                  <a:pt x="5943394" y="2483636"/>
                </a:lnTo>
                <a:lnTo>
                  <a:pt x="5943394" y="2483636"/>
                </a:lnTo>
                <a:close/>
                <a:moveTo>
                  <a:pt x="6714857" y="2477732"/>
                </a:moveTo>
                <a:lnTo>
                  <a:pt x="6714852" y="2477740"/>
                </a:lnTo>
                <a:lnTo>
                  <a:pt x="6714857" y="2477733"/>
                </a:lnTo>
                <a:close/>
                <a:moveTo>
                  <a:pt x="7197161" y="2474850"/>
                </a:moveTo>
                <a:lnTo>
                  <a:pt x="7197021" y="2475764"/>
                </a:lnTo>
                <a:lnTo>
                  <a:pt x="7210797" y="2483636"/>
                </a:lnTo>
                <a:lnTo>
                  <a:pt x="7234413" y="2483636"/>
                </a:lnTo>
                <a:lnTo>
                  <a:pt x="7257467" y="2506690"/>
                </a:lnTo>
                <a:lnTo>
                  <a:pt x="7258029" y="2505285"/>
                </a:lnTo>
                <a:lnTo>
                  <a:pt x="7291486" y="2501349"/>
                </a:lnTo>
                <a:lnTo>
                  <a:pt x="7326910" y="2528901"/>
                </a:lnTo>
                <a:lnTo>
                  <a:pt x="7348580" y="2536885"/>
                </a:lnTo>
                <a:lnTo>
                  <a:pt x="7324943" y="2526933"/>
                </a:lnTo>
                <a:lnTo>
                  <a:pt x="7291486" y="2501348"/>
                </a:lnTo>
                <a:lnTo>
                  <a:pt x="7256062" y="2505284"/>
                </a:lnTo>
                <a:lnTo>
                  <a:pt x="7234414" y="2481668"/>
                </a:lnTo>
                <a:lnTo>
                  <a:pt x="7210798" y="2481668"/>
                </a:lnTo>
                <a:close/>
                <a:moveTo>
                  <a:pt x="6866384" y="2471830"/>
                </a:moveTo>
                <a:lnTo>
                  <a:pt x="6842778" y="2473797"/>
                </a:lnTo>
                <a:lnTo>
                  <a:pt x="6842475" y="2477428"/>
                </a:lnTo>
                <a:lnTo>
                  <a:pt x="6842778" y="2475764"/>
                </a:lnTo>
                <a:close/>
                <a:moveTo>
                  <a:pt x="4929865" y="2467893"/>
                </a:moveTo>
                <a:lnTo>
                  <a:pt x="4906250" y="2471828"/>
                </a:lnTo>
                <a:lnTo>
                  <a:pt x="4884602" y="2471828"/>
                </a:lnTo>
                <a:lnTo>
                  <a:pt x="4884602" y="2471829"/>
                </a:lnTo>
                <a:lnTo>
                  <a:pt x="4908217" y="2471829"/>
                </a:lnTo>
                <a:close/>
                <a:moveTo>
                  <a:pt x="5965042" y="2467892"/>
                </a:moveTo>
                <a:lnTo>
                  <a:pt x="5957170" y="2471828"/>
                </a:lnTo>
                <a:lnTo>
                  <a:pt x="5957171" y="2471828"/>
                </a:lnTo>
                <a:lnTo>
                  <a:pt x="5965042" y="2467892"/>
                </a:lnTo>
                <a:close/>
                <a:moveTo>
                  <a:pt x="6703044" y="2460025"/>
                </a:moveTo>
                <a:lnTo>
                  <a:pt x="6692366" y="2470703"/>
                </a:lnTo>
                <a:lnTo>
                  <a:pt x="6693209" y="2471827"/>
                </a:lnTo>
                <a:close/>
                <a:moveTo>
                  <a:pt x="6890010" y="2456084"/>
                </a:moveTo>
                <a:lnTo>
                  <a:pt x="6889519" y="2456412"/>
                </a:lnTo>
                <a:lnTo>
                  <a:pt x="6923435" y="2463949"/>
                </a:lnTo>
                <a:close/>
                <a:moveTo>
                  <a:pt x="5957171" y="2456080"/>
                </a:moveTo>
                <a:lnTo>
                  <a:pt x="5957170" y="2456084"/>
                </a:lnTo>
                <a:lnTo>
                  <a:pt x="5957170" y="2456084"/>
                </a:lnTo>
                <a:close/>
                <a:moveTo>
                  <a:pt x="7102087" y="2441745"/>
                </a:moveTo>
                <a:lnTo>
                  <a:pt x="7098620" y="2452148"/>
                </a:lnTo>
                <a:lnTo>
                  <a:pt x="7078940" y="2471828"/>
                </a:lnTo>
                <a:lnTo>
                  <a:pt x="7075004" y="2497412"/>
                </a:lnTo>
                <a:lnTo>
                  <a:pt x="7063193" y="2505286"/>
                </a:lnTo>
                <a:lnTo>
                  <a:pt x="7075004" y="2499380"/>
                </a:lnTo>
                <a:lnTo>
                  <a:pt x="7078940" y="2471828"/>
                </a:lnTo>
                <a:lnTo>
                  <a:pt x="7098620" y="2454116"/>
                </a:lnTo>
                <a:lnTo>
                  <a:pt x="7102556" y="2442308"/>
                </a:lnTo>
                <a:close/>
                <a:moveTo>
                  <a:pt x="5977414" y="2440430"/>
                </a:moveTo>
                <a:lnTo>
                  <a:pt x="5977410" y="2440441"/>
                </a:lnTo>
                <a:lnTo>
                  <a:pt x="5998499" y="2444275"/>
                </a:lnTo>
                <a:lnTo>
                  <a:pt x="5998878" y="2444008"/>
                </a:lnTo>
                <a:close/>
                <a:moveTo>
                  <a:pt x="7186132" y="2433517"/>
                </a:moveTo>
                <a:lnTo>
                  <a:pt x="7185213" y="2434436"/>
                </a:lnTo>
                <a:lnTo>
                  <a:pt x="7198990" y="2448213"/>
                </a:lnTo>
                <a:lnTo>
                  <a:pt x="7198990" y="2448212"/>
                </a:lnTo>
                <a:close/>
                <a:moveTo>
                  <a:pt x="8621866" y="2420660"/>
                </a:moveTo>
                <a:lnTo>
                  <a:pt x="8629738" y="2420660"/>
                </a:lnTo>
                <a:lnTo>
                  <a:pt x="8629738" y="2426564"/>
                </a:lnTo>
                <a:lnTo>
                  <a:pt x="8625802" y="2430500"/>
                </a:lnTo>
                <a:close/>
                <a:moveTo>
                  <a:pt x="6061477" y="2414753"/>
                </a:moveTo>
                <a:lnTo>
                  <a:pt x="6060849" y="2414933"/>
                </a:lnTo>
                <a:lnTo>
                  <a:pt x="6079187" y="2444275"/>
                </a:lnTo>
                <a:lnTo>
                  <a:pt x="6063443" y="2456083"/>
                </a:lnTo>
                <a:lnTo>
                  <a:pt x="6014243" y="2456083"/>
                </a:lnTo>
                <a:lnTo>
                  <a:pt x="6014243" y="2456084"/>
                </a:lnTo>
                <a:lnTo>
                  <a:pt x="6063443" y="2456084"/>
                </a:lnTo>
                <a:lnTo>
                  <a:pt x="6079187" y="2444276"/>
                </a:lnTo>
                <a:lnTo>
                  <a:pt x="6116580" y="2456084"/>
                </a:lnTo>
                <a:lnTo>
                  <a:pt x="6163812" y="2479700"/>
                </a:lnTo>
                <a:lnTo>
                  <a:pt x="6193332" y="2501349"/>
                </a:lnTo>
                <a:lnTo>
                  <a:pt x="6193332" y="2530869"/>
                </a:lnTo>
                <a:lnTo>
                  <a:pt x="6193335" y="2530870"/>
                </a:lnTo>
                <a:lnTo>
                  <a:pt x="6193335" y="2501347"/>
                </a:lnTo>
                <a:lnTo>
                  <a:pt x="6163814" y="2479698"/>
                </a:lnTo>
                <a:lnTo>
                  <a:pt x="6118550" y="2456082"/>
                </a:lnTo>
                <a:lnTo>
                  <a:pt x="6079189" y="2444274"/>
                </a:lnTo>
                <a:lnTo>
                  <a:pt x="6061477" y="2414754"/>
                </a:lnTo>
                <a:close/>
                <a:moveTo>
                  <a:pt x="8635642" y="2408852"/>
                </a:moveTo>
                <a:lnTo>
                  <a:pt x="8639578" y="2412788"/>
                </a:lnTo>
                <a:lnTo>
                  <a:pt x="8635642" y="2416724"/>
                </a:lnTo>
                <a:lnTo>
                  <a:pt x="8631706" y="2412788"/>
                </a:lnTo>
                <a:close/>
                <a:moveTo>
                  <a:pt x="6937783" y="2406904"/>
                </a:moveTo>
                <a:lnTo>
                  <a:pt x="6923467" y="2432468"/>
                </a:lnTo>
                <a:lnTo>
                  <a:pt x="6923467" y="2434435"/>
                </a:lnTo>
                <a:close/>
                <a:moveTo>
                  <a:pt x="8568728" y="2395076"/>
                </a:moveTo>
                <a:lnTo>
                  <a:pt x="8576600" y="2399012"/>
                </a:lnTo>
                <a:lnTo>
                  <a:pt x="8568728" y="2406884"/>
                </a:lnTo>
                <a:lnTo>
                  <a:pt x="8556920" y="2406884"/>
                </a:lnTo>
                <a:lnTo>
                  <a:pt x="8552984" y="2399012"/>
                </a:lnTo>
                <a:lnTo>
                  <a:pt x="8560856" y="2399012"/>
                </a:lnTo>
                <a:close/>
                <a:moveTo>
                  <a:pt x="5185709" y="2395073"/>
                </a:moveTo>
                <a:lnTo>
                  <a:pt x="5185707" y="2395076"/>
                </a:lnTo>
                <a:lnTo>
                  <a:pt x="5185707" y="2414756"/>
                </a:lnTo>
                <a:lnTo>
                  <a:pt x="5207355" y="2438372"/>
                </a:lnTo>
                <a:lnTo>
                  <a:pt x="5219163" y="2456085"/>
                </a:lnTo>
                <a:lnTo>
                  <a:pt x="5219213" y="2456188"/>
                </a:lnTo>
                <a:lnTo>
                  <a:pt x="5219166" y="2456081"/>
                </a:lnTo>
                <a:lnTo>
                  <a:pt x="5207357" y="2438369"/>
                </a:lnTo>
                <a:lnTo>
                  <a:pt x="5185709" y="2414753"/>
                </a:lnTo>
                <a:close/>
                <a:moveTo>
                  <a:pt x="6247126" y="2388065"/>
                </a:moveTo>
                <a:lnTo>
                  <a:pt x="6246471" y="2389169"/>
                </a:lnTo>
                <a:lnTo>
                  <a:pt x="6277960" y="2430498"/>
                </a:lnTo>
                <a:lnTo>
                  <a:pt x="6299608" y="2434434"/>
                </a:lnTo>
                <a:lnTo>
                  <a:pt x="6323162" y="2463877"/>
                </a:lnTo>
                <a:lnTo>
                  <a:pt x="6299605" y="2432467"/>
                </a:lnTo>
                <a:lnTo>
                  <a:pt x="6277957" y="2428531"/>
                </a:lnTo>
                <a:close/>
                <a:moveTo>
                  <a:pt x="7202926" y="2385233"/>
                </a:moveTo>
                <a:lnTo>
                  <a:pt x="7202925" y="2385236"/>
                </a:lnTo>
                <a:lnTo>
                  <a:pt x="7202925" y="2393108"/>
                </a:lnTo>
                <a:lnTo>
                  <a:pt x="7210797" y="2412788"/>
                </a:lnTo>
                <a:lnTo>
                  <a:pt x="7214077" y="2420988"/>
                </a:lnTo>
                <a:lnTo>
                  <a:pt x="7214734" y="2420660"/>
                </a:lnTo>
                <a:lnTo>
                  <a:pt x="7210798" y="2410820"/>
                </a:lnTo>
                <a:lnTo>
                  <a:pt x="7202926" y="2391139"/>
                </a:lnTo>
                <a:close/>
                <a:moveTo>
                  <a:pt x="8678938" y="2383268"/>
                </a:moveTo>
                <a:lnTo>
                  <a:pt x="8704523" y="2395076"/>
                </a:lnTo>
                <a:lnTo>
                  <a:pt x="8708459" y="2406884"/>
                </a:lnTo>
                <a:lnTo>
                  <a:pt x="8720267" y="2426565"/>
                </a:lnTo>
                <a:lnTo>
                  <a:pt x="8700587" y="2446245"/>
                </a:lnTo>
                <a:lnTo>
                  <a:pt x="8698619" y="2471829"/>
                </a:lnTo>
                <a:lnTo>
                  <a:pt x="8678938" y="2479701"/>
                </a:lnTo>
                <a:lnTo>
                  <a:pt x="8682874" y="2460021"/>
                </a:lnTo>
                <a:lnTo>
                  <a:pt x="8675002" y="2460021"/>
                </a:lnTo>
                <a:lnTo>
                  <a:pt x="8667130" y="2471829"/>
                </a:lnTo>
                <a:lnTo>
                  <a:pt x="8665162" y="2467893"/>
                </a:lnTo>
                <a:lnTo>
                  <a:pt x="8667130" y="2442309"/>
                </a:lnTo>
                <a:lnTo>
                  <a:pt x="8671066" y="2442309"/>
                </a:lnTo>
                <a:lnTo>
                  <a:pt x="8675002" y="2438373"/>
                </a:lnTo>
                <a:lnTo>
                  <a:pt x="8678938" y="2430501"/>
                </a:lnTo>
                <a:lnTo>
                  <a:pt x="8675002" y="2418692"/>
                </a:lnTo>
                <a:lnTo>
                  <a:pt x="8675002" y="2414756"/>
                </a:lnTo>
                <a:lnTo>
                  <a:pt x="8665162" y="2426565"/>
                </a:lnTo>
                <a:lnTo>
                  <a:pt x="8649418" y="2414756"/>
                </a:lnTo>
                <a:lnTo>
                  <a:pt x="8649418" y="2399012"/>
                </a:lnTo>
                <a:lnTo>
                  <a:pt x="8665162" y="2395076"/>
                </a:lnTo>
                <a:close/>
                <a:moveTo>
                  <a:pt x="8653354" y="2383268"/>
                </a:moveTo>
                <a:lnTo>
                  <a:pt x="8657290" y="2383268"/>
                </a:lnTo>
                <a:lnTo>
                  <a:pt x="8659258" y="2391140"/>
                </a:lnTo>
                <a:lnTo>
                  <a:pt x="8653354" y="2391140"/>
                </a:lnTo>
                <a:close/>
                <a:moveTo>
                  <a:pt x="6951019" y="2383268"/>
                </a:moveTo>
                <a:lnTo>
                  <a:pt x="6949811" y="2385425"/>
                </a:lnTo>
                <a:lnTo>
                  <a:pt x="6972664" y="2391138"/>
                </a:lnTo>
                <a:close/>
                <a:moveTo>
                  <a:pt x="8781275" y="2367524"/>
                </a:moveTo>
                <a:lnTo>
                  <a:pt x="8793083" y="2375396"/>
                </a:lnTo>
                <a:lnTo>
                  <a:pt x="8785211" y="2399012"/>
                </a:lnTo>
                <a:lnTo>
                  <a:pt x="8773403" y="2399012"/>
                </a:lnTo>
                <a:lnTo>
                  <a:pt x="8765531" y="2395076"/>
                </a:lnTo>
                <a:lnTo>
                  <a:pt x="8753722" y="2406884"/>
                </a:lnTo>
                <a:lnTo>
                  <a:pt x="8747818" y="2416724"/>
                </a:lnTo>
                <a:lnTo>
                  <a:pt x="8732074" y="2420660"/>
                </a:lnTo>
                <a:lnTo>
                  <a:pt x="8724202" y="2399012"/>
                </a:lnTo>
                <a:lnTo>
                  <a:pt x="8736010" y="2387204"/>
                </a:lnTo>
                <a:lnTo>
                  <a:pt x="8753722" y="2383268"/>
                </a:lnTo>
                <a:lnTo>
                  <a:pt x="8769467" y="2371460"/>
                </a:lnTo>
                <a:close/>
                <a:moveTo>
                  <a:pt x="8643514" y="2359652"/>
                </a:moveTo>
                <a:lnTo>
                  <a:pt x="8643514" y="2371460"/>
                </a:lnTo>
                <a:lnTo>
                  <a:pt x="8631706" y="2371460"/>
                </a:lnTo>
                <a:lnTo>
                  <a:pt x="8631706" y="2367524"/>
                </a:lnTo>
                <a:close/>
                <a:moveTo>
                  <a:pt x="7159626" y="2353747"/>
                </a:moveTo>
                <a:lnTo>
                  <a:pt x="7130946" y="2360495"/>
                </a:lnTo>
                <a:lnTo>
                  <a:pt x="7159628" y="2355715"/>
                </a:lnTo>
                <a:lnTo>
                  <a:pt x="7161596" y="2357683"/>
                </a:lnTo>
                <a:lnTo>
                  <a:pt x="7173403" y="2369490"/>
                </a:lnTo>
                <a:lnTo>
                  <a:pt x="7163564" y="2357683"/>
                </a:lnTo>
                <a:lnTo>
                  <a:pt x="7159628" y="2353747"/>
                </a:lnTo>
                <a:close/>
                <a:moveTo>
                  <a:pt x="7094684" y="2353747"/>
                </a:moveTo>
                <a:lnTo>
                  <a:pt x="7066896" y="2357452"/>
                </a:lnTo>
                <a:lnTo>
                  <a:pt x="7094684" y="2355715"/>
                </a:lnTo>
                <a:lnTo>
                  <a:pt x="7124204" y="2361619"/>
                </a:lnTo>
                <a:lnTo>
                  <a:pt x="7125385" y="2361422"/>
                </a:lnTo>
                <a:close/>
                <a:moveTo>
                  <a:pt x="7206856" y="2349805"/>
                </a:moveTo>
                <a:lnTo>
                  <a:pt x="7206861" y="2349811"/>
                </a:lnTo>
                <a:lnTo>
                  <a:pt x="7206861" y="2365555"/>
                </a:lnTo>
                <a:lnTo>
                  <a:pt x="7206857" y="2365576"/>
                </a:lnTo>
                <a:lnTo>
                  <a:pt x="7206862" y="2365555"/>
                </a:lnTo>
                <a:lnTo>
                  <a:pt x="7206862" y="2349811"/>
                </a:lnTo>
                <a:close/>
                <a:moveTo>
                  <a:pt x="6731201" y="2341329"/>
                </a:moveTo>
                <a:lnTo>
                  <a:pt x="6736505" y="2345875"/>
                </a:lnTo>
                <a:lnTo>
                  <a:pt x="6736899" y="2344890"/>
                </a:lnTo>
                <a:close/>
                <a:moveTo>
                  <a:pt x="7173403" y="2338005"/>
                </a:moveTo>
                <a:lnTo>
                  <a:pt x="7156677" y="2351386"/>
                </a:lnTo>
                <a:lnTo>
                  <a:pt x="7157557" y="2352090"/>
                </a:lnTo>
                <a:close/>
                <a:moveTo>
                  <a:pt x="5640319" y="2338003"/>
                </a:moveTo>
                <a:lnTo>
                  <a:pt x="5660000" y="2338003"/>
                </a:lnTo>
                <a:lnTo>
                  <a:pt x="5663936" y="2345875"/>
                </a:lnTo>
                <a:lnTo>
                  <a:pt x="5679680" y="2341939"/>
                </a:lnTo>
                <a:lnTo>
                  <a:pt x="5683616" y="2345875"/>
                </a:lnTo>
                <a:lnTo>
                  <a:pt x="5691488" y="2341939"/>
                </a:lnTo>
                <a:lnTo>
                  <a:pt x="5699360" y="2345875"/>
                </a:lnTo>
                <a:lnTo>
                  <a:pt x="5711168" y="2349811"/>
                </a:lnTo>
                <a:lnTo>
                  <a:pt x="5711168" y="2353747"/>
                </a:lnTo>
                <a:lnTo>
                  <a:pt x="5703296" y="2357683"/>
                </a:lnTo>
                <a:lnTo>
                  <a:pt x="5695424" y="2359651"/>
                </a:lnTo>
                <a:lnTo>
                  <a:pt x="5671808" y="2359651"/>
                </a:lnTo>
                <a:lnTo>
                  <a:pt x="5660000" y="2353747"/>
                </a:lnTo>
                <a:lnTo>
                  <a:pt x="5640319" y="2349811"/>
                </a:lnTo>
                <a:lnTo>
                  <a:pt x="5640319" y="2345875"/>
                </a:lnTo>
                <a:close/>
                <a:moveTo>
                  <a:pt x="7173405" y="2338003"/>
                </a:moveTo>
                <a:lnTo>
                  <a:pt x="7173405" y="2338003"/>
                </a:lnTo>
                <a:lnTo>
                  <a:pt x="7195054" y="2338003"/>
                </a:lnTo>
                <a:lnTo>
                  <a:pt x="7195054" y="2338003"/>
                </a:lnTo>
                <a:close/>
                <a:moveTo>
                  <a:pt x="5927649" y="2336035"/>
                </a:moveTo>
                <a:lnTo>
                  <a:pt x="5935521" y="2336035"/>
                </a:lnTo>
                <a:lnTo>
                  <a:pt x="5927649" y="2345875"/>
                </a:lnTo>
                <a:lnTo>
                  <a:pt x="5923713" y="2361619"/>
                </a:lnTo>
                <a:lnTo>
                  <a:pt x="5906001" y="2367523"/>
                </a:lnTo>
                <a:lnTo>
                  <a:pt x="5882385" y="2365555"/>
                </a:lnTo>
                <a:lnTo>
                  <a:pt x="5882385" y="2357683"/>
                </a:lnTo>
                <a:lnTo>
                  <a:pt x="5898129" y="2349811"/>
                </a:lnTo>
                <a:lnTo>
                  <a:pt x="5919777" y="2341939"/>
                </a:lnTo>
                <a:close/>
                <a:moveTo>
                  <a:pt x="6135924" y="2331149"/>
                </a:moveTo>
                <a:lnTo>
                  <a:pt x="6124456" y="2365552"/>
                </a:lnTo>
                <a:lnTo>
                  <a:pt x="6067383" y="2402945"/>
                </a:lnTo>
                <a:lnTo>
                  <a:pt x="6061484" y="2414744"/>
                </a:lnTo>
                <a:lnTo>
                  <a:pt x="6069349" y="2402946"/>
                </a:lnTo>
                <a:lnTo>
                  <a:pt x="6126422" y="2365553"/>
                </a:lnTo>
                <a:lnTo>
                  <a:pt x="6136262" y="2332097"/>
                </a:lnTo>
                <a:close/>
                <a:moveTo>
                  <a:pt x="5740688" y="2330131"/>
                </a:moveTo>
                <a:lnTo>
                  <a:pt x="5744624" y="2330131"/>
                </a:lnTo>
                <a:lnTo>
                  <a:pt x="5744624" y="2338003"/>
                </a:lnTo>
                <a:lnTo>
                  <a:pt x="5736752" y="2338003"/>
                </a:lnTo>
                <a:lnTo>
                  <a:pt x="5732816" y="2336035"/>
                </a:lnTo>
                <a:close/>
                <a:moveTo>
                  <a:pt x="7118106" y="2323548"/>
                </a:moveTo>
                <a:lnTo>
                  <a:pt x="7118300" y="2324227"/>
                </a:lnTo>
                <a:lnTo>
                  <a:pt x="7124211" y="2327988"/>
                </a:lnTo>
                <a:close/>
                <a:moveTo>
                  <a:pt x="6000471" y="2296674"/>
                </a:moveTo>
                <a:lnTo>
                  <a:pt x="6000467" y="2296675"/>
                </a:lnTo>
                <a:lnTo>
                  <a:pt x="6000467" y="2316355"/>
                </a:lnTo>
                <a:lnTo>
                  <a:pt x="6006370" y="2322258"/>
                </a:lnTo>
                <a:lnTo>
                  <a:pt x="6002434" y="2349811"/>
                </a:lnTo>
                <a:lnTo>
                  <a:pt x="6002434" y="2371459"/>
                </a:lnTo>
                <a:lnTo>
                  <a:pt x="5994562" y="2379331"/>
                </a:lnTo>
                <a:lnTo>
                  <a:pt x="5994562" y="2391139"/>
                </a:lnTo>
                <a:lnTo>
                  <a:pt x="5986690" y="2400979"/>
                </a:lnTo>
                <a:lnTo>
                  <a:pt x="5982754" y="2399995"/>
                </a:lnTo>
                <a:lnTo>
                  <a:pt x="5988658" y="2402947"/>
                </a:lnTo>
                <a:lnTo>
                  <a:pt x="5988597" y="2403151"/>
                </a:lnTo>
                <a:lnTo>
                  <a:pt x="5988662" y="2402945"/>
                </a:lnTo>
                <a:lnTo>
                  <a:pt x="5996534" y="2391137"/>
                </a:lnTo>
                <a:lnTo>
                  <a:pt x="5996534" y="2379328"/>
                </a:lnTo>
                <a:lnTo>
                  <a:pt x="6004407" y="2373424"/>
                </a:lnTo>
                <a:lnTo>
                  <a:pt x="6004407" y="2349808"/>
                </a:lnTo>
                <a:lnTo>
                  <a:pt x="6008343" y="2324224"/>
                </a:lnTo>
                <a:lnTo>
                  <a:pt x="6000471" y="2316352"/>
                </a:lnTo>
                <a:close/>
                <a:moveTo>
                  <a:pt x="5256558" y="2286832"/>
                </a:moveTo>
                <a:lnTo>
                  <a:pt x="5264430" y="2292736"/>
                </a:lnTo>
                <a:lnTo>
                  <a:pt x="5278206" y="2292736"/>
                </a:lnTo>
                <a:lnTo>
                  <a:pt x="5284110" y="2300608"/>
                </a:lnTo>
                <a:lnTo>
                  <a:pt x="5272302" y="2312416"/>
                </a:lnTo>
                <a:lnTo>
                  <a:pt x="5272302" y="2328160"/>
                </a:lnTo>
                <a:lnTo>
                  <a:pt x="5284110" y="2345872"/>
                </a:lnTo>
                <a:lnTo>
                  <a:pt x="5284110" y="2365552"/>
                </a:lnTo>
                <a:lnTo>
                  <a:pt x="5260494" y="2383265"/>
                </a:lnTo>
                <a:lnTo>
                  <a:pt x="5264430" y="2402945"/>
                </a:lnTo>
                <a:lnTo>
                  <a:pt x="5276238" y="2414753"/>
                </a:lnTo>
                <a:lnTo>
                  <a:pt x="5295918" y="2422625"/>
                </a:lnTo>
                <a:lnTo>
                  <a:pt x="5295918" y="2448209"/>
                </a:lnTo>
                <a:lnTo>
                  <a:pt x="5288046" y="2460017"/>
                </a:lnTo>
                <a:lnTo>
                  <a:pt x="5268366" y="2460017"/>
                </a:lnTo>
                <a:lnTo>
                  <a:pt x="5264430" y="2493473"/>
                </a:lnTo>
                <a:lnTo>
                  <a:pt x="5254590" y="2505281"/>
                </a:lnTo>
                <a:lnTo>
                  <a:pt x="5242778" y="2505281"/>
                </a:lnTo>
                <a:lnTo>
                  <a:pt x="5242780" y="2505285"/>
                </a:lnTo>
                <a:lnTo>
                  <a:pt x="5242791" y="2505330"/>
                </a:lnTo>
                <a:lnTo>
                  <a:pt x="5242781" y="2505283"/>
                </a:lnTo>
                <a:lnTo>
                  <a:pt x="5254589" y="2505283"/>
                </a:lnTo>
                <a:lnTo>
                  <a:pt x="5266397" y="2493475"/>
                </a:lnTo>
                <a:lnTo>
                  <a:pt x="5270333" y="2460019"/>
                </a:lnTo>
                <a:lnTo>
                  <a:pt x="5288046" y="2460019"/>
                </a:lnTo>
                <a:lnTo>
                  <a:pt x="5299854" y="2448210"/>
                </a:lnTo>
                <a:lnTo>
                  <a:pt x="5299854" y="2420658"/>
                </a:lnTo>
                <a:lnTo>
                  <a:pt x="5329374" y="2436402"/>
                </a:lnTo>
                <a:lnTo>
                  <a:pt x="5370702" y="2436402"/>
                </a:lnTo>
                <a:lnTo>
                  <a:pt x="5388415" y="2444274"/>
                </a:lnTo>
                <a:lnTo>
                  <a:pt x="5400223" y="2444274"/>
                </a:lnTo>
                <a:lnTo>
                  <a:pt x="5419903" y="2485603"/>
                </a:lnTo>
                <a:lnTo>
                  <a:pt x="5465167" y="2493475"/>
                </a:lnTo>
                <a:lnTo>
                  <a:pt x="5518304" y="2519059"/>
                </a:lnTo>
                <a:lnTo>
                  <a:pt x="5539952" y="2509219"/>
                </a:lnTo>
                <a:lnTo>
                  <a:pt x="5547824" y="2493475"/>
                </a:lnTo>
                <a:lnTo>
                  <a:pt x="5539952" y="2477731"/>
                </a:lnTo>
                <a:lnTo>
                  <a:pt x="5539952" y="2456082"/>
                </a:lnTo>
                <a:lnTo>
                  <a:pt x="5577344" y="2436402"/>
                </a:lnTo>
                <a:lnTo>
                  <a:pt x="5600960" y="2432466"/>
                </a:lnTo>
                <a:lnTo>
                  <a:pt x="5626545" y="2436402"/>
                </a:lnTo>
                <a:lnTo>
                  <a:pt x="5630481" y="2452146"/>
                </a:lnTo>
                <a:lnTo>
                  <a:pt x="5654097" y="2460019"/>
                </a:lnTo>
                <a:lnTo>
                  <a:pt x="5673777" y="2465923"/>
                </a:lnTo>
                <a:lnTo>
                  <a:pt x="5687553" y="2485603"/>
                </a:lnTo>
                <a:lnTo>
                  <a:pt x="5687553" y="2485604"/>
                </a:lnTo>
                <a:lnTo>
                  <a:pt x="5699360" y="2479701"/>
                </a:lnTo>
                <a:lnTo>
                  <a:pt x="5722976" y="2479701"/>
                </a:lnTo>
                <a:lnTo>
                  <a:pt x="5752496" y="2487573"/>
                </a:lnTo>
                <a:lnTo>
                  <a:pt x="5782016" y="2499381"/>
                </a:lnTo>
                <a:lnTo>
                  <a:pt x="5801697" y="2495445"/>
                </a:lnTo>
                <a:lnTo>
                  <a:pt x="5813505" y="2487573"/>
                </a:lnTo>
                <a:lnTo>
                  <a:pt x="5821377" y="2487573"/>
                </a:lnTo>
                <a:lnTo>
                  <a:pt x="5833185" y="2475765"/>
                </a:lnTo>
                <a:lnTo>
                  <a:pt x="5850897" y="2479701"/>
                </a:lnTo>
                <a:lnTo>
                  <a:pt x="5870577" y="2491509"/>
                </a:lnTo>
                <a:lnTo>
                  <a:pt x="5878449" y="2491509"/>
                </a:lnTo>
                <a:lnTo>
                  <a:pt x="5884353" y="2487573"/>
                </a:lnTo>
                <a:lnTo>
                  <a:pt x="5900098" y="2491509"/>
                </a:lnTo>
                <a:lnTo>
                  <a:pt x="5931586" y="2487573"/>
                </a:lnTo>
                <a:lnTo>
                  <a:pt x="5935522" y="2495445"/>
                </a:lnTo>
                <a:lnTo>
                  <a:pt x="5937490" y="2511189"/>
                </a:lnTo>
                <a:lnTo>
                  <a:pt x="5945362" y="2536774"/>
                </a:lnTo>
                <a:lnTo>
                  <a:pt x="5937490" y="2570230"/>
                </a:lnTo>
                <a:lnTo>
                  <a:pt x="5937490" y="2584006"/>
                </a:lnTo>
                <a:lnTo>
                  <a:pt x="5927650" y="2593846"/>
                </a:lnTo>
                <a:lnTo>
                  <a:pt x="5907970" y="2570230"/>
                </a:lnTo>
                <a:lnTo>
                  <a:pt x="5892225" y="2552518"/>
                </a:lnTo>
                <a:lnTo>
                  <a:pt x="5892225" y="2524966"/>
                </a:lnTo>
                <a:lnTo>
                  <a:pt x="5884353" y="2517094"/>
                </a:lnTo>
                <a:lnTo>
                  <a:pt x="5882385" y="2517094"/>
                </a:lnTo>
                <a:lnTo>
                  <a:pt x="5882385" y="2528902"/>
                </a:lnTo>
                <a:lnTo>
                  <a:pt x="5884353" y="2562358"/>
                </a:lnTo>
                <a:lnTo>
                  <a:pt x="5907970" y="2584006"/>
                </a:lnTo>
                <a:lnTo>
                  <a:pt x="5911906" y="2601718"/>
                </a:lnTo>
                <a:lnTo>
                  <a:pt x="5927650" y="2625335"/>
                </a:lnTo>
                <a:lnTo>
                  <a:pt x="5941426" y="2658791"/>
                </a:lnTo>
                <a:lnTo>
                  <a:pt x="5961106" y="2700119"/>
                </a:lnTo>
                <a:lnTo>
                  <a:pt x="5968910" y="2739138"/>
                </a:lnTo>
                <a:lnTo>
                  <a:pt x="5970947" y="2737508"/>
                </a:lnTo>
                <a:lnTo>
                  <a:pt x="6000468" y="2759156"/>
                </a:lnTo>
                <a:lnTo>
                  <a:pt x="6012276" y="2782772"/>
                </a:lnTo>
                <a:lnTo>
                  <a:pt x="6016212" y="2831973"/>
                </a:lnTo>
                <a:lnTo>
                  <a:pt x="6016212" y="2851653"/>
                </a:lnTo>
                <a:lnTo>
                  <a:pt x="6057540" y="2892981"/>
                </a:lnTo>
                <a:lnTo>
                  <a:pt x="6033870" y="2905331"/>
                </a:lnTo>
                <a:lnTo>
                  <a:pt x="6055571" y="2894952"/>
                </a:lnTo>
                <a:lnTo>
                  <a:pt x="6067379" y="2928408"/>
                </a:lnTo>
                <a:lnTo>
                  <a:pt x="6081155" y="2965801"/>
                </a:lnTo>
                <a:lnTo>
                  <a:pt x="6096899" y="2973673"/>
                </a:lnTo>
                <a:lnTo>
                  <a:pt x="6136260" y="2997289"/>
                </a:lnTo>
                <a:lnTo>
                  <a:pt x="6169189" y="3037966"/>
                </a:lnTo>
                <a:lnTo>
                  <a:pt x="6169715" y="3036650"/>
                </a:lnTo>
                <a:lnTo>
                  <a:pt x="6181523" y="3036650"/>
                </a:lnTo>
                <a:lnTo>
                  <a:pt x="6189395" y="3048458"/>
                </a:lnTo>
                <a:lnTo>
                  <a:pt x="6197267" y="3060266"/>
                </a:lnTo>
                <a:lnTo>
                  <a:pt x="6173651" y="3072074"/>
                </a:lnTo>
                <a:lnTo>
                  <a:pt x="6193331" y="3085850"/>
                </a:lnTo>
                <a:lnTo>
                  <a:pt x="6173651" y="3093722"/>
                </a:lnTo>
                <a:lnTo>
                  <a:pt x="6153972" y="3093722"/>
                </a:lnTo>
                <a:lnTo>
                  <a:pt x="6155940" y="3095690"/>
                </a:lnTo>
                <a:lnTo>
                  <a:pt x="6173652" y="3095690"/>
                </a:lnTo>
                <a:lnTo>
                  <a:pt x="6173652" y="3093723"/>
                </a:lnTo>
                <a:lnTo>
                  <a:pt x="6193332" y="3085850"/>
                </a:lnTo>
                <a:lnTo>
                  <a:pt x="6211044" y="3109467"/>
                </a:lnTo>
                <a:lnTo>
                  <a:pt x="6230724" y="3113403"/>
                </a:lnTo>
                <a:lnTo>
                  <a:pt x="6246468" y="3105531"/>
                </a:lnTo>
                <a:lnTo>
                  <a:pt x="6287796" y="3099627"/>
                </a:lnTo>
                <a:lnTo>
                  <a:pt x="6307477" y="3087818"/>
                </a:lnTo>
                <a:lnTo>
                  <a:pt x="6329125" y="3087818"/>
                </a:lnTo>
                <a:lnTo>
                  <a:pt x="6336997" y="3083882"/>
                </a:lnTo>
                <a:lnTo>
                  <a:pt x="6378325" y="3072074"/>
                </a:lnTo>
                <a:lnTo>
                  <a:pt x="6394069" y="3060266"/>
                </a:lnTo>
                <a:lnTo>
                  <a:pt x="6401941" y="3060266"/>
                </a:lnTo>
                <a:lnTo>
                  <a:pt x="6409813" y="3072074"/>
                </a:lnTo>
                <a:lnTo>
                  <a:pt x="6405877" y="3121275"/>
                </a:lnTo>
                <a:lnTo>
                  <a:pt x="6398005" y="3150795"/>
                </a:lnTo>
                <a:lnTo>
                  <a:pt x="6360613" y="3199995"/>
                </a:lnTo>
                <a:lnTo>
                  <a:pt x="6356677" y="3213771"/>
                </a:lnTo>
                <a:lnTo>
                  <a:pt x="6340933" y="3237388"/>
                </a:lnTo>
                <a:lnTo>
                  <a:pt x="6333061" y="3255100"/>
                </a:lnTo>
                <a:lnTo>
                  <a:pt x="6303540" y="3296428"/>
                </a:lnTo>
                <a:lnTo>
                  <a:pt x="6283860" y="3320044"/>
                </a:lnTo>
                <a:lnTo>
                  <a:pt x="6256308" y="3335788"/>
                </a:lnTo>
                <a:lnTo>
                  <a:pt x="6222852" y="3361373"/>
                </a:lnTo>
                <a:lnTo>
                  <a:pt x="6189396" y="3384989"/>
                </a:lnTo>
                <a:lnTo>
                  <a:pt x="6173652" y="3402701"/>
                </a:lnTo>
                <a:lnTo>
                  <a:pt x="6148067" y="3438125"/>
                </a:lnTo>
                <a:lnTo>
                  <a:pt x="6147084" y="3437388"/>
                </a:lnTo>
                <a:lnTo>
                  <a:pt x="6132324" y="3455838"/>
                </a:lnTo>
                <a:lnTo>
                  <a:pt x="6116580" y="3459774"/>
                </a:lnTo>
                <a:lnTo>
                  <a:pt x="6116580" y="3471582"/>
                </a:lnTo>
                <a:lnTo>
                  <a:pt x="6098868" y="3477486"/>
                </a:lnTo>
                <a:lnTo>
                  <a:pt x="6090996" y="3501102"/>
                </a:lnTo>
                <a:lnTo>
                  <a:pt x="6079188" y="3526686"/>
                </a:lnTo>
                <a:lnTo>
                  <a:pt x="6026490" y="3501314"/>
                </a:lnTo>
                <a:lnTo>
                  <a:pt x="6026051" y="3503069"/>
                </a:lnTo>
                <a:lnTo>
                  <a:pt x="6079188" y="3528653"/>
                </a:lnTo>
                <a:lnTo>
                  <a:pt x="6061476" y="3564078"/>
                </a:lnTo>
                <a:lnTo>
                  <a:pt x="6061476" y="3577854"/>
                </a:lnTo>
                <a:lnTo>
                  <a:pt x="6079188" y="3593598"/>
                </a:lnTo>
                <a:lnTo>
                  <a:pt x="6077220" y="3623118"/>
                </a:lnTo>
                <a:lnTo>
                  <a:pt x="6077220" y="3662478"/>
                </a:lnTo>
                <a:lnTo>
                  <a:pt x="6110676" y="3695935"/>
                </a:lnTo>
                <a:lnTo>
                  <a:pt x="6108708" y="3696722"/>
                </a:lnTo>
                <a:lnTo>
                  <a:pt x="6108708" y="3745136"/>
                </a:lnTo>
                <a:lnTo>
                  <a:pt x="6116580" y="3774656"/>
                </a:lnTo>
                <a:lnTo>
                  <a:pt x="6112644" y="3835664"/>
                </a:lnTo>
                <a:lnTo>
                  <a:pt x="6073284" y="3882897"/>
                </a:lnTo>
                <a:lnTo>
                  <a:pt x="6024083" y="3900609"/>
                </a:lnTo>
                <a:lnTo>
                  <a:pt x="5998499" y="3920289"/>
                </a:lnTo>
                <a:lnTo>
                  <a:pt x="5986691" y="3936033"/>
                </a:lnTo>
                <a:lnTo>
                  <a:pt x="5974883" y="3943905"/>
                </a:lnTo>
                <a:lnTo>
                  <a:pt x="5945363" y="3961617"/>
                </a:lnTo>
                <a:lnTo>
                  <a:pt x="5945363" y="3981298"/>
                </a:lnTo>
                <a:lnTo>
                  <a:pt x="5959139" y="4030498"/>
                </a:lnTo>
                <a:lnTo>
                  <a:pt x="5965043" y="4087570"/>
                </a:lnTo>
                <a:lnTo>
                  <a:pt x="5957171" y="4124963"/>
                </a:lnTo>
                <a:lnTo>
                  <a:pt x="5900098" y="4138739"/>
                </a:lnTo>
                <a:lnTo>
                  <a:pt x="5888290" y="4158419"/>
                </a:lnTo>
                <a:lnTo>
                  <a:pt x="5892226" y="4170227"/>
                </a:lnTo>
                <a:lnTo>
                  <a:pt x="5892226" y="4184003"/>
                </a:lnTo>
                <a:lnTo>
                  <a:pt x="5868610" y="4180067"/>
                </a:lnTo>
                <a:lnTo>
                  <a:pt x="5867581" y="4175180"/>
                </a:lnTo>
                <a:lnTo>
                  <a:pt x="5868609" y="4182036"/>
                </a:lnTo>
                <a:lnTo>
                  <a:pt x="5892225" y="4184004"/>
                </a:lnTo>
                <a:lnTo>
                  <a:pt x="5892225" y="4195812"/>
                </a:lnTo>
                <a:lnTo>
                  <a:pt x="5884353" y="4211556"/>
                </a:lnTo>
                <a:lnTo>
                  <a:pt x="5884353" y="4231236"/>
                </a:lnTo>
                <a:lnTo>
                  <a:pt x="5862705" y="4252884"/>
                </a:lnTo>
                <a:lnTo>
                  <a:pt x="5831217" y="4294213"/>
                </a:lnTo>
                <a:lnTo>
                  <a:pt x="5827281" y="4317829"/>
                </a:lnTo>
                <a:lnTo>
                  <a:pt x="5797760" y="4347349"/>
                </a:lnTo>
                <a:lnTo>
                  <a:pt x="5785952" y="4367029"/>
                </a:lnTo>
                <a:lnTo>
                  <a:pt x="5744624" y="4396550"/>
                </a:lnTo>
                <a:lnTo>
                  <a:pt x="5715104" y="4420166"/>
                </a:lnTo>
                <a:lnTo>
                  <a:pt x="5695424" y="4424102"/>
                </a:lnTo>
                <a:lnTo>
                  <a:pt x="5683615" y="4428038"/>
                </a:lnTo>
                <a:lnTo>
                  <a:pt x="5630479" y="4428038"/>
                </a:lnTo>
                <a:lnTo>
                  <a:pt x="5600959" y="4430006"/>
                </a:lnTo>
                <a:lnTo>
                  <a:pt x="5567502" y="4433942"/>
                </a:lnTo>
                <a:lnTo>
                  <a:pt x="5551758" y="4445750"/>
                </a:lnTo>
                <a:lnTo>
                  <a:pt x="5532078" y="4453622"/>
                </a:lnTo>
                <a:lnTo>
                  <a:pt x="5486814" y="4408358"/>
                </a:lnTo>
                <a:lnTo>
                  <a:pt x="5486814" y="4396550"/>
                </a:lnTo>
                <a:lnTo>
                  <a:pt x="5490750" y="4384742"/>
                </a:lnTo>
                <a:lnTo>
                  <a:pt x="5494686" y="4363093"/>
                </a:lnTo>
                <a:lnTo>
                  <a:pt x="5480910" y="4325701"/>
                </a:lnTo>
                <a:lnTo>
                  <a:pt x="5457293" y="4286341"/>
                </a:lnTo>
                <a:lnTo>
                  <a:pt x="5441549" y="4256820"/>
                </a:lnTo>
                <a:lnTo>
                  <a:pt x="5433677" y="4241076"/>
                </a:lnTo>
                <a:lnTo>
                  <a:pt x="5453357" y="4227300"/>
                </a:lnTo>
                <a:lnTo>
                  <a:pt x="5461229" y="4227300"/>
                </a:lnTo>
                <a:lnTo>
                  <a:pt x="5469102" y="4237140"/>
                </a:lnTo>
                <a:lnTo>
                  <a:pt x="5482878" y="4245012"/>
                </a:lnTo>
                <a:lnTo>
                  <a:pt x="5502558" y="4248948"/>
                </a:lnTo>
                <a:lnTo>
                  <a:pt x="5536014" y="4241076"/>
                </a:lnTo>
                <a:lnTo>
                  <a:pt x="5536014" y="4241075"/>
                </a:lnTo>
                <a:lnTo>
                  <a:pt x="5502558" y="4248947"/>
                </a:lnTo>
                <a:lnTo>
                  <a:pt x="5482878" y="4245011"/>
                </a:lnTo>
                <a:lnTo>
                  <a:pt x="5469102" y="4237139"/>
                </a:lnTo>
                <a:lnTo>
                  <a:pt x="5461230" y="4227299"/>
                </a:lnTo>
                <a:lnTo>
                  <a:pt x="5453358" y="4227299"/>
                </a:lnTo>
                <a:lnTo>
                  <a:pt x="5433678" y="4241075"/>
                </a:lnTo>
                <a:lnTo>
                  <a:pt x="5421869" y="4223363"/>
                </a:lnTo>
                <a:lnTo>
                  <a:pt x="5408093" y="4195811"/>
                </a:lnTo>
                <a:lnTo>
                  <a:pt x="5396285" y="4154482"/>
                </a:lnTo>
                <a:lnTo>
                  <a:pt x="5384477" y="4117090"/>
                </a:lnTo>
                <a:lnTo>
                  <a:pt x="5372669" y="4060018"/>
                </a:lnTo>
                <a:lnTo>
                  <a:pt x="5370701" y="4042306"/>
                </a:lnTo>
                <a:lnTo>
                  <a:pt x="5329372" y="3965553"/>
                </a:lnTo>
                <a:lnTo>
                  <a:pt x="5329372" y="3953745"/>
                </a:lnTo>
                <a:lnTo>
                  <a:pt x="5313628" y="3936033"/>
                </a:lnTo>
                <a:lnTo>
                  <a:pt x="5307724" y="3902576"/>
                </a:lnTo>
                <a:lnTo>
                  <a:pt x="5331340" y="3890768"/>
                </a:lnTo>
                <a:lnTo>
                  <a:pt x="5360861" y="3890768"/>
                </a:lnTo>
                <a:lnTo>
                  <a:pt x="5372669" y="3902576"/>
                </a:lnTo>
                <a:lnTo>
                  <a:pt x="5404157" y="3890768"/>
                </a:lnTo>
                <a:lnTo>
                  <a:pt x="5486771" y="3894702"/>
                </a:lnTo>
                <a:lnTo>
                  <a:pt x="5404157" y="3888801"/>
                </a:lnTo>
                <a:lnTo>
                  <a:pt x="5372669" y="3900609"/>
                </a:lnTo>
                <a:lnTo>
                  <a:pt x="5360861" y="3888801"/>
                </a:lnTo>
                <a:lnTo>
                  <a:pt x="5331340" y="3888801"/>
                </a:lnTo>
                <a:lnTo>
                  <a:pt x="5307724" y="3900609"/>
                </a:lnTo>
                <a:lnTo>
                  <a:pt x="5305756" y="3876993"/>
                </a:lnTo>
                <a:lnTo>
                  <a:pt x="5307724" y="3849441"/>
                </a:lnTo>
                <a:lnTo>
                  <a:pt x="5335277" y="3776624"/>
                </a:lnTo>
                <a:lnTo>
                  <a:pt x="5352989" y="3770720"/>
                </a:lnTo>
                <a:lnTo>
                  <a:pt x="5364797" y="3735296"/>
                </a:lnTo>
                <a:lnTo>
                  <a:pt x="5358893" y="3709711"/>
                </a:lnTo>
                <a:lnTo>
                  <a:pt x="5352989" y="3682159"/>
                </a:lnTo>
                <a:lnTo>
                  <a:pt x="5352989" y="3629023"/>
                </a:lnTo>
                <a:lnTo>
                  <a:pt x="5341181" y="3615247"/>
                </a:lnTo>
                <a:lnTo>
                  <a:pt x="5331340" y="3591630"/>
                </a:lnTo>
                <a:lnTo>
                  <a:pt x="5331340" y="3581722"/>
                </a:lnTo>
                <a:lnTo>
                  <a:pt x="5329372" y="3581790"/>
                </a:lnTo>
                <a:lnTo>
                  <a:pt x="5319532" y="3566046"/>
                </a:lnTo>
                <a:lnTo>
                  <a:pt x="5305756" y="3554238"/>
                </a:lnTo>
                <a:lnTo>
                  <a:pt x="5341180" y="3538494"/>
                </a:lnTo>
                <a:lnTo>
                  <a:pt x="5343148" y="3538494"/>
                </a:lnTo>
                <a:lnTo>
                  <a:pt x="5346677" y="3550846"/>
                </a:lnTo>
                <a:lnTo>
                  <a:pt x="5347085" y="3550302"/>
                </a:lnTo>
                <a:lnTo>
                  <a:pt x="5358893" y="3536526"/>
                </a:lnTo>
                <a:lnTo>
                  <a:pt x="5364797" y="3532590"/>
                </a:lnTo>
                <a:lnTo>
                  <a:pt x="5366765" y="3546366"/>
                </a:lnTo>
                <a:lnTo>
                  <a:pt x="5370162" y="3544928"/>
                </a:lnTo>
                <a:lnTo>
                  <a:pt x="5364797" y="3530621"/>
                </a:lnTo>
                <a:lnTo>
                  <a:pt x="5358893" y="3534557"/>
                </a:lnTo>
                <a:lnTo>
                  <a:pt x="5347085" y="3548333"/>
                </a:lnTo>
                <a:lnTo>
                  <a:pt x="5343149" y="3538493"/>
                </a:lnTo>
                <a:lnTo>
                  <a:pt x="5341181" y="3538493"/>
                </a:lnTo>
                <a:lnTo>
                  <a:pt x="5305756" y="3552269"/>
                </a:lnTo>
                <a:lnTo>
                  <a:pt x="5301820" y="3534558"/>
                </a:lnTo>
                <a:lnTo>
                  <a:pt x="5301820" y="3534558"/>
                </a:lnTo>
                <a:lnTo>
                  <a:pt x="5272300" y="3489294"/>
                </a:lnTo>
                <a:lnTo>
                  <a:pt x="5248683" y="3467646"/>
                </a:lnTo>
                <a:lnTo>
                  <a:pt x="5230971" y="3434189"/>
                </a:lnTo>
                <a:lnTo>
                  <a:pt x="5244747" y="3400733"/>
                </a:lnTo>
                <a:lnTo>
                  <a:pt x="5240811" y="3384989"/>
                </a:lnTo>
                <a:lnTo>
                  <a:pt x="5244747" y="3369245"/>
                </a:lnTo>
                <a:lnTo>
                  <a:pt x="5299852" y="3369245"/>
                </a:lnTo>
                <a:lnTo>
                  <a:pt x="5295916" y="3343660"/>
                </a:lnTo>
                <a:lnTo>
                  <a:pt x="5341180" y="3343660"/>
                </a:lnTo>
                <a:lnTo>
                  <a:pt x="5331340" y="3361372"/>
                </a:lnTo>
                <a:lnTo>
                  <a:pt x="5331358" y="3361387"/>
                </a:lnTo>
                <a:lnTo>
                  <a:pt x="5331341" y="3361372"/>
                </a:lnTo>
                <a:lnTo>
                  <a:pt x="5341181" y="3343660"/>
                </a:lnTo>
                <a:lnTo>
                  <a:pt x="5380541" y="3343660"/>
                </a:lnTo>
                <a:lnTo>
                  <a:pt x="5396285" y="3355468"/>
                </a:lnTo>
                <a:lnTo>
                  <a:pt x="5413997" y="3327915"/>
                </a:lnTo>
                <a:lnTo>
                  <a:pt x="5415297" y="3326453"/>
                </a:lnTo>
                <a:lnTo>
                  <a:pt x="5384477" y="3259035"/>
                </a:lnTo>
                <a:lnTo>
                  <a:pt x="5384477" y="3247227"/>
                </a:lnTo>
                <a:lnTo>
                  <a:pt x="5415966" y="3194090"/>
                </a:lnTo>
                <a:lnTo>
                  <a:pt x="5498622" y="3182282"/>
                </a:lnTo>
                <a:lnTo>
                  <a:pt x="5518295" y="3150806"/>
                </a:lnTo>
                <a:lnTo>
                  <a:pt x="5498623" y="3180314"/>
                </a:lnTo>
                <a:lnTo>
                  <a:pt x="5413998" y="3192122"/>
                </a:lnTo>
                <a:lnTo>
                  <a:pt x="5396286" y="3162602"/>
                </a:lnTo>
                <a:lnTo>
                  <a:pt x="5370701" y="3142922"/>
                </a:lnTo>
                <a:lnTo>
                  <a:pt x="5372669" y="3123242"/>
                </a:lnTo>
                <a:lnTo>
                  <a:pt x="5372669" y="3123242"/>
                </a:lnTo>
                <a:lnTo>
                  <a:pt x="5370701" y="3142922"/>
                </a:lnTo>
                <a:lnTo>
                  <a:pt x="5396285" y="3162602"/>
                </a:lnTo>
                <a:lnTo>
                  <a:pt x="5413997" y="3192123"/>
                </a:lnTo>
                <a:lnTo>
                  <a:pt x="5384477" y="3243291"/>
                </a:lnTo>
                <a:lnTo>
                  <a:pt x="5384477" y="3259035"/>
                </a:lnTo>
                <a:lnTo>
                  <a:pt x="5413997" y="3325948"/>
                </a:lnTo>
                <a:lnTo>
                  <a:pt x="5396285" y="3353500"/>
                </a:lnTo>
                <a:lnTo>
                  <a:pt x="5380541" y="3341692"/>
                </a:lnTo>
                <a:lnTo>
                  <a:pt x="5341181" y="3341692"/>
                </a:lnTo>
                <a:lnTo>
                  <a:pt x="5295916" y="3341692"/>
                </a:lnTo>
                <a:lnTo>
                  <a:pt x="5254588" y="3341692"/>
                </a:lnTo>
                <a:lnTo>
                  <a:pt x="5254588" y="3314140"/>
                </a:lnTo>
                <a:lnTo>
                  <a:pt x="5238843" y="3296428"/>
                </a:lnTo>
                <a:lnTo>
                  <a:pt x="5215227" y="3280684"/>
                </a:lnTo>
                <a:lnTo>
                  <a:pt x="5215227" y="3280683"/>
                </a:lnTo>
                <a:lnTo>
                  <a:pt x="5152251" y="3276747"/>
                </a:lnTo>
                <a:lnTo>
                  <a:pt x="5136507" y="3272811"/>
                </a:lnTo>
                <a:lnTo>
                  <a:pt x="5128635" y="3253131"/>
                </a:lnTo>
                <a:lnTo>
                  <a:pt x="5091243" y="3225579"/>
                </a:lnTo>
                <a:lnTo>
                  <a:pt x="5061722" y="3225579"/>
                </a:lnTo>
                <a:lnTo>
                  <a:pt x="5057786" y="3152762"/>
                </a:lnTo>
                <a:lnTo>
                  <a:pt x="5059404" y="3150785"/>
                </a:lnTo>
                <a:lnTo>
                  <a:pt x="5055818" y="3154730"/>
                </a:lnTo>
                <a:lnTo>
                  <a:pt x="5059754" y="3225578"/>
                </a:lnTo>
                <a:lnTo>
                  <a:pt x="5026297" y="3231154"/>
                </a:lnTo>
                <a:lnTo>
                  <a:pt x="5026297" y="3231482"/>
                </a:lnTo>
                <a:lnTo>
                  <a:pt x="4994809" y="3241322"/>
                </a:lnTo>
                <a:lnTo>
                  <a:pt x="4990873" y="3223610"/>
                </a:lnTo>
                <a:lnTo>
                  <a:pt x="4990873" y="3223611"/>
                </a:lnTo>
                <a:lnTo>
                  <a:pt x="4994809" y="3241323"/>
                </a:lnTo>
                <a:lnTo>
                  <a:pt x="4975129" y="3247227"/>
                </a:lnTo>
                <a:lnTo>
                  <a:pt x="4916089" y="3270843"/>
                </a:lnTo>
                <a:lnTo>
                  <a:pt x="4900344" y="3264939"/>
                </a:lnTo>
                <a:lnTo>
                  <a:pt x="4898704" y="3261003"/>
                </a:lnTo>
                <a:lnTo>
                  <a:pt x="4862953" y="3261003"/>
                </a:lnTo>
                <a:lnTo>
                  <a:pt x="4827528" y="3268875"/>
                </a:lnTo>
                <a:lnTo>
                  <a:pt x="4786199" y="3276747"/>
                </a:lnTo>
                <a:lnTo>
                  <a:pt x="4756773" y="3280426"/>
                </a:lnTo>
                <a:lnTo>
                  <a:pt x="4756679" y="3280683"/>
                </a:lnTo>
                <a:lnTo>
                  <a:pt x="4756121" y="3280507"/>
                </a:lnTo>
                <a:lnTo>
                  <a:pt x="4754711" y="3280683"/>
                </a:lnTo>
                <a:lnTo>
                  <a:pt x="4754914" y="3280126"/>
                </a:lnTo>
                <a:lnTo>
                  <a:pt x="4719286" y="3268875"/>
                </a:lnTo>
                <a:lnTo>
                  <a:pt x="4683862" y="3241323"/>
                </a:lnTo>
                <a:lnTo>
                  <a:pt x="4656310" y="3213771"/>
                </a:lnTo>
                <a:lnTo>
                  <a:pt x="4614982" y="3196059"/>
                </a:lnTo>
                <a:lnTo>
                  <a:pt x="4609078" y="3170475"/>
                </a:lnTo>
                <a:lnTo>
                  <a:pt x="4593741" y="3147468"/>
                </a:lnTo>
                <a:lnTo>
                  <a:pt x="4591365" y="3148826"/>
                </a:lnTo>
                <a:lnTo>
                  <a:pt x="4550037" y="3099626"/>
                </a:lnTo>
                <a:lnTo>
                  <a:pt x="4546101" y="3091754"/>
                </a:lnTo>
                <a:lnTo>
                  <a:pt x="4561845" y="3087817"/>
                </a:lnTo>
                <a:lnTo>
                  <a:pt x="4583493" y="3083881"/>
                </a:lnTo>
                <a:lnTo>
                  <a:pt x="4583493" y="3082241"/>
                </a:lnTo>
                <a:lnTo>
                  <a:pt x="4561845" y="3085849"/>
                </a:lnTo>
                <a:lnTo>
                  <a:pt x="4548069" y="3089785"/>
                </a:lnTo>
                <a:lnTo>
                  <a:pt x="4536261" y="3079945"/>
                </a:lnTo>
                <a:lnTo>
                  <a:pt x="4520517" y="3068137"/>
                </a:lnTo>
                <a:lnTo>
                  <a:pt x="4508709" y="3066169"/>
                </a:lnTo>
                <a:lnTo>
                  <a:pt x="4544106" y="3052404"/>
                </a:lnTo>
                <a:lnTo>
                  <a:pt x="4510677" y="3064202"/>
                </a:lnTo>
                <a:lnTo>
                  <a:pt x="4498869" y="3052394"/>
                </a:lnTo>
                <a:lnTo>
                  <a:pt x="4502805" y="3038618"/>
                </a:lnTo>
                <a:lnTo>
                  <a:pt x="4550748" y="3034783"/>
                </a:lnTo>
                <a:lnTo>
                  <a:pt x="4550037" y="3034681"/>
                </a:lnTo>
                <a:lnTo>
                  <a:pt x="4500837" y="3038617"/>
                </a:lnTo>
                <a:lnTo>
                  <a:pt x="4504773" y="3022873"/>
                </a:lnTo>
                <a:lnTo>
                  <a:pt x="4504773" y="3015001"/>
                </a:lnTo>
                <a:lnTo>
                  <a:pt x="4506622" y="3014853"/>
                </a:lnTo>
                <a:lnTo>
                  <a:pt x="4498869" y="3005162"/>
                </a:lnTo>
                <a:lnTo>
                  <a:pt x="4494933" y="2985482"/>
                </a:lnTo>
                <a:lnTo>
                  <a:pt x="4502805" y="2965802"/>
                </a:lnTo>
                <a:lnTo>
                  <a:pt x="4514613" y="2932345"/>
                </a:lnTo>
                <a:lnTo>
                  <a:pt x="4532325" y="2924473"/>
                </a:lnTo>
                <a:lnTo>
                  <a:pt x="4532405" y="2924482"/>
                </a:lnTo>
                <a:lnTo>
                  <a:pt x="4532325" y="2924473"/>
                </a:lnTo>
                <a:lnTo>
                  <a:pt x="4514613" y="2932345"/>
                </a:lnTo>
                <a:lnTo>
                  <a:pt x="4520517" y="2900857"/>
                </a:lnTo>
                <a:lnTo>
                  <a:pt x="4520517" y="2892985"/>
                </a:lnTo>
                <a:lnTo>
                  <a:pt x="4510677" y="2851656"/>
                </a:lnTo>
                <a:lnTo>
                  <a:pt x="4514613" y="2833944"/>
                </a:lnTo>
                <a:lnTo>
                  <a:pt x="4502805" y="2814264"/>
                </a:lnTo>
                <a:lnTo>
                  <a:pt x="4494933" y="2806392"/>
                </a:lnTo>
                <a:lnTo>
                  <a:pt x="4491653" y="2796551"/>
                </a:lnTo>
                <a:lnTo>
                  <a:pt x="4483125" y="2796551"/>
                </a:lnTo>
                <a:lnTo>
                  <a:pt x="4502805" y="2759159"/>
                </a:lnTo>
                <a:lnTo>
                  <a:pt x="4528389" y="2723735"/>
                </a:lnTo>
                <a:lnTo>
                  <a:pt x="4548069" y="2696182"/>
                </a:lnTo>
                <a:lnTo>
                  <a:pt x="4557910" y="2668630"/>
                </a:lnTo>
                <a:lnTo>
                  <a:pt x="4575622" y="2648950"/>
                </a:lnTo>
                <a:lnTo>
                  <a:pt x="4585462" y="2641078"/>
                </a:lnTo>
                <a:lnTo>
                  <a:pt x="4605142" y="2605654"/>
                </a:lnTo>
                <a:lnTo>
                  <a:pt x="4620886" y="2595813"/>
                </a:lnTo>
                <a:lnTo>
                  <a:pt x="4640566" y="2595813"/>
                </a:lnTo>
                <a:lnTo>
                  <a:pt x="4660247" y="2578101"/>
                </a:lnTo>
                <a:lnTo>
                  <a:pt x="4670087" y="2570229"/>
                </a:lnTo>
                <a:lnTo>
                  <a:pt x="4685831" y="2550549"/>
                </a:lnTo>
                <a:lnTo>
                  <a:pt x="4705511" y="2532837"/>
                </a:lnTo>
                <a:lnTo>
                  <a:pt x="4695671" y="2487572"/>
                </a:lnTo>
                <a:lnTo>
                  <a:pt x="4715351" y="2467892"/>
                </a:lnTo>
                <a:lnTo>
                  <a:pt x="4715351" y="2450180"/>
                </a:lnTo>
                <a:lnTo>
                  <a:pt x="4715351" y="2440340"/>
                </a:lnTo>
                <a:lnTo>
                  <a:pt x="4750776" y="2422628"/>
                </a:lnTo>
                <a:lnTo>
                  <a:pt x="4770456" y="2412788"/>
                </a:lnTo>
                <a:lnTo>
                  <a:pt x="4780296" y="2404916"/>
                </a:lnTo>
                <a:lnTo>
                  <a:pt x="4786200" y="2385236"/>
                </a:lnTo>
                <a:lnTo>
                  <a:pt x="4805880" y="2357683"/>
                </a:lnTo>
                <a:lnTo>
                  <a:pt x="4805880" y="2349811"/>
                </a:lnTo>
                <a:lnTo>
                  <a:pt x="4825560" y="2330131"/>
                </a:lnTo>
                <a:lnTo>
                  <a:pt x="4825560" y="2339971"/>
                </a:lnTo>
                <a:lnTo>
                  <a:pt x="4835401" y="2349811"/>
                </a:lnTo>
                <a:lnTo>
                  <a:pt x="4843273" y="2357683"/>
                </a:lnTo>
                <a:lnTo>
                  <a:pt x="4853113" y="2357683"/>
                </a:lnTo>
                <a:lnTo>
                  <a:pt x="4872793" y="2357683"/>
                </a:lnTo>
                <a:lnTo>
                  <a:pt x="4898378" y="2357683"/>
                </a:lnTo>
                <a:lnTo>
                  <a:pt x="4908218" y="2367523"/>
                </a:lnTo>
                <a:lnTo>
                  <a:pt x="4925930" y="2367523"/>
                </a:lnTo>
                <a:lnTo>
                  <a:pt x="4937738" y="2424596"/>
                </a:lnTo>
                <a:lnTo>
                  <a:pt x="4941668" y="2434421"/>
                </a:lnTo>
                <a:lnTo>
                  <a:pt x="4937737" y="2422628"/>
                </a:lnTo>
                <a:lnTo>
                  <a:pt x="4925929" y="2365556"/>
                </a:lnTo>
                <a:lnTo>
                  <a:pt x="4937737" y="2353748"/>
                </a:lnTo>
                <a:lnTo>
                  <a:pt x="4957417" y="2345876"/>
                </a:lnTo>
                <a:lnTo>
                  <a:pt x="4969225" y="2343908"/>
                </a:lnTo>
                <a:lnTo>
                  <a:pt x="4986937" y="2324227"/>
                </a:lnTo>
                <a:lnTo>
                  <a:pt x="5002682" y="2316355"/>
                </a:lnTo>
                <a:lnTo>
                  <a:pt x="5022362" y="2308483"/>
                </a:lnTo>
                <a:lnTo>
                  <a:pt x="5051882" y="2308483"/>
                </a:lnTo>
                <a:lnTo>
                  <a:pt x="5063690" y="2300611"/>
                </a:lnTo>
                <a:lnTo>
                  <a:pt x="5097146" y="2300611"/>
                </a:lnTo>
                <a:lnTo>
                  <a:pt x="5108954" y="2300611"/>
                </a:lnTo>
                <a:lnTo>
                  <a:pt x="5128635" y="2300611"/>
                </a:lnTo>
                <a:lnTo>
                  <a:pt x="5150283" y="2300611"/>
                </a:lnTo>
                <a:lnTo>
                  <a:pt x="5181771" y="2294707"/>
                </a:lnTo>
                <a:lnTo>
                  <a:pt x="5203419" y="2300611"/>
                </a:lnTo>
                <a:lnTo>
                  <a:pt x="5203419" y="2332099"/>
                </a:lnTo>
                <a:lnTo>
                  <a:pt x="5207355" y="2339972"/>
                </a:lnTo>
                <a:lnTo>
                  <a:pt x="5207355" y="2365555"/>
                </a:lnTo>
                <a:lnTo>
                  <a:pt x="5207357" y="2365552"/>
                </a:lnTo>
                <a:lnTo>
                  <a:pt x="5207357" y="2338000"/>
                </a:lnTo>
                <a:lnTo>
                  <a:pt x="5203421" y="2330128"/>
                </a:lnTo>
                <a:lnTo>
                  <a:pt x="5203421" y="2300608"/>
                </a:lnTo>
                <a:lnTo>
                  <a:pt x="5223102" y="2296672"/>
                </a:lnTo>
                <a:lnTo>
                  <a:pt x="5234910" y="2290768"/>
                </a:lnTo>
                <a:close/>
                <a:moveTo>
                  <a:pt x="6992610" y="2283161"/>
                </a:moveTo>
                <a:lnTo>
                  <a:pt x="6992347" y="2284867"/>
                </a:lnTo>
                <a:lnTo>
                  <a:pt x="6992489" y="2284850"/>
                </a:lnTo>
                <a:close/>
                <a:moveTo>
                  <a:pt x="5691488" y="2282898"/>
                </a:moveTo>
                <a:lnTo>
                  <a:pt x="5699360" y="2282898"/>
                </a:lnTo>
                <a:lnTo>
                  <a:pt x="5699360" y="2286834"/>
                </a:lnTo>
                <a:lnTo>
                  <a:pt x="5687552" y="2290770"/>
                </a:lnTo>
                <a:lnTo>
                  <a:pt x="5683616" y="2286834"/>
                </a:lnTo>
                <a:close/>
                <a:moveTo>
                  <a:pt x="6158769" y="2277855"/>
                </a:moveTo>
                <a:lnTo>
                  <a:pt x="6124456" y="2304544"/>
                </a:lnTo>
                <a:lnTo>
                  <a:pt x="6133147" y="2323376"/>
                </a:lnTo>
                <a:lnTo>
                  <a:pt x="6126422" y="2304545"/>
                </a:lnTo>
                <a:lnTo>
                  <a:pt x="6159876" y="2278962"/>
                </a:lnTo>
                <a:close/>
                <a:moveTo>
                  <a:pt x="6226878" y="2277129"/>
                </a:moveTo>
                <a:lnTo>
                  <a:pt x="6254343" y="2320289"/>
                </a:lnTo>
                <a:lnTo>
                  <a:pt x="6270088" y="2320289"/>
                </a:lnTo>
                <a:lnTo>
                  <a:pt x="6277425" y="2334964"/>
                </a:lnTo>
                <a:lnTo>
                  <a:pt x="6277957" y="2334066"/>
                </a:lnTo>
                <a:lnTo>
                  <a:pt x="6270085" y="2318322"/>
                </a:lnTo>
                <a:lnTo>
                  <a:pt x="6254341" y="2318322"/>
                </a:lnTo>
                <a:close/>
                <a:moveTo>
                  <a:pt x="6177589" y="2265187"/>
                </a:moveTo>
                <a:lnTo>
                  <a:pt x="6159891" y="2278952"/>
                </a:lnTo>
                <a:lnTo>
                  <a:pt x="6177591" y="2267152"/>
                </a:lnTo>
                <a:lnTo>
                  <a:pt x="6196117" y="2270240"/>
                </a:lnTo>
                <a:close/>
                <a:moveTo>
                  <a:pt x="7051388" y="2263219"/>
                </a:moveTo>
                <a:lnTo>
                  <a:pt x="7041379" y="2270918"/>
                </a:lnTo>
                <a:lnTo>
                  <a:pt x="7053355" y="2263219"/>
                </a:lnTo>
                <a:close/>
                <a:moveTo>
                  <a:pt x="5711168" y="2263218"/>
                </a:moveTo>
                <a:lnTo>
                  <a:pt x="5717072" y="2267154"/>
                </a:lnTo>
                <a:lnTo>
                  <a:pt x="5717072" y="2271090"/>
                </a:lnTo>
                <a:lnTo>
                  <a:pt x="5711168" y="2271090"/>
                </a:lnTo>
                <a:lnTo>
                  <a:pt x="5711168" y="2267154"/>
                </a:lnTo>
                <a:close/>
                <a:moveTo>
                  <a:pt x="6846713" y="2263218"/>
                </a:moveTo>
                <a:lnTo>
                  <a:pt x="6813258" y="2267154"/>
                </a:lnTo>
                <a:lnTo>
                  <a:pt x="6797514" y="2292738"/>
                </a:lnTo>
                <a:lnTo>
                  <a:pt x="6797488" y="2292755"/>
                </a:lnTo>
                <a:lnTo>
                  <a:pt x="6797513" y="2292739"/>
                </a:lnTo>
                <a:lnTo>
                  <a:pt x="6813258" y="2267155"/>
                </a:lnTo>
                <a:lnTo>
                  <a:pt x="6846714" y="2263219"/>
                </a:lnTo>
                <a:close/>
                <a:moveTo>
                  <a:pt x="5724944" y="2257314"/>
                </a:moveTo>
                <a:lnTo>
                  <a:pt x="5728880" y="2257314"/>
                </a:lnTo>
                <a:lnTo>
                  <a:pt x="5728880" y="2263218"/>
                </a:lnTo>
                <a:lnTo>
                  <a:pt x="5724944" y="2267154"/>
                </a:lnTo>
                <a:lnTo>
                  <a:pt x="5721008" y="2259282"/>
                </a:lnTo>
                <a:close/>
                <a:moveTo>
                  <a:pt x="5402189" y="2245506"/>
                </a:moveTo>
                <a:lnTo>
                  <a:pt x="5396285" y="2263218"/>
                </a:lnTo>
                <a:lnTo>
                  <a:pt x="5396285" y="2294706"/>
                </a:lnTo>
                <a:lnTo>
                  <a:pt x="5358893" y="2278962"/>
                </a:lnTo>
                <a:lnTo>
                  <a:pt x="5341181" y="2271090"/>
                </a:lnTo>
                <a:lnTo>
                  <a:pt x="5323468" y="2263218"/>
                </a:lnTo>
                <a:lnTo>
                  <a:pt x="5319532" y="2255346"/>
                </a:lnTo>
                <a:lnTo>
                  <a:pt x="5329372" y="2249442"/>
                </a:lnTo>
                <a:lnTo>
                  <a:pt x="5341181" y="2249442"/>
                </a:lnTo>
                <a:lnTo>
                  <a:pt x="5352989" y="2253378"/>
                </a:lnTo>
                <a:lnTo>
                  <a:pt x="5384477" y="2253378"/>
                </a:lnTo>
                <a:close/>
                <a:moveTo>
                  <a:pt x="7092716" y="2239603"/>
                </a:moveTo>
                <a:lnTo>
                  <a:pt x="7077287" y="2266604"/>
                </a:lnTo>
                <a:lnTo>
                  <a:pt x="7078940" y="2267155"/>
                </a:lnTo>
                <a:lnTo>
                  <a:pt x="7082876" y="2276995"/>
                </a:lnTo>
                <a:lnTo>
                  <a:pt x="7075007" y="2280929"/>
                </a:lnTo>
                <a:lnTo>
                  <a:pt x="7082876" y="2278962"/>
                </a:lnTo>
                <a:lnTo>
                  <a:pt x="7098977" y="2280572"/>
                </a:lnTo>
                <a:lnTo>
                  <a:pt x="7082877" y="2276994"/>
                </a:lnTo>
                <a:lnTo>
                  <a:pt x="7078941" y="2267154"/>
                </a:lnTo>
                <a:close/>
                <a:moveTo>
                  <a:pt x="6541671" y="2239601"/>
                </a:moveTo>
                <a:lnTo>
                  <a:pt x="6541669" y="2239606"/>
                </a:lnTo>
                <a:lnTo>
                  <a:pt x="6541671" y="2239602"/>
                </a:lnTo>
                <a:lnTo>
                  <a:pt x="6610552" y="2247474"/>
                </a:lnTo>
                <a:lnTo>
                  <a:pt x="6610553" y="2247475"/>
                </a:lnTo>
                <a:lnTo>
                  <a:pt x="6610552" y="2247473"/>
                </a:lnTo>
                <a:close/>
                <a:moveTo>
                  <a:pt x="5563566" y="2235666"/>
                </a:moveTo>
                <a:lnTo>
                  <a:pt x="5563566" y="2245506"/>
                </a:lnTo>
                <a:lnTo>
                  <a:pt x="5559630" y="2239602"/>
                </a:lnTo>
                <a:close/>
                <a:moveTo>
                  <a:pt x="8899356" y="2229763"/>
                </a:moveTo>
                <a:lnTo>
                  <a:pt x="8909196" y="2229763"/>
                </a:lnTo>
                <a:lnTo>
                  <a:pt x="8905260" y="2241571"/>
                </a:lnTo>
                <a:lnTo>
                  <a:pt x="8895420" y="2253379"/>
                </a:lnTo>
                <a:lnTo>
                  <a:pt x="8891484" y="2245507"/>
                </a:lnTo>
                <a:lnTo>
                  <a:pt x="8899356" y="2237635"/>
                </a:lnTo>
                <a:close/>
                <a:moveTo>
                  <a:pt x="8571114" y="2229653"/>
                </a:moveTo>
                <a:lnTo>
                  <a:pt x="8570698" y="2229762"/>
                </a:lnTo>
                <a:lnTo>
                  <a:pt x="8567769" y="2233667"/>
                </a:lnTo>
                <a:close/>
                <a:moveTo>
                  <a:pt x="6886074" y="2214019"/>
                </a:moveTo>
                <a:lnTo>
                  <a:pt x="6895914" y="2225827"/>
                </a:lnTo>
                <a:lnTo>
                  <a:pt x="6890010" y="2247475"/>
                </a:lnTo>
                <a:lnTo>
                  <a:pt x="6897882" y="2225827"/>
                </a:lnTo>
                <a:close/>
                <a:moveTo>
                  <a:pt x="5638351" y="2214018"/>
                </a:moveTo>
                <a:lnTo>
                  <a:pt x="5650159" y="2214018"/>
                </a:lnTo>
                <a:lnTo>
                  <a:pt x="5665903" y="2237634"/>
                </a:lnTo>
                <a:lnTo>
                  <a:pt x="5665903" y="2253378"/>
                </a:lnTo>
                <a:lnTo>
                  <a:pt x="5661967" y="2253378"/>
                </a:lnTo>
                <a:lnTo>
                  <a:pt x="5658031" y="2241570"/>
                </a:lnTo>
                <a:lnTo>
                  <a:pt x="5646223" y="2233698"/>
                </a:lnTo>
                <a:lnTo>
                  <a:pt x="5634415" y="2221890"/>
                </a:lnTo>
                <a:close/>
                <a:moveTo>
                  <a:pt x="5018427" y="2214017"/>
                </a:moveTo>
                <a:lnTo>
                  <a:pt x="5026299" y="2214017"/>
                </a:lnTo>
                <a:lnTo>
                  <a:pt x="5022363" y="2225825"/>
                </a:lnTo>
                <a:lnTo>
                  <a:pt x="5012522" y="2225825"/>
                </a:lnTo>
                <a:lnTo>
                  <a:pt x="5012522" y="2221889"/>
                </a:lnTo>
                <a:close/>
                <a:moveTo>
                  <a:pt x="5707232" y="2212050"/>
                </a:moveTo>
                <a:lnTo>
                  <a:pt x="5711168" y="2217954"/>
                </a:lnTo>
                <a:lnTo>
                  <a:pt x="5711168" y="2229762"/>
                </a:lnTo>
                <a:lnTo>
                  <a:pt x="5711168" y="2233698"/>
                </a:lnTo>
                <a:lnTo>
                  <a:pt x="5703296" y="2225826"/>
                </a:lnTo>
                <a:lnTo>
                  <a:pt x="5703296" y="2215986"/>
                </a:lnTo>
                <a:close/>
                <a:moveTo>
                  <a:pt x="6273852" y="2206857"/>
                </a:moveTo>
                <a:lnTo>
                  <a:pt x="6272048" y="2207459"/>
                </a:lnTo>
                <a:lnTo>
                  <a:pt x="6274099" y="2207003"/>
                </a:lnTo>
                <a:close/>
                <a:moveTo>
                  <a:pt x="5715104" y="2200241"/>
                </a:moveTo>
                <a:lnTo>
                  <a:pt x="5717072" y="2208113"/>
                </a:lnTo>
                <a:lnTo>
                  <a:pt x="5715104" y="2212049"/>
                </a:lnTo>
                <a:lnTo>
                  <a:pt x="5711168" y="2204177"/>
                </a:lnTo>
                <a:close/>
                <a:moveTo>
                  <a:pt x="6213034" y="2198342"/>
                </a:moveTo>
                <a:lnTo>
                  <a:pt x="6230511" y="2254656"/>
                </a:lnTo>
                <a:lnTo>
                  <a:pt x="6230724" y="2253378"/>
                </a:lnTo>
                <a:close/>
                <a:moveTo>
                  <a:pt x="6329125" y="2198273"/>
                </a:moveTo>
                <a:lnTo>
                  <a:pt x="6329125" y="2198273"/>
                </a:lnTo>
                <a:lnTo>
                  <a:pt x="6329125" y="2198283"/>
                </a:lnTo>
                <a:lnTo>
                  <a:pt x="6329126" y="2198274"/>
                </a:lnTo>
                <a:close/>
                <a:moveTo>
                  <a:pt x="5044010" y="2194338"/>
                </a:moveTo>
                <a:lnTo>
                  <a:pt x="5059755" y="2194338"/>
                </a:lnTo>
                <a:lnTo>
                  <a:pt x="5069595" y="2202210"/>
                </a:lnTo>
                <a:lnTo>
                  <a:pt x="5063691" y="2210082"/>
                </a:lnTo>
                <a:lnTo>
                  <a:pt x="5047946" y="2214018"/>
                </a:lnTo>
                <a:lnTo>
                  <a:pt x="5044010" y="2210082"/>
                </a:lnTo>
                <a:close/>
                <a:moveTo>
                  <a:pt x="6325190" y="2190402"/>
                </a:moveTo>
                <a:lnTo>
                  <a:pt x="6318172" y="2193209"/>
                </a:lnTo>
                <a:lnTo>
                  <a:pt x="6325455" y="2190933"/>
                </a:lnTo>
                <a:close/>
                <a:moveTo>
                  <a:pt x="6226100" y="2187057"/>
                </a:moveTo>
                <a:lnTo>
                  <a:pt x="6213028" y="2198262"/>
                </a:lnTo>
                <a:lnTo>
                  <a:pt x="6226609" y="2188076"/>
                </a:lnTo>
                <a:close/>
                <a:moveTo>
                  <a:pt x="6976604" y="2182530"/>
                </a:moveTo>
                <a:lnTo>
                  <a:pt x="6968732" y="2186466"/>
                </a:lnTo>
                <a:lnTo>
                  <a:pt x="6954955" y="2186466"/>
                </a:lnTo>
                <a:lnTo>
                  <a:pt x="6939211" y="2194338"/>
                </a:lnTo>
                <a:lnTo>
                  <a:pt x="6932307" y="2183982"/>
                </a:lnTo>
                <a:lnTo>
                  <a:pt x="6931339" y="2184498"/>
                </a:lnTo>
                <a:lnTo>
                  <a:pt x="6939211" y="2194339"/>
                </a:lnTo>
                <a:lnTo>
                  <a:pt x="6954955" y="2188434"/>
                </a:lnTo>
                <a:lnTo>
                  <a:pt x="6968731" y="2188434"/>
                </a:lnTo>
                <a:lnTo>
                  <a:pt x="6976603" y="2184498"/>
                </a:lnTo>
                <a:lnTo>
                  <a:pt x="7002187" y="2184498"/>
                </a:lnTo>
                <a:lnTo>
                  <a:pt x="7002187" y="2194339"/>
                </a:lnTo>
                <a:lnTo>
                  <a:pt x="7029740" y="2194339"/>
                </a:lnTo>
                <a:lnTo>
                  <a:pt x="7051388" y="2188434"/>
                </a:lnTo>
                <a:lnTo>
                  <a:pt x="7059260" y="2214019"/>
                </a:lnTo>
                <a:lnTo>
                  <a:pt x="7084844" y="2217955"/>
                </a:lnTo>
                <a:lnTo>
                  <a:pt x="7092716" y="2239603"/>
                </a:lnTo>
                <a:lnTo>
                  <a:pt x="7092717" y="2239602"/>
                </a:lnTo>
                <a:lnTo>
                  <a:pt x="7086813" y="2215986"/>
                </a:lnTo>
                <a:lnTo>
                  <a:pt x="7059260" y="2214018"/>
                </a:lnTo>
                <a:lnTo>
                  <a:pt x="7051560" y="2187065"/>
                </a:lnTo>
                <a:lnTo>
                  <a:pt x="7029740" y="2194338"/>
                </a:lnTo>
                <a:lnTo>
                  <a:pt x="7004156" y="2194338"/>
                </a:lnTo>
                <a:lnTo>
                  <a:pt x="7004156" y="2182530"/>
                </a:lnTo>
                <a:close/>
                <a:moveTo>
                  <a:pt x="5687552" y="2180561"/>
                </a:moveTo>
                <a:lnTo>
                  <a:pt x="5695424" y="2180561"/>
                </a:lnTo>
                <a:lnTo>
                  <a:pt x="5695424" y="2182529"/>
                </a:lnTo>
                <a:lnTo>
                  <a:pt x="5687552" y="2186465"/>
                </a:lnTo>
                <a:lnTo>
                  <a:pt x="5683616" y="2182529"/>
                </a:lnTo>
                <a:close/>
                <a:moveTo>
                  <a:pt x="5087306" y="2176626"/>
                </a:moveTo>
                <a:lnTo>
                  <a:pt x="5095178" y="2180562"/>
                </a:lnTo>
                <a:lnTo>
                  <a:pt x="5089274" y="2190401"/>
                </a:lnTo>
                <a:lnTo>
                  <a:pt x="5079434" y="2186465"/>
                </a:lnTo>
                <a:lnTo>
                  <a:pt x="5079434" y="2182530"/>
                </a:lnTo>
                <a:close/>
                <a:moveTo>
                  <a:pt x="5671807" y="2154977"/>
                </a:moveTo>
                <a:lnTo>
                  <a:pt x="5675743" y="2154977"/>
                </a:lnTo>
                <a:lnTo>
                  <a:pt x="5679679" y="2156945"/>
                </a:lnTo>
                <a:lnTo>
                  <a:pt x="5671807" y="2160881"/>
                </a:lnTo>
                <a:close/>
                <a:moveTo>
                  <a:pt x="7106493" y="2145138"/>
                </a:moveTo>
                <a:lnTo>
                  <a:pt x="7105335" y="2145745"/>
                </a:lnTo>
                <a:lnTo>
                  <a:pt x="7120266" y="2156943"/>
                </a:lnTo>
                <a:close/>
                <a:moveTo>
                  <a:pt x="6956923" y="2133330"/>
                </a:moveTo>
                <a:lnTo>
                  <a:pt x="6923466" y="2141202"/>
                </a:lnTo>
                <a:lnTo>
                  <a:pt x="6923466" y="2168754"/>
                </a:lnTo>
                <a:lnTo>
                  <a:pt x="6895914" y="2176626"/>
                </a:lnTo>
                <a:lnTo>
                  <a:pt x="6878202" y="2178594"/>
                </a:lnTo>
                <a:lnTo>
                  <a:pt x="6878621" y="2180479"/>
                </a:lnTo>
                <a:lnTo>
                  <a:pt x="6897882" y="2176626"/>
                </a:lnTo>
                <a:lnTo>
                  <a:pt x="6923467" y="2168754"/>
                </a:lnTo>
                <a:lnTo>
                  <a:pt x="6923467" y="2143170"/>
                </a:lnTo>
                <a:lnTo>
                  <a:pt x="6956923" y="2135298"/>
                </a:lnTo>
                <a:lnTo>
                  <a:pt x="6975197" y="2142608"/>
                </a:lnTo>
                <a:lnTo>
                  <a:pt x="6976603" y="2141202"/>
                </a:lnTo>
                <a:close/>
                <a:moveTo>
                  <a:pt x="5234907" y="2131361"/>
                </a:moveTo>
                <a:lnTo>
                  <a:pt x="5238843" y="2131361"/>
                </a:lnTo>
                <a:lnTo>
                  <a:pt x="5238843" y="2145137"/>
                </a:lnTo>
                <a:lnTo>
                  <a:pt x="5244747" y="2153009"/>
                </a:lnTo>
                <a:lnTo>
                  <a:pt x="5244747" y="2190402"/>
                </a:lnTo>
                <a:lnTo>
                  <a:pt x="5242779" y="2198274"/>
                </a:lnTo>
                <a:lnTo>
                  <a:pt x="5234907" y="2206146"/>
                </a:lnTo>
                <a:lnTo>
                  <a:pt x="5223099" y="2210082"/>
                </a:lnTo>
                <a:lnTo>
                  <a:pt x="5219163" y="2214018"/>
                </a:lnTo>
                <a:lnTo>
                  <a:pt x="5211291" y="2210082"/>
                </a:lnTo>
                <a:lnTo>
                  <a:pt x="5209323" y="2186466"/>
                </a:lnTo>
                <a:lnTo>
                  <a:pt x="5211291" y="2160881"/>
                </a:lnTo>
                <a:lnTo>
                  <a:pt x="5209323" y="2149073"/>
                </a:lnTo>
                <a:lnTo>
                  <a:pt x="5227035" y="2139233"/>
                </a:lnTo>
                <a:close/>
                <a:moveTo>
                  <a:pt x="5612767" y="2129393"/>
                </a:moveTo>
                <a:lnTo>
                  <a:pt x="5612767" y="2129393"/>
                </a:lnTo>
                <a:lnTo>
                  <a:pt x="5626262" y="2129393"/>
                </a:lnTo>
                <a:lnTo>
                  <a:pt x="5626262" y="2129393"/>
                </a:lnTo>
                <a:close/>
                <a:moveTo>
                  <a:pt x="5555695" y="2123490"/>
                </a:moveTo>
                <a:lnTo>
                  <a:pt x="5565534" y="2145137"/>
                </a:lnTo>
                <a:lnTo>
                  <a:pt x="5569470" y="2160881"/>
                </a:lnTo>
                <a:lnTo>
                  <a:pt x="5569465" y="2160890"/>
                </a:lnTo>
                <a:lnTo>
                  <a:pt x="5569471" y="2160882"/>
                </a:lnTo>
                <a:lnTo>
                  <a:pt x="5567503" y="2145138"/>
                </a:lnTo>
                <a:lnTo>
                  <a:pt x="5600959" y="2145138"/>
                </a:lnTo>
                <a:lnTo>
                  <a:pt x="5600961" y="2145135"/>
                </a:lnTo>
                <a:lnTo>
                  <a:pt x="5600959" y="2145137"/>
                </a:lnTo>
                <a:lnTo>
                  <a:pt x="5567502" y="2145137"/>
                </a:lnTo>
                <a:close/>
                <a:moveTo>
                  <a:pt x="6286680" y="2123222"/>
                </a:moveTo>
                <a:lnTo>
                  <a:pt x="6291733" y="2133329"/>
                </a:lnTo>
                <a:lnTo>
                  <a:pt x="6287797" y="2141201"/>
                </a:lnTo>
                <a:lnTo>
                  <a:pt x="6246465" y="2141201"/>
                </a:lnTo>
                <a:lnTo>
                  <a:pt x="6246469" y="2141202"/>
                </a:lnTo>
                <a:lnTo>
                  <a:pt x="6256309" y="2158915"/>
                </a:lnTo>
                <a:lnTo>
                  <a:pt x="6264181" y="2176627"/>
                </a:lnTo>
                <a:lnTo>
                  <a:pt x="6293950" y="2200814"/>
                </a:lnTo>
                <a:lnTo>
                  <a:pt x="6293952" y="2200814"/>
                </a:lnTo>
                <a:lnTo>
                  <a:pt x="6264181" y="2176626"/>
                </a:lnTo>
                <a:lnTo>
                  <a:pt x="6256309" y="2156946"/>
                </a:lnTo>
                <a:lnTo>
                  <a:pt x="6246469" y="2141201"/>
                </a:lnTo>
                <a:lnTo>
                  <a:pt x="6287798" y="2141201"/>
                </a:lnTo>
                <a:lnTo>
                  <a:pt x="6291734" y="2133329"/>
                </a:lnTo>
                <a:close/>
                <a:moveTo>
                  <a:pt x="6303976" y="2123075"/>
                </a:moveTo>
                <a:lnTo>
                  <a:pt x="6315350" y="2129393"/>
                </a:lnTo>
                <a:lnTo>
                  <a:pt x="6316364" y="2128943"/>
                </a:lnTo>
                <a:close/>
                <a:moveTo>
                  <a:pt x="8978077" y="2109713"/>
                </a:moveTo>
                <a:lnTo>
                  <a:pt x="8985949" y="2117585"/>
                </a:lnTo>
                <a:lnTo>
                  <a:pt x="8982013" y="2143169"/>
                </a:lnTo>
                <a:lnTo>
                  <a:pt x="8993821" y="2151042"/>
                </a:lnTo>
                <a:lnTo>
                  <a:pt x="9001693" y="2166786"/>
                </a:lnTo>
                <a:lnTo>
                  <a:pt x="9001693" y="2188434"/>
                </a:lnTo>
                <a:lnTo>
                  <a:pt x="8989885" y="2215986"/>
                </a:lnTo>
                <a:lnTo>
                  <a:pt x="8989885" y="2237634"/>
                </a:lnTo>
                <a:lnTo>
                  <a:pt x="8982013" y="2233698"/>
                </a:lnTo>
                <a:lnTo>
                  <a:pt x="8970205" y="2241570"/>
                </a:lnTo>
                <a:lnTo>
                  <a:pt x="8966269" y="2257315"/>
                </a:lnTo>
                <a:lnTo>
                  <a:pt x="8978077" y="2269123"/>
                </a:lnTo>
                <a:lnTo>
                  <a:pt x="8962333" y="2298643"/>
                </a:lnTo>
                <a:lnTo>
                  <a:pt x="8958397" y="2308483"/>
                </a:lnTo>
                <a:lnTo>
                  <a:pt x="8962333" y="2320291"/>
                </a:lnTo>
                <a:lnTo>
                  <a:pt x="8948556" y="2347844"/>
                </a:lnTo>
                <a:lnTo>
                  <a:pt x="8936748" y="2343908"/>
                </a:lnTo>
                <a:lnTo>
                  <a:pt x="8944620" y="2339972"/>
                </a:lnTo>
                <a:lnTo>
                  <a:pt x="8944620" y="2328163"/>
                </a:lnTo>
                <a:lnTo>
                  <a:pt x="8936748" y="2324227"/>
                </a:lnTo>
                <a:lnTo>
                  <a:pt x="8921004" y="2336035"/>
                </a:lnTo>
                <a:lnTo>
                  <a:pt x="8917068" y="2355716"/>
                </a:lnTo>
                <a:lnTo>
                  <a:pt x="8909196" y="2357684"/>
                </a:lnTo>
                <a:lnTo>
                  <a:pt x="8905260" y="2343908"/>
                </a:lnTo>
                <a:lnTo>
                  <a:pt x="8899356" y="2347844"/>
                </a:lnTo>
                <a:lnTo>
                  <a:pt x="8891484" y="2355716"/>
                </a:lnTo>
                <a:lnTo>
                  <a:pt x="8863932" y="2357684"/>
                </a:lnTo>
                <a:lnTo>
                  <a:pt x="8863932" y="2343908"/>
                </a:lnTo>
                <a:lnTo>
                  <a:pt x="8852124" y="2343908"/>
                </a:lnTo>
                <a:lnTo>
                  <a:pt x="8848188" y="2355716"/>
                </a:lnTo>
                <a:lnTo>
                  <a:pt x="8852124" y="2361620"/>
                </a:lnTo>
                <a:lnTo>
                  <a:pt x="8852124" y="2369492"/>
                </a:lnTo>
                <a:lnTo>
                  <a:pt x="8852124" y="2377364"/>
                </a:lnTo>
                <a:lnTo>
                  <a:pt x="8836379" y="2377364"/>
                </a:lnTo>
                <a:lnTo>
                  <a:pt x="8836379" y="2393108"/>
                </a:lnTo>
                <a:lnTo>
                  <a:pt x="8826539" y="2400980"/>
                </a:lnTo>
                <a:lnTo>
                  <a:pt x="8814731" y="2393108"/>
                </a:lnTo>
                <a:lnTo>
                  <a:pt x="8810795" y="2381300"/>
                </a:lnTo>
                <a:lnTo>
                  <a:pt x="8814731" y="2373428"/>
                </a:lnTo>
                <a:lnTo>
                  <a:pt x="8810795" y="2357684"/>
                </a:lnTo>
                <a:lnTo>
                  <a:pt x="8791115" y="2351780"/>
                </a:lnTo>
                <a:lnTo>
                  <a:pt x="8761595" y="2357684"/>
                </a:lnTo>
                <a:lnTo>
                  <a:pt x="8753723" y="2369492"/>
                </a:lnTo>
                <a:lnTo>
                  <a:pt x="8722234" y="2377364"/>
                </a:lnTo>
                <a:lnTo>
                  <a:pt x="8706490" y="2385236"/>
                </a:lnTo>
                <a:lnTo>
                  <a:pt x="8706490" y="2377364"/>
                </a:lnTo>
                <a:lnTo>
                  <a:pt x="8688778" y="2381300"/>
                </a:lnTo>
                <a:lnTo>
                  <a:pt x="8688778" y="2369492"/>
                </a:lnTo>
                <a:lnTo>
                  <a:pt x="8696650" y="2361620"/>
                </a:lnTo>
                <a:lnTo>
                  <a:pt x="8706490" y="2357684"/>
                </a:lnTo>
                <a:lnTo>
                  <a:pt x="8730106" y="2339972"/>
                </a:lnTo>
                <a:lnTo>
                  <a:pt x="8737978" y="2328163"/>
                </a:lnTo>
                <a:lnTo>
                  <a:pt x="8749787" y="2324227"/>
                </a:lnTo>
                <a:lnTo>
                  <a:pt x="8765531" y="2332099"/>
                </a:lnTo>
                <a:lnTo>
                  <a:pt x="8783243" y="2332099"/>
                </a:lnTo>
                <a:lnTo>
                  <a:pt x="8798987" y="2320291"/>
                </a:lnTo>
                <a:lnTo>
                  <a:pt x="8818667" y="2324227"/>
                </a:lnTo>
                <a:lnTo>
                  <a:pt x="8852124" y="2282899"/>
                </a:lnTo>
                <a:lnTo>
                  <a:pt x="8852124" y="2269123"/>
                </a:lnTo>
                <a:lnTo>
                  <a:pt x="8859996" y="2259283"/>
                </a:lnTo>
                <a:lnTo>
                  <a:pt x="8867868" y="2263219"/>
                </a:lnTo>
                <a:lnTo>
                  <a:pt x="8863932" y="2278963"/>
                </a:lnTo>
                <a:lnTo>
                  <a:pt x="8871804" y="2286835"/>
                </a:lnTo>
                <a:lnTo>
                  <a:pt x="8891484" y="2275027"/>
                </a:lnTo>
                <a:lnTo>
                  <a:pt x="8895420" y="2269123"/>
                </a:lnTo>
                <a:lnTo>
                  <a:pt x="8909196" y="2257315"/>
                </a:lnTo>
                <a:lnTo>
                  <a:pt x="8928876" y="2229762"/>
                </a:lnTo>
                <a:lnTo>
                  <a:pt x="8940684" y="2200242"/>
                </a:lnTo>
                <a:lnTo>
                  <a:pt x="8940684" y="2147106"/>
                </a:lnTo>
                <a:lnTo>
                  <a:pt x="8952493" y="2131361"/>
                </a:lnTo>
                <a:lnTo>
                  <a:pt x="8958397" y="2129393"/>
                </a:lnTo>
                <a:lnTo>
                  <a:pt x="8966269" y="2139233"/>
                </a:lnTo>
                <a:lnTo>
                  <a:pt x="8974141" y="2139233"/>
                </a:lnTo>
                <a:lnTo>
                  <a:pt x="8970205" y="2129393"/>
                </a:lnTo>
                <a:lnTo>
                  <a:pt x="8966269" y="2117585"/>
                </a:lnTo>
                <a:close/>
                <a:moveTo>
                  <a:pt x="5714317" y="2105541"/>
                </a:moveTo>
                <a:lnTo>
                  <a:pt x="5713136" y="2105777"/>
                </a:lnTo>
                <a:lnTo>
                  <a:pt x="5708840" y="2117592"/>
                </a:lnTo>
                <a:close/>
                <a:moveTo>
                  <a:pt x="7213875" y="2104937"/>
                </a:moveTo>
                <a:lnTo>
                  <a:pt x="7185214" y="2109714"/>
                </a:lnTo>
                <a:lnTo>
                  <a:pt x="7172850" y="2120953"/>
                </a:lnTo>
                <a:lnTo>
                  <a:pt x="7185213" y="2111681"/>
                </a:lnTo>
                <a:close/>
                <a:moveTo>
                  <a:pt x="6661439" y="2100998"/>
                </a:moveTo>
                <a:lnTo>
                  <a:pt x="6657784" y="2115616"/>
                </a:lnTo>
                <a:lnTo>
                  <a:pt x="6657785" y="2115617"/>
                </a:lnTo>
                <a:lnTo>
                  <a:pt x="6661720" y="2101842"/>
                </a:lnTo>
                <a:close/>
                <a:moveTo>
                  <a:pt x="8578570" y="2099873"/>
                </a:moveTo>
                <a:lnTo>
                  <a:pt x="8578570" y="2123489"/>
                </a:lnTo>
                <a:lnTo>
                  <a:pt x="8602186" y="2119553"/>
                </a:lnTo>
                <a:lnTo>
                  <a:pt x="8613994" y="2107745"/>
                </a:lnTo>
                <a:lnTo>
                  <a:pt x="8602186" y="2117585"/>
                </a:lnTo>
                <a:lnTo>
                  <a:pt x="8580538" y="2121521"/>
                </a:lnTo>
                <a:lnTo>
                  <a:pt x="8580538" y="2099873"/>
                </a:lnTo>
                <a:close/>
                <a:moveTo>
                  <a:pt x="6264182" y="2095938"/>
                </a:moveTo>
                <a:lnTo>
                  <a:pt x="6272573" y="2103280"/>
                </a:lnTo>
                <a:lnTo>
                  <a:pt x="6266149" y="2095938"/>
                </a:lnTo>
                <a:close/>
                <a:moveTo>
                  <a:pt x="6949051" y="2095937"/>
                </a:moveTo>
                <a:lnTo>
                  <a:pt x="6939211" y="2107746"/>
                </a:lnTo>
                <a:lnTo>
                  <a:pt x="6956923" y="2111682"/>
                </a:lnTo>
                <a:lnTo>
                  <a:pt x="6988411" y="2111682"/>
                </a:lnTo>
                <a:lnTo>
                  <a:pt x="6996283" y="2129394"/>
                </a:lnTo>
                <a:lnTo>
                  <a:pt x="7017931" y="2129394"/>
                </a:lnTo>
                <a:lnTo>
                  <a:pt x="7017931" y="2145138"/>
                </a:lnTo>
                <a:lnTo>
                  <a:pt x="7007300" y="2152225"/>
                </a:lnTo>
                <a:lnTo>
                  <a:pt x="7019900" y="2145138"/>
                </a:lnTo>
                <a:lnTo>
                  <a:pt x="7019900" y="2129394"/>
                </a:lnTo>
                <a:lnTo>
                  <a:pt x="6996284" y="2129394"/>
                </a:lnTo>
                <a:lnTo>
                  <a:pt x="6988412" y="2109714"/>
                </a:lnTo>
                <a:lnTo>
                  <a:pt x="6958892" y="2109714"/>
                </a:lnTo>
                <a:lnTo>
                  <a:pt x="6939211" y="2107746"/>
                </a:lnTo>
                <a:lnTo>
                  <a:pt x="6951019" y="2095937"/>
                </a:lnTo>
                <a:close/>
                <a:moveTo>
                  <a:pt x="6964805" y="2095915"/>
                </a:moveTo>
                <a:lnTo>
                  <a:pt x="6964795" y="2095937"/>
                </a:lnTo>
                <a:lnTo>
                  <a:pt x="6964796" y="2095937"/>
                </a:lnTo>
                <a:close/>
                <a:moveTo>
                  <a:pt x="6496407" y="2088064"/>
                </a:moveTo>
                <a:lnTo>
                  <a:pt x="6508455" y="2097703"/>
                </a:lnTo>
                <a:lnTo>
                  <a:pt x="6496407" y="2088065"/>
                </a:lnTo>
                <a:close/>
                <a:moveTo>
                  <a:pt x="8610058" y="2084129"/>
                </a:moveTo>
                <a:lnTo>
                  <a:pt x="8610392" y="2086134"/>
                </a:lnTo>
                <a:lnTo>
                  <a:pt x="8627770" y="2088064"/>
                </a:lnTo>
                <a:lnTo>
                  <a:pt x="8628116" y="2087740"/>
                </a:lnTo>
                <a:close/>
                <a:moveTo>
                  <a:pt x="6234684" y="2082279"/>
                </a:moveTo>
                <a:lnTo>
                  <a:pt x="6256309" y="2095937"/>
                </a:lnTo>
                <a:lnTo>
                  <a:pt x="6258275" y="2095937"/>
                </a:lnTo>
                <a:close/>
                <a:moveTo>
                  <a:pt x="5615444" y="2080507"/>
                </a:moveTo>
                <a:lnTo>
                  <a:pt x="5585215" y="2088064"/>
                </a:lnTo>
                <a:lnTo>
                  <a:pt x="5563567" y="2103808"/>
                </a:lnTo>
                <a:lnTo>
                  <a:pt x="5587183" y="2090032"/>
                </a:lnTo>
                <a:lnTo>
                  <a:pt x="5614735" y="2082160"/>
                </a:lnTo>
                <a:lnTo>
                  <a:pt x="5614735" y="2082160"/>
                </a:lnTo>
                <a:close/>
                <a:moveTo>
                  <a:pt x="6610552" y="2074289"/>
                </a:moveTo>
                <a:lnTo>
                  <a:pt x="6592850" y="2086091"/>
                </a:lnTo>
                <a:lnTo>
                  <a:pt x="6612821" y="2075197"/>
                </a:lnTo>
                <a:close/>
                <a:moveTo>
                  <a:pt x="6622360" y="2070353"/>
                </a:moveTo>
                <a:lnTo>
                  <a:pt x="6620611" y="2077350"/>
                </a:lnTo>
                <a:lnTo>
                  <a:pt x="6622360" y="2078224"/>
                </a:lnTo>
                <a:lnTo>
                  <a:pt x="6626296" y="2070353"/>
                </a:lnTo>
                <a:close/>
                <a:moveTo>
                  <a:pt x="5016464" y="2070343"/>
                </a:moveTo>
                <a:lnTo>
                  <a:pt x="5015327" y="2070912"/>
                </a:lnTo>
                <a:lnTo>
                  <a:pt x="5020393" y="2074289"/>
                </a:lnTo>
                <a:lnTo>
                  <a:pt x="5015670" y="2080587"/>
                </a:lnTo>
                <a:lnTo>
                  <a:pt x="5017021" y="2081037"/>
                </a:lnTo>
                <a:lnTo>
                  <a:pt x="5020400" y="2074279"/>
                </a:lnTo>
                <a:close/>
                <a:moveTo>
                  <a:pt x="6984475" y="2064449"/>
                </a:moveTo>
                <a:lnTo>
                  <a:pt x="6972667" y="2076257"/>
                </a:lnTo>
                <a:lnTo>
                  <a:pt x="6939211" y="2084129"/>
                </a:lnTo>
                <a:lnTo>
                  <a:pt x="6919531" y="2103809"/>
                </a:lnTo>
                <a:lnTo>
                  <a:pt x="6919531" y="2103809"/>
                </a:lnTo>
                <a:lnTo>
                  <a:pt x="6939211" y="2084129"/>
                </a:lnTo>
                <a:lnTo>
                  <a:pt x="6971821" y="2078375"/>
                </a:lnTo>
                <a:lnTo>
                  <a:pt x="6972668" y="2076257"/>
                </a:lnTo>
                <a:lnTo>
                  <a:pt x="6984476" y="2064449"/>
                </a:lnTo>
                <a:lnTo>
                  <a:pt x="7006124" y="2064449"/>
                </a:lnTo>
                <a:lnTo>
                  <a:pt x="7006123" y="2064449"/>
                </a:lnTo>
                <a:close/>
                <a:moveTo>
                  <a:pt x="5234907" y="2062480"/>
                </a:moveTo>
                <a:lnTo>
                  <a:pt x="5238843" y="2062480"/>
                </a:lnTo>
                <a:lnTo>
                  <a:pt x="5238843" y="2074288"/>
                </a:lnTo>
                <a:lnTo>
                  <a:pt x="5238843" y="2086097"/>
                </a:lnTo>
                <a:lnTo>
                  <a:pt x="5234907" y="2115617"/>
                </a:lnTo>
                <a:lnTo>
                  <a:pt x="5227035" y="2123489"/>
                </a:lnTo>
                <a:lnTo>
                  <a:pt x="5219163" y="2115617"/>
                </a:lnTo>
                <a:lnTo>
                  <a:pt x="5219163" y="2092001"/>
                </a:lnTo>
                <a:lnTo>
                  <a:pt x="5219163" y="2082160"/>
                </a:lnTo>
                <a:lnTo>
                  <a:pt x="5230971" y="2074288"/>
                </a:lnTo>
                <a:close/>
                <a:moveTo>
                  <a:pt x="6119904" y="2051924"/>
                </a:moveTo>
                <a:lnTo>
                  <a:pt x="6122484" y="2052640"/>
                </a:lnTo>
                <a:lnTo>
                  <a:pt x="6129385" y="2053581"/>
                </a:lnTo>
                <a:lnTo>
                  <a:pt x="6124452" y="2052642"/>
                </a:lnTo>
                <a:close/>
                <a:moveTo>
                  <a:pt x="7139949" y="2050672"/>
                </a:moveTo>
                <a:lnTo>
                  <a:pt x="7102556" y="2062481"/>
                </a:lnTo>
                <a:lnTo>
                  <a:pt x="7102557" y="2062481"/>
                </a:lnTo>
                <a:lnTo>
                  <a:pt x="7139949" y="2050673"/>
                </a:lnTo>
                <a:lnTo>
                  <a:pt x="7189150" y="2058545"/>
                </a:lnTo>
                <a:lnTo>
                  <a:pt x="7226542" y="2068385"/>
                </a:lnTo>
                <a:lnTo>
                  <a:pt x="7226541" y="2068385"/>
                </a:lnTo>
                <a:lnTo>
                  <a:pt x="7189149" y="2058545"/>
                </a:lnTo>
                <a:close/>
                <a:moveTo>
                  <a:pt x="2646978" y="2050671"/>
                </a:moveTo>
                <a:lnTo>
                  <a:pt x="2631234" y="2095935"/>
                </a:lnTo>
                <a:lnTo>
                  <a:pt x="2631235" y="2095935"/>
                </a:lnTo>
                <a:lnTo>
                  <a:pt x="2646978" y="2050672"/>
                </a:lnTo>
                <a:close/>
                <a:moveTo>
                  <a:pt x="7075004" y="2038864"/>
                </a:moveTo>
                <a:lnTo>
                  <a:pt x="7045484" y="2054608"/>
                </a:lnTo>
                <a:lnTo>
                  <a:pt x="7051388" y="2072321"/>
                </a:lnTo>
                <a:lnTo>
                  <a:pt x="7019692" y="2076050"/>
                </a:lnTo>
                <a:lnTo>
                  <a:pt x="7019900" y="2076257"/>
                </a:lnTo>
                <a:lnTo>
                  <a:pt x="7053356" y="2072321"/>
                </a:lnTo>
                <a:lnTo>
                  <a:pt x="7045484" y="2054609"/>
                </a:lnTo>
                <a:lnTo>
                  <a:pt x="7075005" y="2038865"/>
                </a:lnTo>
                <a:lnTo>
                  <a:pt x="7090749" y="2042801"/>
                </a:lnTo>
                <a:lnTo>
                  <a:pt x="7090748" y="2042800"/>
                </a:lnTo>
                <a:close/>
                <a:moveTo>
                  <a:pt x="8141674" y="2036885"/>
                </a:moveTo>
                <a:lnTo>
                  <a:pt x="8141669" y="2036896"/>
                </a:lnTo>
                <a:lnTo>
                  <a:pt x="8141670" y="2036896"/>
                </a:lnTo>
                <a:close/>
                <a:moveTo>
                  <a:pt x="7692497" y="2022907"/>
                </a:moveTo>
                <a:lnTo>
                  <a:pt x="7689026" y="2050672"/>
                </a:lnTo>
                <a:lnTo>
                  <a:pt x="7689254" y="2050923"/>
                </a:lnTo>
                <a:lnTo>
                  <a:pt x="7692961" y="2023120"/>
                </a:lnTo>
                <a:close/>
                <a:moveTo>
                  <a:pt x="6706981" y="2021149"/>
                </a:moveTo>
                <a:lnTo>
                  <a:pt x="6716825" y="2030993"/>
                </a:lnTo>
                <a:lnTo>
                  <a:pt x="6736505" y="2030993"/>
                </a:lnTo>
                <a:lnTo>
                  <a:pt x="6764057" y="2030993"/>
                </a:lnTo>
                <a:lnTo>
                  <a:pt x="6777833" y="2030993"/>
                </a:lnTo>
                <a:lnTo>
                  <a:pt x="6801449" y="2046737"/>
                </a:lnTo>
                <a:lnTo>
                  <a:pt x="6813258" y="2078225"/>
                </a:lnTo>
                <a:lnTo>
                  <a:pt x="6830970" y="2070353"/>
                </a:lnTo>
                <a:lnTo>
                  <a:pt x="6850650" y="2119554"/>
                </a:lnTo>
                <a:lnTo>
                  <a:pt x="6862458" y="2119554"/>
                </a:lnTo>
                <a:lnTo>
                  <a:pt x="6878202" y="2137266"/>
                </a:lnTo>
                <a:lnTo>
                  <a:pt x="6890010" y="2137266"/>
                </a:lnTo>
                <a:lnTo>
                  <a:pt x="6899850" y="2127426"/>
                </a:lnTo>
                <a:lnTo>
                  <a:pt x="6915594" y="2123490"/>
                </a:lnTo>
                <a:lnTo>
                  <a:pt x="6919527" y="2103825"/>
                </a:lnTo>
                <a:lnTo>
                  <a:pt x="6915595" y="2121521"/>
                </a:lnTo>
                <a:lnTo>
                  <a:pt x="6899851" y="2125457"/>
                </a:lnTo>
                <a:lnTo>
                  <a:pt x="6890010" y="2137265"/>
                </a:lnTo>
                <a:lnTo>
                  <a:pt x="6878202" y="2137265"/>
                </a:lnTo>
                <a:lnTo>
                  <a:pt x="6862458" y="2117585"/>
                </a:lnTo>
                <a:lnTo>
                  <a:pt x="6850650" y="2117585"/>
                </a:lnTo>
                <a:lnTo>
                  <a:pt x="6832938" y="2068385"/>
                </a:lnTo>
                <a:lnTo>
                  <a:pt x="6813258" y="2076257"/>
                </a:lnTo>
                <a:lnTo>
                  <a:pt x="6801450" y="2046736"/>
                </a:lnTo>
                <a:lnTo>
                  <a:pt x="6779801" y="2030992"/>
                </a:lnTo>
                <a:lnTo>
                  <a:pt x="6764057" y="2030992"/>
                </a:lnTo>
                <a:lnTo>
                  <a:pt x="6740441" y="2030992"/>
                </a:lnTo>
                <a:lnTo>
                  <a:pt x="6718793" y="2030992"/>
                </a:lnTo>
                <a:close/>
                <a:moveTo>
                  <a:pt x="9133550" y="2019185"/>
                </a:moveTo>
                <a:lnTo>
                  <a:pt x="9141422" y="2019185"/>
                </a:lnTo>
                <a:lnTo>
                  <a:pt x="9137486" y="2027057"/>
                </a:lnTo>
                <a:lnTo>
                  <a:pt x="9131582" y="2027057"/>
                </a:lnTo>
                <a:close/>
                <a:moveTo>
                  <a:pt x="8131845" y="2003411"/>
                </a:moveTo>
                <a:lnTo>
                  <a:pt x="8131829" y="2003440"/>
                </a:lnTo>
                <a:lnTo>
                  <a:pt x="8148460" y="2018224"/>
                </a:lnTo>
                <a:lnTo>
                  <a:pt x="8149542" y="2015248"/>
                </a:lnTo>
                <a:lnTo>
                  <a:pt x="8131830" y="2003440"/>
                </a:lnTo>
                <a:close/>
                <a:moveTo>
                  <a:pt x="9121742" y="1993600"/>
                </a:moveTo>
                <a:lnTo>
                  <a:pt x="9133550" y="1993600"/>
                </a:lnTo>
                <a:lnTo>
                  <a:pt x="9133550" y="2003440"/>
                </a:lnTo>
                <a:lnTo>
                  <a:pt x="9127646" y="2005408"/>
                </a:lnTo>
                <a:lnTo>
                  <a:pt x="9121742" y="2005408"/>
                </a:lnTo>
                <a:lnTo>
                  <a:pt x="9111902" y="2019184"/>
                </a:lnTo>
                <a:lnTo>
                  <a:pt x="9107966" y="2017216"/>
                </a:lnTo>
                <a:close/>
                <a:moveTo>
                  <a:pt x="7222605" y="1981792"/>
                </a:moveTo>
                <a:lnTo>
                  <a:pt x="7242285" y="2003440"/>
                </a:lnTo>
                <a:lnTo>
                  <a:pt x="7246222" y="2030992"/>
                </a:lnTo>
                <a:lnTo>
                  <a:pt x="7250158" y="2050672"/>
                </a:lnTo>
                <a:lnTo>
                  <a:pt x="7238349" y="2080193"/>
                </a:lnTo>
                <a:lnTo>
                  <a:pt x="7238350" y="2080193"/>
                </a:lnTo>
                <a:lnTo>
                  <a:pt x="7238350" y="2080193"/>
                </a:lnTo>
                <a:lnTo>
                  <a:pt x="7250158" y="2050672"/>
                </a:lnTo>
                <a:lnTo>
                  <a:pt x="7246222" y="2030992"/>
                </a:lnTo>
                <a:lnTo>
                  <a:pt x="7242286" y="2003440"/>
                </a:lnTo>
                <a:lnTo>
                  <a:pt x="7222606" y="1981792"/>
                </a:lnTo>
                <a:close/>
                <a:moveTo>
                  <a:pt x="8688786" y="1979849"/>
                </a:moveTo>
                <a:lnTo>
                  <a:pt x="8698619" y="2015248"/>
                </a:lnTo>
                <a:lnTo>
                  <a:pt x="8694683" y="2046736"/>
                </a:lnTo>
                <a:lnTo>
                  <a:pt x="8659259" y="2058544"/>
                </a:lnTo>
                <a:lnTo>
                  <a:pt x="8659260" y="2058545"/>
                </a:lnTo>
                <a:lnTo>
                  <a:pt x="8694682" y="2048705"/>
                </a:lnTo>
                <a:lnTo>
                  <a:pt x="8700586" y="2015249"/>
                </a:lnTo>
                <a:close/>
                <a:moveTo>
                  <a:pt x="5445479" y="1975911"/>
                </a:moveTo>
                <a:lnTo>
                  <a:pt x="5441550" y="1989665"/>
                </a:lnTo>
                <a:lnTo>
                  <a:pt x="5429742" y="1989665"/>
                </a:lnTo>
                <a:lnTo>
                  <a:pt x="5423838" y="1993601"/>
                </a:lnTo>
                <a:lnTo>
                  <a:pt x="5424041" y="1994482"/>
                </a:lnTo>
                <a:lnTo>
                  <a:pt x="5429741" y="1991631"/>
                </a:lnTo>
                <a:lnTo>
                  <a:pt x="5441549" y="1991631"/>
                </a:lnTo>
                <a:close/>
                <a:moveTo>
                  <a:pt x="8710427" y="1968015"/>
                </a:moveTo>
                <a:lnTo>
                  <a:pt x="8688779" y="1979824"/>
                </a:lnTo>
                <a:lnTo>
                  <a:pt x="8688779" y="1979824"/>
                </a:lnTo>
                <a:lnTo>
                  <a:pt x="8710426" y="1969985"/>
                </a:lnTo>
                <a:lnTo>
                  <a:pt x="8734043" y="1975889"/>
                </a:lnTo>
                <a:lnTo>
                  <a:pt x="8734989" y="1975573"/>
                </a:lnTo>
                <a:close/>
                <a:moveTo>
                  <a:pt x="8993821" y="1964080"/>
                </a:moveTo>
                <a:lnTo>
                  <a:pt x="9007597" y="1964080"/>
                </a:lnTo>
                <a:lnTo>
                  <a:pt x="9015469" y="1969984"/>
                </a:lnTo>
                <a:lnTo>
                  <a:pt x="9023341" y="1993600"/>
                </a:lnTo>
                <a:lnTo>
                  <a:pt x="9035149" y="2003440"/>
                </a:lnTo>
                <a:lnTo>
                  <a:pt x="9046957" y="2005408"/>
                </a:lnTo>
                <a:lnTo>
                  <a:pt x="9058765" y="2015248"/>
                </a:lnTo>
                <a:lnTo>
                  <a:pt x="9068606" y="2023121"/>
                </a:lnTo>
                <a:lnTo>
                  <a:pt x="9084350" y="2017216"/>
                </a:lnTo>
                <a:lnTo>
                  <a:pt x="9096158" y="2005408"/>
                </a:lnTo>
                <a:lnTo>
                  <a:pt x="9096158" y="2015248"/>
                </a:lnTo>
                <a:lnTo>
                  <a:pt x="9096158" y="2029025"/>
                </a:lnTo>
                <a:lnTo>
                  <a:pt x="9104030" y="2034929"/>
                </a:lnTo>
                <a:lnTo>
                  <a:pt x="9107966" y="2040833"/>
                </a:lnTo>
                <a:lnTo>
                  <a:pt x="9096158" y="2054609"/>
                </a:lnTo>
                <a:lnTo>
                  <a:pt x="9076478" y="2054609"/>
                </a:lnTo>
                <a:lnTo>
                  <a:pt x="9060733" y="2058545"/>
                </a:lnTo>
                <a:lnTo>
                  <a:pt x="9046957" y="2078225"/>
                </a:lnTo>
                <a:lnTo>
                  <a:pt x="9046957" y="2090033"/>
                </a:lnTo>
                <a:lnTo>
                  <a:pt x="9035149" y="2093969"/>
                </a:lnTo>
                <a:lnTo>
                  <a:pt x="9023341" y="2078225"/>
                </a:lnTo>
                <a:lnTo>
                  <a:pt x="9003661" y="2074289"/>
                </a:lnTo>
                <a:lnTo>
                  <a:pt x="8997757" y="2070353"/>
                </a:lnTo>
                <a:lnTo>
                  <a:pt x="8989885" y="2078225"/>
                </a:lnTo>
                <a:lnTo>
                  <a:pt x="8970204" y="2074289"/>
                </a:lnTo>
                <a:lnTo>
                  <a:pt x="8958396" y="2074289"/>
                </a:lnTo>
                <a:lnTo>
                  <a:pt x="8952492" y="2078225"/>
                </a:lnTo>
                <a:lnTo>
                  <a:pt x="8962332" y="2093969"/>
                </a:lnTo>
                <a:lnTo>
                  <a:pt x="8962332" y="2101841"/>
                </a:lnTo>
                <a:lnTo>
                  <a:pt x="8948556" y="2109713"/>
                </a:lnTo>
                <a:lnTo>
                  <a:pt x="8940684" y="2090033"/>
                </a:lnTo>
                <a:lnTo>
                  <a:pt x="8932812" y="2086097"/>
                </a:lnTo>
                <a:lnTo>
                  <a:pt x="8940684" y="2074289"/>
                </a:lnTo>
                <a:lnTo>
                  <a:pt x="8956428" y="2062481"/>
                </a:lnTo>
                <a:lnTo>
                  <a:pt x="8956428" y="2050673"/>
                </a:lnTo>
                <a:lnTo>
                  <a:pt x="8962332" y="2040833"/>
                </a:lnTo>
                <a:lnTo>
                  <a:pt x="8974140" y="2046737"/>
                </a:lnTo>
                <a:lnTo>
                  <a:pt x="8985949" y="2042801"/>
                </a:lnTo>
                <a:lnTo>
                  <a:pt x="8985949" y="2036897"/>
                </a:lnTo>
                <a:lnTo>
                  <a:pt x="8993821" y="2015248"/>
                </a:lnTo>
                <a:lnTo>
                  <a:pt x="8997757" y="1979824"/>
                </a:lnTo>
                <a:lnTo>
                  <a:pt x="8989885" y="1975888"/>
                </a:lnTo>
                <a:close/>
                <a:moveTo>
                  <a:pt x="5364797" y="1960143"/>
                </a:moveTo>
                <a:lnTo>
                  <a:pt x="5364797" y="1960144"/>
                </a:lnTo>
                <a:lnTo>
                  <a:pt x="5364797" y="1960144"/>
                </a:lnTo>
                <a:lnTo>
                  <a:pt x="5413998" y="1960144"/>
                </a:lnTo>
                <a:lnTo>
                  <a:pt x="5413999" y="1960143"/>
                </a:lnTo>
                <a:close/>
                <a:moveTo>
                  <a:pt x="5160273" y="1958776"/>
                </a:moveTo>
                <a:lnTo>
                  <a:pt x="5168002" y="1991623"/>
                </a:lnTo>
                <a:lnTo>
                  <a:pt x="5168251" y="1993242"/>
                </a:lnTo>
                <a:lnTo>
                  <a:pt x="5167995" y="1989664"/>
                </a:lnTo>
                <a:close/>
                <a:moveTo>
                  <a:pt x="6616456" y="1958176"/>
                </a:moveTo>
                <a:lnTo>
                  <a:pt x="6533799" y="1987696"/>
                </a:lnTo>
                <a:lnTo>
                  <a:pt x="6533799" y="1987696"/>
                </a:lnTo>
                <a:lnTo>
                  <a:pt x="6616456" y="1958176"/>
                </a:lnTo>
                <a:lnTo>
                  <a:pt x="6616491" y="1958199"/>
                </a:lnTo>
                <a:close/>
                <a:moveTo>
                  <a:pt x="5507150" y="1956535"/>
                </a:moveTo>
                <a:lnTo>
                  <a:pt x="5507043" y="1956803"/>
                </a:lnTo>
                <a:lnTo>
                  <a:pt x="5512398" y="1981791"/>
                </a:lnTo>
                <a:lnTo>
                  <a:pt x="5520270" y="2005407"/>
                </a:lnTo>
                <a:lnTo>
                  <a:pt x="5520270" y="2040832"/>
                </a:lnTo>
                <a:lnTo>
                  <a:pt x="5515942" y="2046734"/>
                </a:lnTo>
                <a:lnTo>
                  <a:pt x="5522238" y="2038864"/>
                </a:lnTo>
                <a:lnTo>
                  <a:pt x="5522238" y="2005408"/>
                </a:lnTo>
                <a:lnTo>
                  <a:pt x="5514366" y="1981791"/>
                </a:lnTo>
                <a:close/>
                <a:moveTo>
                  <a:pt x="9202431" y="1956208"/>
                </a:moveTo>
                <a:lnTo>
                  <a:pt x="9184719" y="1971952"/>
                </a:lnTo>
                <a:lnTo>
                  <a:pt x="9161102" y="1981792"/>
                </a:lnTo>
                <a:lnTo>
                  <a:pt x="9145358" y="2003440"/>
                </a:lnTo>
                <a:lnTo>
                  <a:pt x="9139454" y="2003440"/>
                </a:lnTo>
                <a:lnTo>
                  <a:pt x="9143390" y="1991632"/>
                </a:lnTo>
                <a:lnTo>
                  <a:pt x="9167006" y="1964080"/>
                </a:lnTo>
                <a:lnTo>
                  <a:pt x="9170943" y="1969984"/>
                </a:lnTo>
                <a:lnTo>
                  <a:pt x="9180783" y="1958176"/>
                </a:lnTo>
                <a:close/>
                <a:moveTo>
                  <a:pt x="8760481" y="1955115"/>
                </a:moveTo>
                <a:lnTo>
                  <a:pt x="8757660" y="1966047"/>
                </a:lnTo>
                <a:lnTo>
                  <a:pt x="8741415" y="1973431"/>
                </a:lnTo>
                <a:lnTo>
                  <a:pt x="8757659" y="1968017"/>
                </a:lnTo>
                <a:close/>
                <a:moveTo>
                  <a:pt x="3249196" y="1948335"/>
                </a:moveTo>
                <a:lnTo>
                  <a:pt x="3262973" y="1948335"/>
                </a:lnTo>
                <a:lnTo>
                  <a:pt x="3262973" y="1960143"/>
                </a:lnTo>
                <a:lnTo>
                  <a:pt x="3249196" y="1971951"/>
                </a:lnTo>
                <a:lnTo>
                  <a:pt x="3241324" y="1971951"/>
                </a:lnTo>
                <a:lnTo>
                  <a:pt x="3241324" y="1964079"/>
                </a:lnTo>
                <a:close/>
                <a:moveTo>
                  <a:pt x="5150283" y="1942432"/>
                </a:moveTo>
                <a:lnTo>
                  <a:pt x="5143405" y="1947591"/>
                </a:lnTo>
                <a:lnTo>
                  <a:pt x="5144386" y="1948326"/>
                </a:lnTo>
                <a:lnTo>
                  <a:pt x="5152245" y="1942432"/>
                </a:lnTo>
                <a:close/>
                <a:moveTo>
                  <a:pt x="5358893" y="1942431"/>
                </a:moveTo>
                <a:lnTo>
                  <a:pt x="5358893" y="1942431"/>
                </a:lnTo>
                <a:lnTo>
                  <a:pt x="5364797" y="1954239"/>
                </a:lnTo>
                <a:lnTo>
                  <a:pt x="5364797" y="1954239"/>
                </a:lnTo>
                <a:close/>
                <a:moveTo>
                  <a:pt x="5136518" y="1942417"/>
                </a:moveTo>
                <a:lnTo>
                  <a:pt x="5136513" y="1942422"/>
                </a:lnTo>
                <a:lnTo>
                  <a:pt x="5136514" y="1942423"/>
                </a:lnTo>
                <a:close/>
                <a:moveTo>
                  <a:pt x="5457047" y="1934803"/>
                </a:moveTo>
                <a:lnTo>
                  <a:pt x="5463198" y="1948336"/>
                </a:lnTo>
                <a:lnTo>
                  <a:pt x="5467816" y="1948966"/>
                </a:lnTo>
                <a:lnTo>
                  <a:pt x="5465166" y="1948335"/>
                </a:lnTo>
                <a:close/>
                <a:moveTo>
                  <a:pt x="9233919" y="1930624"/>
                </a:moveTo>
                <a:lnTo>
                  <a:pt x="9249663" y="1930624"/>
                </a:lnTo>
                <a:lnTo>
                  <a:pt x="9249663" y="1932592"/>
                </a:lnTo>
                <a:lnTo>
                  <a:pt x="9228015" y="1952272"/>
                </a:lnTo>
                <a:lnTo>
                  <a:pt x="9218175" y="1952272"/>
                </a:lnTo>
                <a:lnTo>
                  <a:pt x="9210303" y="1952272"/>
                </a:lnTo>
                <a:close/>
                <a:moveTo>
                  <a:pt x="8268612" y="1930604"/>
                </a:moveTo>
                <a:lnTo>
                  <a:pt x="8260298" y="1958318"/>
                </a:lnTo>
                <a:lnTo>
                  <a:pt x="8261719" y="1958175"/>
                </a:lnTo>
                <a:close/>
                <a:moveTo>
                  <a:pt x="5799729" y="1928655"/>
                </a:moveTo>
                <a:lnTo>
                  <a:pt x="5789889" y="1946367"/>
                </a:lnTo>
                <a:lnTo>
                  <a:pt x="5789889" y="1946368"/>
                </a:lnTo>
                <a:lnTo>
                  <a:pt x="5801339" y="1929192"/>
                </a:lnTo>
                <a:close/>
                <a:moveTo>
                  <a:pt x="7560345" y="1919727"/>
                </a:moveTo>
                <a:lnTo>
                  <a:pt x="7541425" y="1942431"/>
                </a:lnTo>
                <a:lnTo>
                  <a:pt x="7542212" y="1943454"/>
                </a:lnTo>
                <a:lnTo>
                  <a:pt x="7561104" y="1920783"/>
                </a:lnTo>
                <a:close/>
                <a:moveTo>
                  <a:pt x="3239355" y="1914878"/>
                </a:moveTo>
                <a:lnTo>
                  <a:pt x="3251164" y="1914878"/>
                </a:lnTo>
                <a:lnTo>
                  <a:pt x="3247228" y="1934558"/>
                </a:lnTo>
                <a:lnTo>
                  <a:pt x="3235420" y="1954238"/>
                </a:lnTo>
                <a:lnTo>
                  <a:pt x="3225579" y="1966046"/>
                </a:lnTo>
                <a:lnTo>
                  <a:pt x="3221643" y="1948334"/>
                </a:lnTo>
                <a:lnTo>
                  <a:pt x="3233452" y="1934558"/>
                </a:lnTo>
                <a:close/>
                <a:moveTo>
                  <a:pt x="3137018" y="1914878"/>
                </a:moveTo>
                <a:lnTo>
                  <a:pt x="3148826" y="1914878"/>
                </a:lnTo>
                <a:lnTo>
                  <a:pt x="3148826" y="1930622"/>
                </a:lnTo>
                <a:lnTo>
                  <a:pt x="3156698" y="1942430"/>
                </a:lnTo>
                <a:lnTo>
                  <a:pt x="3199995" y="1938494"/>
                </a:lnTo>
                <a:lnTo>
                  <a:pt x="3192123" y="1954238"/>
                </a:lnTo>
                <a:lnTo>
                  <a:pt x="3168507" y="1954238"/>
                </a:lnTo>
                <a:lnTo>
                  <a:pt x="3137018" y="1934558"/>
                </a:lnTo>
                <a:close/>
                <a:moveTo>
                  <a:pt x="5433618" y="1912920"/>
                </a:moveTo>
                <a:lnTo>
                  <a:pt x="5406125" y="1916848"/>
                </a:lnTo>
                <a:lnTo>
                  <a:pt x="5376621" y="1936517"/>
                </a:lnTo>
                <a:lnTo>
                  <a:pt x="5408094" y="1916847"/>
                </a:lnTo>
                <a:close/>
                <a:moveTo>
                  <a:pt x="2989415" y="1912910"/>
                </a:moveTo>
                <a:lnTo>
                  <a:pt x="2989414" y="1912910"/>
                </a:lnTo>
                <a:lnTo>
                  <a:pt x="2955946" y="1979847"/>
                </a:lnTo>
                <a:close/>
                <a:moveTo>
                  <a:pt x="5164059" y="1912904"/>
                </a:moveTo>
                <a:lnTo>
                  <a:pt x="5152258" y="1916838"/>
                </a:lnTo>
                <a:lnTo>
                  <a:pt x="5152255" y="1916846"/>
                </a:lnTo>
                <a:lnTo>
                  <a:pt x="5164059" y="1912912"/>
                </a:lnTo>
                <a:close/>
                <a:moveTo>
                  <a:pt x="8312887" y="1907007"/>
                </a:moveTo>
                <a:lnTo>
                  <a:pt x="8312887" y="1919602"/>
                </a:lnTo>
                <a:lnTo>
                  <a:pt x="8314855" y="1918815"/>
                </a:lnTo>
                <a:lnTo>
                  <a:pt x="8314855" y="1907007"/>
                </a:lnTo>
                <a:close/>
                <a:moveTo>
                  <a:pt x="5242784" y="1905053"/>
                </a:moveTo>
                <a:lnTo>
                  <a:pt x="5246716" y="1918816"/>
                </a:lnTo>
                <a:lnTo>
                  <a:pt x="5247993" y="1918943"/>
                </a:lnTo>
                <a:close/>
                <a:moveTo>
                  <a:pt x="7324942" y="1901103"/>
                </a:moveTo>
                <a:lnTo>
                  <a:pt x="7307230" y="1948336"/>
                </a:lnTo>
                <a:lnTo>
                  <a:pt x="7307230" y="1968016"/>
                </a:lnTo>
                <a:lnTo>
                  <a:pt x="7295422" y="1979824"/>
                </a:lnTo>
                <a:lnTo>
                  <a:pt x="7307231" y="1968015"/>
                </a:lnTo>
                <a:lnTo>
                  <a:pt x="7307231" y="1948335"/>
                </a:lnTo>
                <a:lnTo>
                  <a:pt x="7324943" y="1901103"/>
                </a:lnTo>
                <a:close/>
                <a:moveTo>
                  <a:pt x="5581281" y="1901101"/>
                </a:moveTo>
                <a:lnTo>
                  <a:pt x="5581279" y="1901103"/>
                </a:lnTo>
                <a:lnTo>
                  <a:pt x="5581279" y="1901103"/>
                </a:lnTo>
                <a:close/>
                <a:moveTo>
                  <a:pt x="7360366" y="1897167"/>
                </a:moveTo>
                <a:lnTo>
                  <a:pt x="7358757" y="1897346"/>
                </a:lnTo>
                <a:lnTo>
                  <a:pt x="7382005" y="1908970"/>
                </a:lnTo>
                <a:close/>
                <a:moveTo>
                  <a:pt x="6425558" y="1897167"/>
                </a:moveTo>
                <a:lnTo>
                  <a:pt x="6413750" y="1901103"/>
                </a:lnTo>
                <a:lnTo>
                  <a:pt x="6409814" y="1905039"/>
                </a:lnTo>
                <a:lnTo>
                  <a:pt x="6405878" y="1908975"/>
                </a:lnTo>
                <a:lnTo>
                  <a:pt x="6401942" y="1916847"/>
                </a:lnTo>
                <a:lnTo>
                  <a:pt x="6398006" y="1916847"/>
                </a:lnTo>
                <a:lnTo>
                  <a:pt x="6394070" y="1916847"/>
                </a:lnTo>
                <a:lnTo>
                  <a:pt x="6374390" y="1922751"/>
                </a:lnTo>
                <a:lnTo>
                  <a:pt x="6356678" y="1930623"/>
                </a:lnTo>
                <a:lnTo>
                  <a:pt x="6340934" y="1920784"/>
                </a:lnTo>
                <a:lnTo>
                  <a:pt x="6340934" y="1920784"/>
                </a:lnTo>
                <a:lnTo>
                  <a:pt x="6356678" y="1932592"/>
                </a:lnTo>
                <a:lnTo>
                  <a:pt x="6352742" y="1932592"/>
                </a:lnTo>
                <a:lnTo>
                  <a:pt x="6348806" y="1934560"/>
                </a:lnTo>
                <a:lnTo>
                  <a:pt x="6329125" y="1946369"/>
                </a:lnTo>
                <a:lnTo>
                  <a:pt x="6319285" y="1954241"/>
                </a:lnTo>
                <a:lnTo>
                  <a:pt x="6307477" y="1956209"/>
                </a:lnTo>
                <a:lnTo>
                  <a:pt x="6301573" y="1969985"/>
                </a:lnTo>
                <a:lnTo>
                  <a:pt x="6293701" y="1987697"/>
                </a:lnTo>
                <a:lnTo>
                  <a:pt x="6285829" y="1991633"/>
                </a:lnTo>
                <a:lnTo>
                  <a:pt x="6287797" y="2003441"/>
                </a:lnTo>
                <a:lnTo>
                  <a:pt x="6291733" y="2011313"/>
                </a:lnTo>
                <a:lnTo>
                  <a:pt x="6297637" y="2019185"/>
                </a:lnTo>
                <a:lnTo>
                  <a:pt x="6307477" y="2029025"/>
                </a:lnTo>
                <a:lnTo>
                  <a:pt x="6307477" y="2046737"/>
                </a:lnTo>
                <a:lnTo>
                  <a:pt x="6309445" y="2060514"/>
                </a:lnTo>
                <a:lnTo>
                  <a:pt x="6315349" y="2074290"/>
                </a:lnTo>
                <a:lnTo>
                  <a:pt x="6319285" y="2082162"/>
                </a:lnTo>
                <a:lnTo>
                  <a:pt x="6325189" y="2088066"/>
                </a:lnTo>
                <a:lnTo>
                  <a:pt x="6329125" y="2095938"/>
                </a:lnTo>
                <a:lnTo>
                  <a:pt x="6335030" y="2101842"/>
                </a:lnTo>
                <a:lnTo>
                  <a:pt x="6335030" y="2103153"/>
                </a:lnTo>
                <a:lnTo>
                  <a:pt x="6356678" y="2117585"/>
                </a:lnTo>
                <a:lnTo>
                  <a:pt x="6364550" y="2125457"/>
                </a:lnTo>
                <a:lnTo>
                  <a:pt x="6364550" y="2137265"/>
                </a:lnTo>
                <a:lnTo>
                  <a:pt x="6380294" y="2153009"/>
                </a:lnTo>
                <a:lnTo>
                  <a:pt x="6380294" y="2160882"/>
                </a:lnTo>
                <a:lnTo>
                  <a:pt x="6380294" y="2172690"/>
                </a:lnTo>
                <a:lnTo>
                  <a:pt x="6364550" y="2186466"/>
                </a:lnTo>
                <a:lnTo>
                  <a:pt x="6348806" y="2198274"/>
                </a:lnTo>
                <a:lnTo>
                  <a:pt x="6340934" y="2210082"/>
                </a:lnTo>
                <a:lnTo>
                  <a:pt x="6344448" y="2236439"/>
                </a:lnTo>
                <a:lnTo>
                  <a:pt x="6346837" y="2237634"/>
                </a:lnTo>
                <a:lnTo>
                  <a:pt x="6346837" y="2239602"/>
                </a:lnTo>
                <a:lnTo>
                  <a:pt x="6352742" y="2251410"/>
                </a:lnTo>
                <a:lnTo>
                  <a:pt x="6360614" y="2257314"/>
                </a:lnTo>
                <a:lnTo>
                  <a:pt x="6372422" y="2261250"/>
                </a:lnTo>
                <a:lnTo>
                  <a:pt x="6384230" y="2265186"/>
                </a:lnTo>
                <a:lnTo>
                  <a:pt x="6386198" y="2276994"/>
                </a:lnTo>
                <a:lnTo>
                  <a:pt x="6394070" y="2284866"/>
                </a:lnTo>
                <a:lnTo>
                  <a:pt x="6413750" y="2296674"/>
                </a:lnTo>
                <a:lnTo>
                  <a:pt x="6437366" y="2296674"/>
                </a:lnTo>
                <a:lnTo>
                  <a:pt x="6459015" y="2292738"/>
                </a:lnTo>
                <a:lnTo>
                  <a:pt x="6482631" y="2292738"/>
                </a:lnTo>
                <a:lnTo>
                  <a:pt x="6488535" y="2288802"/>
                </a:lnTo>
                <a:lnTo>
                  <a:pt x="6496407" y="2280930"/>
                </a:lnTo>
                <a:lnTo>
                  <a:pt x="6496407" y="2267154"/>
                </a:lnTo>
                <a:lnTo>
                  <a:pt x="6496411" y="2267154"/>
                </a:lnTo>
                <a:lnTo>
                  <a:pt x="6496407" y="2267154"/>
                </a:lnTo>
                <a:lnTo>
                  <a:pt x="6496407" y="2210081"/>
                </a:lnTo>
                <a:lnTo>
                  <a:pt x="6492471" y="2202209"/>
                </a:lnTo>
                <a:lnTo>
                  <a:pt x="6484599" y="2198273"/>
                </a:lnTo>
                <a:lnTo>
                  <a:pt x="6476726" y="2190401"/>
                </a:lnTo>
                <a:lnTo>
                  <a:pt x="6480663" y="2188433"/>
                </a:lnTo>
                <a:lnTo>
                  <a:pt x="6484599" y="2188433"/>
                </a:lnTo>
                <a:lnTo>
                  <a:pt x="6484599" y="2184497"/>
                </a:lnTo>
                <a:lnTo>
                  <a:pt x="6484599" y="2180561"/>
                </a:lnTo>
                <a:lnTo>
                  <a:pt x="6480663" y="2168753"/>
                </a:lnTo>
                <a:lnTo>
                  <a:pt x="6476726" y="2168753"/>
                </a:lnTo>
                <a:lnTo>
                  <a:pt x="6468854" y="2168753"/>
                </a:lnTo>
                <a:lnTo>
                  <a:pt x="6466886" y="2168753"/>
                </a:lnTo>
                <a:lnTo>
                  <a:pt x="6460982" y="2164817"/>
                </a:lnTo>
                <a:lnTo>
                  <a:pt x="6460982" y="2156945"/>
                </a:lnTo>
                <a:lnTo>
                  <a:pt x="6466886" y="2153009"/>
                </a:lnTo>
                <a:lnTo>
                  <a:pt x="6468854" y="2149073"/>
                </a:lnTo>
                <a:lnTo>
                  <a:pt x="6480663" y="2153009"/>
                </a:lnTo>
                <a:lnTo>
                  <a:pt x="6496407" y="2149073"/>
                </a:lnTo>
                <a:lnTo>
                  <a:pt x="6508215" y="2145137"/>
                </a:lnTo>
                <a:lnTo>
                  <a:pt x="6518055" y="2139233"/>
                </a:lnTo>
                <a:lnTo>
                  <a:pt x="6514119" y="2135297"/>
                </a:lnTo>
                <a:lnTo>
                  <a:pt x="6512151" y="2127425"/>
                </a:lnTo>
                <a:lnTo>
                  <a:pt x="6500343" y="2115616"/>
                </a:lnTo>
                <a:lnTo>
                  <a:pt x="6500343" y="2107744"/>
                </a:lnTo>
                <a:lnTo>
                  <a:pt x="6492471" y="2099872"/>
                </a:lnTo>
                <a:lnTo>
                  <a:pt x="6480663" y="2093968"/>
                </a:lnTo>
                <a:lnTo>
                  <a:pt x="6468854" y="2093968"/>
                </a:lnTo>
                <a:lnTo>
                  <a:pt x="6466886" y="2095936"/>
                </a:lnTo>
                <a:lnTo>
                  <a:pt x="6460982" y="2099872"/>
                </a:lnTo>
                <a:lnTo>
                  <a:pt x="6459014" y="2107744"/>
                </a:lnTo>
                <a:lnTo>
                  <a:pt x="6455078" y="2093968"/>
                </a:lnTo>
                <a:lnTo>
                  <a:pt x="6466886" y="2082161"/>
                </a:lnTo>
                <a:lnTo>
                  <a:pt x="6464919" y="2082161"/>
                </a:lnTo>
                <a:lnTo>
                  <a:pt x="6455079" y="2092001"/>
                </a:lnTo>
                <a:lnTo>
                  <a:pt x="6459015" y="2080193"/>
                </a:lnTo>
                <a:lnTo>
                  <a:pt x="6459015" y="2068385"/>
                </a:lnTo>
                <a:lnTo>
                  <a:pt x="6451143" y="2064449"/>
                </a:lnTo>
                <a:lnTo>
                  <a:pt x="6443271" y="2062481"/>
                </a:lnTo>
                <a:lnTo>
                  <a:pt x="6435398" y="2058545"/>
                </a:lnTo>
                <a:lnTo>
                  <a:pt x="6429494" y="2058545"/>
                </a:lnTo>
                <a:lnTo>
                  <a:pt x="6421622" y="2050672"/>
                </a:lnTo>
                <a:lnTo>
                  <a:pt x="6417686" y="2042800"/>
                </a:lnTo>
                <a:lnTo>
                  <a:pt x="6413750" y="2027056"/>
                </a:lnTo>
                <a:lnTo>
                  <a:pt x="6398006" y="2013280"/>
                </a:lnTo>
                <a:lnTo>
                  <a:pt x="6394070" y="2003440"/>
                </a:lnTo>
                <a:lnTo>
                  <a:pt x="6394070" y="1993600"/>
                </a:lnTo>
                <a:lnTo>
                  <a:pt x="6398006" y="1993600"/>
                </a:lnTo>
                <a:lnTo>
                  <a:pt x="6405878" y="1999504"/>
                </a:lnTo>
                <a:lnTo>
                  <a:pt x="6413750" y="2003440"/>
                </a:lnTo>
                <a:lnTo>
                  <a:pt x="6417686" y="2003440"/>
                </a:lnTo>
                <a:lnTo>
                  <a:pt x="6421622" y="1993600"/>
                </a:lnTo>
                <a:lnTo>
                  <a:pt x="6417686" y="1991632"/>
                </a:lnTo>
                <a:lnTo>
                  <a:pt x="6417686" y="1987696"/>
                </a:lnTo>
                <a:lnTo>
                  <a:pt x="6417686" y="1979824"/>
                </a:lnTo>
                <a:lnTo>
                  <a:pt x="6439335" y="1969984"/>
                </a:lnTo>
                <a:lnTo>
                  <a:pt x="6462951" y="1968016"/>
                </a:lnTo>
                <a:lnTo>
                  <a:pt x="6470823" y="1966048"/>
                </a:lnTo>
                <a:lnTo>
                  <a:pt x="6470823" y="1958176"/>
                </a:lnTo>
                <a:lnTo>
                  <a:pt x="6470823" y="1942432"/>
                </a:lnTo>
                <a:lnTo>
                  <a:pt x="6470823" y="1934559"/>
                </a:lnTo>
                <a:lnTo>
                  <a:pt x="6474759" y="1930623"/>
                </a:lnTo>
                <a:lnTo>
                  <a:pt x="6474759" y="1922751"/>
                </a:lnTo>
                <a:lnTo>
                  <a:pt x="6470823" y="1916847"/>
                </a:lnTo>
                <a:lnTo>
                  <a:pt x="6470823" y="1912911"/>
                </a:lnTo>
                <a:lnTo>
                  <a:pt x="6466887" y="1908975"/>
                </a:lnTo>
                <a:lnTo>
                  <a:pt x="6455079" y="1908975"/>
                </a:lnTo>
                <a:lnTo>
                  <a:pt x="6443271" y="1908975"/>
                </a:lnTo>
                <a:lnTo>
                  <a:pt x="6439335" y="1905039"/>
                </a:lnTo>
                <a:lnTo>
                  <a:pt x="6435398" y="1901103"/>
                </a:lnTo>
                <a:close/>
                <a:moveTo>
                  <a:pt x="5179726" y="1889543"/>
                </a:moveTo>
                <a:lnTo>
                  <a:pt x="5183740" y="1891263"/>
                </a:lnTo>
                <a:lnTo>
                  <a:pt x="5184313" y="1890854"/>
                </a:lnTo>
                <a:close/>
                <a:moveTo>
                  <a:pt x="9290991" y="1887328"/>
                </a:moveTo>
                <a:lnTo>
                  <a:pt x="9296895" y="1887328"/>
                </a:lnTo>
                <a:lnTo>
                  <a:pt x="9298863" y="1895200"/>
                </a:lnTo>
                <a:lnTo>
                  <a:pt x="9287055" y="1907008"/>
                </a:lnTo>
                <a:lnTo>
                  <a:pt x="9275247" y="1908976"/>
                </a:lnTo>
                <a:lnTo>
                  <a:pt x="9275247" y="1901104"/>
                </a:lnTo>
                <a:close/>
                <a:moveTo>
                  <a:pt x="3217707" y="1887326"/>
                </a:moveTo>
                <a:lnTo>
                  <a:pt x="3225579" y="1887326"/>
                </a:lnTo>
                <a:lnTo>
                  <a:pt x="3225579" y="1895198"/>
                </a:lnTo>
                <a:lnTo>
                  <a:pt x="3217707" y="1899134"/>
                </a:lnTo>
                <a:lnTo>
                  <a:pt x="3209835" y="1908974"/>
                </a:lnTo>
                <a:lnTo>
                  <a:pt x="3205899" y="1908974"/>
                </a:lnTo>
                <a:lnTo>
                  <a:pt x="3209835" y="1895198"/>
                </a:lnTo>
                <a:close/>
                <a:moveTo>
                  <a:pt x="5215228" y="1877487"/>
                </a:moveTo>
                <a:lnTo>
                  <a:pt x="5195548" y="1881423"/>
                </a:lnTo>
                <a:lnTo>
                  <a:pt x="5186470" y="1887475"/>
                </a:lnTo>
                <a:lnTo>
                  <a:pt x="5186041" y="1889619"/>
                </a:lnTo>
                <a:lnTo>
                  <a:pt x="5197516" y="1881423"/>
                </a:lnTo>
                <a:lnTo>
                  <a:pt x="5215228" y="1877487"/>
                </a:lnTo>
                <a:lnTo>
                  <a:pt x="5215230" y="1877489"/>
                </a:lnTo>
                <a:close/>
                <a:moveTo>
                  <a:pt x="5347084" y="1875520"/>
                </a:moveTo>
                <a:lnTo>
                  <a:pt x="5341181" y="1885359"/>
                </a:lnTo>
                <a:lnTo>
                  <a:pt x="5319533" y="1881423"/>
                </a:lnTo>
                <a:lnTo>
                  <a:pt x="5301821" y="1893231"/>
                </a:lnTo>
                <a:lnTo>
                  <a:pt x="5272300" y="1897167"/>
                </a:lnTo>
                <a:lnTo>
                  <a:pt x="5250652" y="1897167"/>
                </a:lnTo>
                <a:lnTo>
                  <a:pt x="5250643" y="1897165"/>
                </a:lnTo>
                <a:lnTo>
                  <a:pt x="5250652" y="1897167"/>
                </a:lnTo>
                <a:lnTo>
                  <a:pt x="5242781" y="1905038"/>
                </a:lnTo>
                <a:lnTo>
                  <a:pt x="5250651" y="1899136"/>
                </a:lnTo>
                <a:lnTo>
                  <a:pt x="5274268" y="1899136"/>
                </a:lnTo>
                <a:lnTo>
                  <a:pt x="5301820" y="1895200"/>
                </a:lnTo>
                <a:lnTo>
                  <a:pt x="5319532" y="1883392"/>
                </a:lnTo>
                <a:lnTo>
                  <a:pt x="5341180" y="1887328"/>
                </a:lnTo>
                <a:close/>
                <a:moveTo>
                  <a:pt x="6291733" y="1863711"/>
                </a:moveTo>
                <a:lnTo>
                  <a:pt x="6291733" y="1863712"/>
                </a:lnTo>
                <a:lnTo>
                  <a:pt x="6329125" y="1871584"/>
                </a:lnTo>
                <a:lnTo>
                  <a:pt x="6337566" y="1880868"/>
                </a:lnTo>
                <a:lnTo>
                  <a:pt x="6329126" y="1869615"/>
                </a:lnTo>
                <a:close/>
                <a:moveTo>
                  <a:pt x="5717073" y="1863711"/>
                </a:moveTo>
                <a:lnTo>
                  <a:pt x="5717072" y="1863711"/>
                </a:lnTo>
                <a:lnTo>
                  <a:pt x="5712984" y="1865528"/>
                </a:lnTo>
                <a:lnTo>
                  <a:pt x="5718254" y="1863947"/>
                </a:lnTo>
                <a:close/>
                <a:moveTo>
                  <a:pt x="8307422" y="1859773"/>
                </a:moveTo>
                <a:lnTo>
                  <a:pt x="8295175" y="1873551"/>
                </a:lnTo>
                <a:lnTo>
                  <a:pt x="8275495" y="1863711"/>
                </a:lnTo>
                <a:lnTo>
                  <a:pt x="8275494" y="1863711"/>
                </a:lnTo>
                <a:lnTo>
                  <a:pt x="8295174" y="1875519"/>
                </a:lnTo>
                <a:close/>
                <a:moveTo>
                  <a:pt x="5530094" y="1857813"/>
                </a:moveTo>
                <a:lnTo>
                  <a:pt x="5510430" y="1863712"/>
                </a:lnTo>
                <a:lnTo>
                  <a:pt x="5482877" y="1863712"/>
                </a:lnTo>
                <a:lnTo>
                  <a:pt x="5475014" y="1859780"/>
                </a:lnTo>
                <a:lnTo>
                  <a:pt x="5482878" y="1865678"/>
                </a:lnTo>
                <a:lnTo>
                  <a:pt x="5510430" y="1865678"/>
                </a:lnTo>
                <a:close/>
                <a:moveTo>
                  <a:pt x="7515349" y="1857807"/>
                </a:moveTo>
                <a:lnTo>
                  <a:pt x="7527137" y="1873525"/>
                </a:lnTo>
                <a:lnTo>
                  <a:pt x="7515840" y="1857807"/>
                </a:lnTo>
                <a:close/>
                <a:moveTo>
                  <a:pt x="2316392" y="1855848"/>
                </a:moveTo>
                <a:lnTo>
                  <a:pt x="2345870" y="1863709"/>
                </a:lnTo>
                <a:lnTo>
                  <a:pt x="2373399" y="1875507"/>
                </a:lnTo>
                <a:lnTo>
                  <a:pt x="2347838" y="1863710"/>
                </a:lnTo>
                <a:close/>
                <a:moveTo>
                  <a:pt x="8310919" y="1855838"/>
                </a:moveTo>
                <a:lnTo>
                  <a:pt x="8309123" y="1857859"/>
                </a:lnTo>
                <a:lnTo>
                  <a:pt x="8354215" y="1871583"/>
                </a:lnTo>
                <a:lnTo>
                  <a:pt x="8365455" y="1901558"/>
                </a:lnTo>
                <a:lnTo>
                  <a:pt x="8366024" y="1901103"/>
                </a:lnTo>
                <a:lnTo>
                  <a:pt x="8356184" y="1869615"/>
                </a:lnTo>
                <a:close/>
                <a:moveTo>
                  <a:pt x="7389887" y="1851903"/>
                </a:moveTo>
                <a:lnTo>
                  <a:pt x="7389887" y="1851903"/>
                </a:lnTo>
                <a:lnTo>
                  <a:pt x="7401695" y="1893231"/>
                </a:lnTo>
                <a:lnTo>
                  <a:pt x="7382015" y="1908975"/>
                </a:lnTo>
                <a:lnTo>
                  <a:pt x="7401695" y="1893231"/>
                </a:lnTo>
                <a:close/>
                <a:moveTo>
                  <a:pt x="5778084" y="1847971"/>
                </a:moveTo>
                <a:lnTo>
                  <a:pt x="5795793" y="1871582"/>
                </a:lnTo>
                <a:lnTo>
                  <a:pt x="5803665" y="1905039"/>
                </a:lnTo>
                <a:lnTo>
                  <a:pt x="5815467" y="1916840"/>
                </a:lnTo>
                <a:lnTo>
                  <a:pt x="5805633" y="1905039"/>
                </a:lnTo>
                <a:lnTo>
                  <a:pt x="5797761" y="1871583"/>
                </a:lnTo>
                <a:close/>
                <a:moveTo>
                  <a:pt x="8249911" y="1845998"/>
                </a:moveTo>
                <a:lnTo>
                  <a:pt x="8249910" y="1845999"/>
                </a:lnTo>
                <a:lnTo>
                  <a:pt x="8249910" y="1863711"/>
                </a:lnTo>
                <a:lnTo>
                  <a:pt x="8263686" y="1875519"/>
                </a:lnTo>
                <a:lnTo>
                  <a:pt x="8275491" y="1863714"/>
                </a:lnTo>
                <a:lnTo>
                  <a:pt x="8263687" y="1873551"/>
                </a:lnTo>
                <a:lnTo>
                  <a:pt x="8249911" y="1863711"/>
                </a:lnTo>
                <a:close/>
                <a:moveTo>
                  <a:pt x="5360861" y="1844031"/>
                </a:moveTo>
                <a:lnTo>
                  <a:pt x="5341181" y="1855839"/>
                </a:lnTo>
                <a:lnTo>
                  <a:pt x="5347083" y="1875512"/>
                </a:lnTo>
                <a:lnTo>
                  <a:pt x="5343148" y="1855839"/>
                </a:lnTo>
                <a:lnTo>
                  <a:pt x="5360860" y="1844031"/>
                </a:lnTo>
                <a:close/>
                <a:moveTo>
                  <a:pt x="2288799" y="1840094"/>
                </a:moveTo>
                <a:lnTo>
                  <a:pt x="2316329" y="1855825"/>
                </a:lnTo>
                <a:lnTo>
                  <a:pt x="2290765" y="1840094"/>
                </a:lnTo>
                <a:close/>
                <a:moveTo>
                  <a:pt x="9324448" y="1838127"/>
                </a:moveTo>
                <a:lnTo>
                  <a:pt x="9326416" y="1845999"/>
                </a:lnTo>
                <a:lnTo>
                  <a:pt x="9322480" y="1849935"/>
                </a:lnTo>
                <a:lnTo>
                  <a:pt x="9320512" y="1847967"/>
                </a:lnTo>
                <a:lnTo>
                  <a:pt x="9322480" y="1844031"/>
                </a:lnTo>
                <a:close/>
                <a:moveTo>
                  <a:pt x="5429725" y="1836152"/>
                </a:moveTo>
                <a:lnTo>
                  <a:pt x="5429741" y="1836159"/>
                </a:lnTo>
                <a:lnTo>
                  <a:pt x="5435645" y="1855839"/>
                </a:lnTo>
                <a:lnTo>
                  <a:pt x="5447453" y="1855839"/>
                </a:lnTo>
                <a:lnTo>
                  <a:pt x="5451389" y="1875520"/>
                </a:lnTo>
                <a:lnTo>
                  <a:pt x="5437628" y="1883383"/>
                </a:lnTo>
                <a:lnTo>
                  <a:pt x="5453357" y="1875518"/>
                </a:lnTo>
                <a:lnTo>
                  <a:pt x="5449421" y="1855838"/>
                </a:lnTo>
                <a:lnTo>
                  <a:pt x="5459262" y="1855838"/>
                </a:lnTo>
                <a:lnTo>
                  <a:pt x="5459262" y="1855837"/>
                </a:lnTo>
                <a:lnTo>
                  <a:pt x="5459262" y="1855838"/>
                </a:lnTo>
                <a:lnTo>
                  <a:pt x="5435645" y="1855838"/>
                </a:lnTo>
                <a:lnTo>
                  <a:pt x="5429741" y="1836158"/>
                </a:lnTo>
                <a:close/>
                <a:moveTo>
                  <a:pt x="8804888" y="1832240"/>
                </a:moveTo>
                <a:lnTo>
                  <a:pt x="8793084" y="1887327"/>
                </a:lnTo>
                <a:lnTo>
                  <a:pt x="8779024" y="1899981"/>
                </a:lnTo>
                <a:lnTo>
                  <a:pt x="8795051" y="1889296"/>
                </a:lnTo>
                <a:close/>
                <a:moveTo>
                  <a:pt x="5486441" y="1819006"/>
                </a:moveTo>
                <a:lnTo>
                  <a:pt x="5478942" y="1830254"/>
                </a:lnTo>
                <a:lnTo>
                  <a:pt x="5478932" y="1830264"/>
                </a:lnTo>
                <a:lnTo>
                  <a:pt x="5478941" y="1830256"/>
                </a:lnTo>
                <a:close/>
                <a:moveTo>
                  <a:pt x="9348064" y="1810575"/>
                </a:moveTo>
                <a:lnTo>
                  <a:pt x="9355936" y="1810575"/>
                </a:lnTo>
                <a:lnTo>
                  <a:pt x="9355936" y="1816479"/>
                </a:lnTo>
                <a:lnTo>
                  <a:pt x="9348064" y="1822383"/>
                </a:lnTo>
                <a:lnTo>
                  <a:pt x="9344128" y="1822383"/>
                </a:lnTo>
                <a:lnTo>
                  <a:pt x="9344128" y="1816479"/>
                </a:lnTo>
                <a:close/>
                <a:moveTo>
                  <a:pt x="8119908" y="1800751"/>
                </a:moveTo>
                <a:lnTo>
                  <a:pt x="8078417" y="1806409"/>
                </a:lnTo>
                <a:lnTo>
                  <a:pt x="8078693" y="1806638"/>
                </a:lnTo>
                <a:close/>
                <a:moveTo>
                  <a:pt x="8152396" y="1798831"/>
                </a:moveTo>
                <a:lnTo>
                  <a:pt x="8120033" y="1800734"/>
                </a:lnTo>
                <a:lnTo>
                  <a:pt x="8149541" y="1800734"/>
                </a:lnTo>
                <a:close/>
                <a:moveTo>
                  <a:pt x="7462697" y="1796805"/>
                </a:moveTo>
                <a:lnTo>
                  <a:pt x="7448929" y="1810574"/>
                </a:lnTo>
                <a:lnTo>
                  <a:pt x="7450896" y="1810574"/>
                </a:lnTo>
                <a:close/>
                <a:moveTo>
                  <a:pt x="3162602" y="1790894"/>
                </a:moveTo>
                <a:lnTo>
                  <a:pt x="3176378" y="1790894"/>
                </a:lnTo>
                <a:lnTo>
                  <a:pt x="3217707" y="1826318"/>
                </a:lnTo>
                <a:lnTo>
                  <a:pt x="3209835" y="1832222"/>
                </a:lnTo>
                <a:lnTo>
                  <a:pt x="3184250" y="1828286"/>
                </a:lnTo>
                <a:lnTo>
                  <a:pt x="3162602" y="1818446"/>
                </a:lnTo>
                <a:lnTo>
                  <a:pt x="3150793" y="1802702"/>
                </a:lnTo>
                <a:close/>
                <a:moveTo>
                  <a:pt x="5109066" y="1783449"/>
                </a:moveTo>
                <a:lnTo>
                  <a:pt x="5122408" y="1788786"/>
                </a:lnTo>
                <a:lnTo>
                  <a:pt x="5120763" y="1786958"/>
                </a:lnTo>
                <a:close/>
                <a:moveTo>
                  <a:pt x="8029523" y="1781067"/>
                </a:moveTo>
                <a:lnTo>
                  <a:pt x="8066884" y="1796798"/>
                </a:lnTo>
                <a:lnTo>
                  <a:pt x="8064917" y="1794831"/>
                </a:lnTo>
                <a:close/>
                <a:moveTo>
                  <a:pt x="9369712" y="1781055"/>
                </a:moveTo>
                <a:lnTo>
                  <a:pt x="9369712" y="1790895"/>
                </a:lnTo>
                <a:lnTo>
                  <a:pt x="9363808" y="1798767"/>
                </a:lnTo>
                <a:lnTo>
                  <a:pt x="9357904" y="1798767"/>
                </a:lnTo>
                <a:lnTo>
                  <a:pt x="9359872" y="1784991"/>
                </a:lnTo>
                <a:close/>
                <a:moveTo>
                  <a:pt x="5148315" y="1769246"/>
                </a:moveTo>
                <a:lnTo>
                  <a:pt x="5138475" y="1777118"/>
                </a:lnTo>
                <a:lnTo>
                  <a:pt x="5138475" y="1804656"/>
                </a:lnTo>
                <a:lnTo>
                  <a:pt x="5140443" y="1806624"/>
                </a:lnTo>
                <a:lnTo>
                  <a:pt x="5140443" y="1788926"/>
                </a:lnTo>
                <a:lnTo>
                  <a:pt x="5140443" y="1777118"/>
                </a:lnTo>
                <a:lnTo>
                  <a:pt x="5148315" y="1769246"/>
                </a:lnTo>
                <a:lnTo>
                  <a:pt x="5154219" y="1784990"/>
                </a:lnTo>
                <a:lnTo>
                  <a:pt x="5158154" y="1810564"/>
                </a:lnTo>
                <a:lnTo>
                  <a:pt x="5154219" y="1783022"/>
                </a:lnTo>
                <a:lnTo>
                  <a:pt x="5148315" y="1769246"/>
                </a:lnTo>
                <a:close/>
                <a:moveTo>
                  <a:pt x="5453358" y="1761374"/>
                </a:moveTo>
                <a:lnTo>
                  <a:pt x="5494686" y="1798766"/>
                </a:lnTo>
                <a:lnTo>
                  <a:pt x="5508462" y="1800734"/>
                </a:lnTo>
                <a:lnTo>
                  <a:pt x="5504526" y="1814510"/>
                </a:lnTo>
                <a:lnTo>
                  <a:pt x="5486814" y="1818446"/>
                </a:lnTo>
                <a:lnTo>
                  <a:pt x="5486813" y="1818447"/>
                </a:lnTo>
                <a:lnTo>
                  <a:pt x="5506494" y="1814511"/>
                </a:lnTo>
                <a:lnTo>
                  <a:pt x="5510430" y="1798767"/>
                </a:lnTo>
                <a:lnTo>
                  <a:pt x="5532078" y="1810575"/>
                </a:lnTo>
                <a:lnTo>
                  <a:pt x="5591118" y="1802703"/>
                </a:lnTo>
                <a:lnTo>
                  <a:pt x="5608830" y="1818447"/>
                </a:lnTo>
                <a:lnTo>
                  <a:pt x="5600958" y="1840096"/>
                </a:lnTo>
                <a:lnTo>
                  <a:pt x="5589160" y="1845995"/>
                </a:lnTo>
                <a:lnTo>
                  <a:pt x="5600959" y="1842062"/>
                </a:lnTo>
                <a:lnTo>
                  <a:pt x="5621378" y="1862481"/>
                </a:lnTo>
                <a:lnTo>
                  <a:pt x="5621443" y="1862441"/>
                </a:lnTo>
                <a:lnTo>
                  <a:pt x="5600959" y="1840095"/>
                </a:lnTo>
                <a:lnTo>
                  <a:pt x="5608831" y="1818446"/>
                </a:lnTo>
                <a:lnTo>
                  <a:pt x="5620638" y="1806639"/>
                </a:lnTo>
                <a:lnTo>
                  <a:pt x="5608832" y="1816478"/>
                </a:lnTo>
                <a:lnTo>
                  <a:pt x="5591120" y="1802702"/>
                </a:lnTo>
                <a:lnTo>
                  <a:pt x="5532079" y="1810574"/>
                </a:lnTo>
                <a:lnTo>
                  <a:pt x="5510431" y="1798766"/>
                </a:lnTo>
                <a:lnTo>
                  <a:pt x="5496655" y="1798766"/>
                </a:lnTo>
                <a:close/>
                <a:moveTo>
                  <a:pt x="8222378" y="1757454"/>
                </a:moveTo>
                <a:lnTo>
                  <a:pt x="8251878" y="1781054"/>
                </a:lnTo>
                <a:lnTo>
                  <a:pt x="8253591" y="1780864"/>
                </a:lnTo>
                <a:close/>
                <a:moveTo>
                  <a:pt x="6016211" y="1755471"/>
                </a:moveTo>
                <a:lnTo>
                  <a:pt x="6014969" y="1755523"/>
                </a:lnTo>
                <a:lnTo>
                  <a:pt x="6030629" y="1767268"/>
                </a:lnTo>
                <a:close/>
                <a:moveTo>
                  <a:pt x="4949545" y="1755470"/>
                </a:moveTo>
                <a:lnTo>
                  <a:pt x="4953481" y="1757438"/>
                </a:lnTo>
                <a:lnTo>
                  <a:pt x="4945609" y="1761374"/>
                </a:lnTo>
                <a:lnTo>
                  <a:pt x="4943641" y="1757438"/>
                </a:lnTo>
                <a:close/>
                <a:moveTo>
                  <a:pt x="8200710" y="1753503"/>
                </a:moveTo>
                <a:lnTo>
                  <a:pt x="8200514" y="1753797"/>
                </a:lnTo>
                <a:lnTo>
                  <a:pt x="8222292" y="1757427"/>
                </a:lnTo>
                <a:close/>
                <a:moveTo>
                  <a:pt x="1332344" y="1749566"/>
                </a:moveTo>
                <a:lnTo>
                  <a:pt x="1352024" y="1749566"/>
                </a:lnTo>
                <a:lnTo>
                  <a:pt x="1369736" y="1773182"/>
                </a:lnTo>
                <a:lnTo>
                  <a:pt x="1403193" y="1784990"/>
                </a:lnTo>
                <a:lnTo>
                  <a:pt x="1416969" y="1784990"/>
                </a:lnTo>
                <a:lnTo>
                  <a:pt x="1428777" y="1792863"/>
                </a:lnTo>
                <a:lnTo>
                  <a:pt x="1432713" y="1806639"/>
                </a:lnTo>
                <a:lnTo>
                  <a:pt x="1452393" y="1826319"/>
                </a:lnTo>
                <a:lnTo>
                  <a:pt x="1466169" y="1834191"/>
                </a:lnTo>
                <a:lnTo>
                  <a:pt x="1474042" y="1851903"/>
                </a:lnTo>
                <a:lnTo>
                  <a:pt x="1464201" y="1855839"/>
                </a:lnTo>
                <a:lnTo>
                  <a:pt x="1448457" y="1847967"/>
                </a:lnTo>
                <a:lnTo>
                  <a:pt x="1432713" y="1847967"/>
                </a:lnTo>
                <a:lnTo>
                  <a:pt x="1415001" y="1838127"/>
                </a:lnTo>
                <a:lnTo>
                  <a:pt x="1393352" y="1814511"/>
                </a:lnTo>
                <a:lnTo>
                  <a:pt x="1381544" y="1802703"/>
                </a:lnTo>
                <a:lnTo>
                  <a:pt x="1369736" y="1802703"/>
                </a:lnTo>
                <a:lnTo>
                  <a:pt x="1357928" y="1792863"/>
                </a:lnTo>
                <a:lnTo>
                  <a:pt x="1348088" y="1792863"/>
                </a:lnTo>
                <a:lnTo>
                  <a:pt x="1332344" y="1757438"/>
                </a:lnTo>
                <a:close/>
                <a:moveTo>
                  <a:pt x="5961714" y="1748964"/>
                </a:moveTo>
                <a:lnTo>
                  <a:pt x="5967010" y="1757438"/>
                </a:lnTo>
                <a:lnTo>
                  <a:pt x="5968841" y="1757279"/>
                </a:lnTo>
                <a:close/>
                <a:moveTo>
                  <a:pt x="7637857" y="1747599"/>
                </a:moveTo>
                <a:lnTo>
                  <a:pt x="7636028" y="1747729"/>
                </a:lnTo>
                <a:lnTo>
                  <a:pt x="7653596" y="1764321"/>
                </a:lnTo>
                <a:close/>
                <a:moveTo>
                  <a:pt x="6317317" y="1745631"/>
                </a:moveTo>
                <a:lnTo>
                  <a:pt x="6315689" y="1746038"/>
                </a:lnTo>
                <a:lnTo>
                  <a:pt x="6321609" y="1753141"/>
                </a:lnTo>
                <a:close/>
                <a:moveTo>
                  <a:pt x="5128636" y="1739726"/>
                </a:moveTo>
                <a:lnTo>
                  <a:pt x="5134539" y="1747597"/>
                </a:lnTo>
                <a:lnTo>
                  <a:pt x="5134539" y="1744154"/>
                </a:lnTo>
                <a:close/>
                <a:moveTo>
                  <a:pt x="5136508" y="1739723"/>
                </a:moveTo>
                <a:lnTo>
                  <a:pt x="5136507" y="1739725"/>
                </a:lnTo>
                <a:lnTo>
                  <a:pt x="5136507" y="1742086"/>
                </a:lnTo>
                <a:lnTo>
                  <a:pt x="5144379" y="1751534"/>
                </a:lnTo>
                <a:lnTo>
                  <a:pt x="5148315" y="1769244"/>
                </a:lnTo>
                <a:lnTo>
                  <a:pt x="5144379" y="1749566"/>
                </a:lnTo>
                <a:lnTo>
                  <a:pt x="5136507" y="1739726"/>
                </a:lnTo>
                <a:close/>
                <a:moveTo>
                  <a:pt x="8344376" y="1737758"/>
                </a:moveTo>
                <a:lnTo>
                  <a:pt x="8344375" y="1737759"/>
                </a:lnTo>
                <a:lnTo>
                  <a:pt x="8348017" y="1759611"/>
                </a:lnTo>
                <a:lnTo>
                  <a:pt x="8348312" y="1759406"/>
                </a:lnTo>
                <a:close/>
                <a:moveTo>
                  <a:pt x="9395296" y="1737758"/>
                </a:moveTo>
                <a:lnTo>
                  <a:pt x="9399232" y="1737758"/>
                </a:lnTo>
                <a:lnTo>
                  <a:pt x="9395296" y="1759406"/>
                </a:lnTo>
                <a:lnTo>
                  <a:pt x="9381520" y="1763342"/>
                </a:lnTo>
                <a:lnTo>
                  <a:pt x="9373648" y="1757438"/>
                </a:lnTo>
                <a:lnTo>
                  <a:pt x="9385456" y="1747598"/>
                </a:lnTo>
                <a:close/>
                <a:moveTo>
                  <a:pt x="7740194" y="1720046"/>
                </a:moveTo>
                <a:lnTo>
                  <a:pt x="7740194" y="1720046"/>
                </a:lnTo>
                <a:lnTo>
                  <a:pt x="7740196" y="1720050"/>
                </a:lnTo>
                <a:close/>
                <a:moveTo>
                  <a:pt x="3392863" y="1720044"/>
                </a:moveTo>
                <a:lnTo>
                  <a:pt x="3349566" y="1794828"/>
                </a:lnTo>
                <a:lnTo>
                  <a:pt x="3353502" y="1806637"/>
                </a:lnTo>
                <a:lnTo>
                  <a:pt x="3369247" y="1786956"/>
                </a:lnTo>
                <a:lnTo>
                  <a:pt x="3384991" y="1790892"/>
                </a:lnTo>
                <a:lnTo>
                  <a:pt x="3381055" y="1810573"/>
                </a:lnTo>
                <a:lnTo>
                  <a:pt x="3396799" y="1810573"/>
                </a:lnTo>
                <a:lnTo>
                  <a:pt x="3396799" y="1822381"/>
                </a:lnTo>
                <a:lnTo>
                  <a:pt x="3418447" y="1814509"/>
                </a:lnTo>
                <a:lnTo>
                  <a:pt x="3442064" y="1818445"/>
                </a:lnTo>
                <a:lnTo>
                  <a:pt x="3438128" y="1855837"/>
                </a:lnTo>
                <a:lnTo>
                  <a:pt x="3469616" y="1847965"/>
                </a:lnTo>
                <a:lnTo>
                  <a:pt x="3465680" y="1871581"/>
                </a:lnTo>
                <a:lnTo>
                  <a:pt x="3453872" y="1875517"/>
                </a:lnTo>
                <a:lnTo>
                  <a:pt x="3473552" y="1887325"/>
                </a:lnTo>
                <a:lnTo>
                  <a:pt x="3469616" y="1936525"/>
                </a:lnTo>
                <a:lnTo>
                  <a:pt x="3449936" y="1936525"/>
                </a:lnTo>
                <a:lnTo>
                  <a:pt x="3446000" y="1924717"/>
                </a:lnTo>
                <a:lnTo>
                  <a:pt x="3430256" y="1920781"/>
                </a:lnTo>
                <a:lnTo>
                  <a:pt x="3434191" y="1910941"/>
                </a:lnTo>
                <a:lnTo>
                  <a:pt x="3430256" y="1895197"/>
                </a:lnTo>
                <a:lnTo>
                  <a:pt x="3414512" y="1914877"/>
                </a:lnTo>
                <a:lnTo>
                  <a:pt x="3404671" y="1910941"/>
                </a:lnTo>
                <a:lnTo>
                  <a:pt x="3400735" y="1891261"/>
                </a:lnTo>
                <a:lnTo>
                  <a:pt x="3381055" y="1899133"/>
                </a:lnTo>
                <a:lnTo>
                  <a:pt x="3373183" y="1887325"/>
                </a:lnTo>
                <a:lnTo>
                  <a:pt x="3349566" y="1895197"/>
                </a:lnTo>
                <a:lnTo>
                  <a:pt x="3329886" y="1891261"/>
                </a:lnTo>
                <a:lnTo>
                  <a:pt x="3292494" y="1895197"/>
                </a:lnTo>
                <a:lnTo>
                  <a:pt x="3276750" y="1879453"/>
                </a:lnTo>
                <a:lnTo>
                  <a:pt x="3296430" y="1859773"/>
                </a:lnTo>
                <a:lnTo>
                  <a:pt x="3280685" y="1859773"/>
                </a:lnTo>
                <a:lnTo>
                  <a:pt x="3280685" y="1851901"/>
                </a:lnTo>
                <a:lnTo>
                  <a:pt x="3304301" y="1842061"/>
                </a:lnTo>
                <a:lnTo>
                  <a:pt x="3308238" y="1830253"/>
                </a:lnTo>
                <a:lnTo>
                  <a:pt x="3320046" y="1818445"/>
                </a:lnTo>
                <a:lnTo>
                  <a:pt x="3322014" y="1790892"/>
                </a:lnTo>
                <a:lnTo>
                  <a:pt x="3341694" y="1757436"/>
                </a:lnTo>
                <a:lnTo>
                  <a:pt x="3361375" y="1725948"/>
                </a:lnTo>
                <a:close/>
                <a:moveTo>
                  <a:pt x="5146347" y="1712173"/>
                </a:moveTo>
                <a:lnTo>
                  <a:pt x="5146347" y="1712174"/>
                </a:lnTo>
                <a:lnTo>
                  <a:pt x="5146347" y="1712173"/>
                </a:lnTo>
                <a:close/>
                <a:moveTo>
                  <a:pt x="35424" y="1706270"/>
                </a:moveTo>
                <a:lnTo>
                  <a:pt x="59040" y="1706270"/>
                </a:lnTo>
                <a:lnTo>
                  <a:pt x="59040" y="1714142"/>
                </a:lnTo>
                <a:lnTo>
                  <a:pt x="31488" y="1714142"/>
                </a:lnTo>
                <a:close/>
                <a:moveTo>
                  <a:pt x="6445240" y="1702334"/>
                </a:moveTo>
                <a:lnTo>
                  <a:pt x="6455073" y="1707953"/>
                </a:lnTo>
                <a:lnTo>
                  <a:pt x="6447207" y="1702334"/>
                </a:lnTo>
                <a:close/>
                <a:moveTo>
                  <a:pt x="6673529" y="1700365"/>
                </a:moveTo>
                <a:lnTo>
                  <a:pt x="6673529" y="1702334"/>
                </a:lnTo>
                <a:lnTo>
                  <a:pt x="6685561" y="1709991"/>
                </a:lnTo>
                <a:close/>
                <a:moveTo>
                  <a:pt x="7848435" y="1696430"/>
                </a:moveTo>
                <a:lnTo>
                  <a:pt x="7897635" y="1761374"/>
                </a:lnTo>
                <a:lnTo>
                  <a:pt x="7899145" y="1760793"/>
                </a:lnTo>
                <a:close/>
                <a:moveTo>
                  <a:pt x="5146356" y="1696423"/>
                </a:moveTo>
                <a:lnTo>
                  <a:pt x="5146347" y="1696428"/>
                </a:lnTo>
                <a:lnTo>
                  <a:pt x="5142411" y="1704301"/>
                </a:lnTo>
                <a:lnTo>
                  <a:pt x="5144074" y="1707627"/>
                </a:lnTo>
                <a:lnTo>
                  <a:pt x="5142411" y="1704301"/>
                </a:lnTo>
                <a:lnTo>
                  <a:pt x="5146347" y="1696429"/>
                </a:lnTo>
                <a:close/>
                <a:moveTo>
                  <a:pt x="8568775" y="1692578"/>
                </a:moveTo>
                <a:lnTo>
                  <a:pt x="8590378" y="1733821"/>
                </a:lnTo>
                <a:lnTo>
                  <a:pt x="8595688" y="1769223"/>
                </a:lnTo>
                <a:lnTo>
                  <a:pt x="8592345" y="1735790"/>
                </a:lnTo>
                <a:close/>
                <a:moveTo>
                  <a:pt x="23616" y="1692494"/>
                </a:moveTo>
                <a:lnTo>
                  <a:pt x="35424" y="1692494"/>
                </a:lnTo>
                <a:lnTo>
                  <a:pt x="31488" y="1700366"/>
                </a:lnTo>
                <a:lnTo>
                  <a:pt x="11808" y="1714142"/>
                </a:lnTo>
                <a:lnTo>
                  <a:pt x="0" y="1714142"/>
                </a:lnTo>
                <a:lnTo>
                  <a:pt x="3936" y="1704302"/>
                </a:lnTo>
                <a:lnTo>
                  <a:pt x="23616" y="1696430"/>
                </a:lnTo>
                <a:close/>
                <a:moveTo>
                  <a:pt x="1243783" y="1682652"/>
                </a:moveTo>
                <a:lnTo>
                  <a:pt x="1251655" y="1684620"/>
                </a:lnTo>
                <a:lnTo>
                  <a:pt x="1259527" y="1688555"/>
                </a:lnTo>
                <a:lnTo>
                  <a:pt x="1257559" y="1692491"/>
                </a:lnTo>
                <a:lnTo>
                  <a:pt x="1247719" y="1688555"/>
                </a:lnTo>
                <a:close/>
                <a:moveTo>
                  <a:pt x="5922175" y="1678394"/>
                </a:moveTo>
                <a:lnTo>
                  <a:pt x="5933554" y="1722013"/>
                </a:lnTo>
                <a:lnTo>
                  <a:pt x="5935132" y="1722487"/>
                </a:lnTo>
                <a:lnTo>
                  <a:pt x="5923714" y="1678718"/>
                </a:lnTo>
                <a:close/>
                <a:moveTo>
                  <a:pt x="5886322" y="1670846"/>
                </a:moveTo>
                <a:lnTo>
                  <a:pt x="5885851" y="1671081"/>
                </a:lnTo>
                <a:lnTo>
                  <a:pt x="5892207" y="1672085"/>
                </a:lnTo>
                <a:close/>
                <a:moveTo>
                  <a:pt x="1231975" y="1666908"/>
                </a:moveTo>
                <a:lnTo>
                  <a:pt x="1243783" y="1666908"/>
                </a:lnTo>
                <a:lnTo>
                  <a:pt x="1243783" y="1670844"/>
                </a:lnTo>
                <a:lnTo>
                  <a:pt x="1231975" y="1670844"/>
                </a:lnTo>
                <a:lnTo>
                  <a:pt x="1228039" y="1670844"/>
                </a:lnTo>
                <a:close/>
                <a:moveTo>
                  <a:pt x="5168851" y="1660748"/>
                </a:moveTo>
                <a:lnTo>
                  <a:pt x="5169963" y="1662972"/>
                </a:lnTo>
                <a:lnTo>
                  <a:pt x="5169963" y="1680685"/>
                </a:lnTo>
                <a:lnTo>
                  <a:pt x="5169964" y="1680685"/>
                </a:lnTo>
                <a:lnTo>
                  <a:pt x="5169964" y="1662973"/>
                </a:lnTo>
                <a:close/>
                <a:moveTo>
                  <a:pt x="5372669" y="1659037"/>
                </a:moveTo>
                <a:lnTo>
                  <a:pt x="5398253" y="1729885"/>
                </a:lnTo>
                <a:lnTo>
                  <a:pt x="5370708" y="1733820"/>
                </a:lnTo>
                <a:lnTo>
                  <a:pt x="5398253" y="1731853"/>
                </a:lnTo>
                <a:lnTo>
                  <a:pt x="5413997" y="1737757"/>
                </a:lnTo>
                <a:lnTo>
                  <a:pt x="5433677" y="1765309"/>
                </a:lnTo>
                <a:lnTo>
                  <a:pt x="5435400" y="1764965"/>
                </a:lnTo>
                <a:lnTo>
                  <a:pt x="5415966" y="1737758"/>
                </a:lnTo>
                <a:lnTo>
                  <a:pt x="5400222" y="1729885"/>
                </a:lnTo>
                <a:close/>
                <a:moveTo>
                  <a:pt x="6683369" y="1655101"/>
                </a:moveTo>
                <a:lnTo>
                  <a:pt x="6683369" y="1655102"/>
                </a:lnTo>
                <a:lnTo>
                  <a:pt x="6683379" y="1655108"/>
                </a:lnTo>
                <a:close/>
                <a:moveTo>
                  <a:pt x="5166029" y="1655095"/>
                </a:moveTo>
                <a:lnTo>
                  <a:pt x="5166027" y="1655100"/>
                </a:lnTo>
                <a:lnTo>
                  <a:pt x="5166027" y="1655100"/>
                </a:lnTo>
                <a:close/>
                <a:moveTo>
                  <a:pt x="8393576" y="1651164"/>
                </a:moveTo>
                <a:lnTo>
                  <a:pt x="8376092" y="1654661"/>
                </a:lnTo>
                <a:lnTo>
                  <a:pt x="8375863" y="1655102"/>
                </a:lnTo>
                <a:lnTo>
                  <a:pt x="8393575" y="1651166"/>
                </a:lnTo>
                <a:lnTo>
                  <a:pt x="8393575" y="1672813"/>
                </a:lnTo>
                <a:lnTo>
                  <a:pt x="8393576" y="1672813"/>
                </a:lnTo>
                <a:close/>
                <a:moveTo>
                  <a:pt x="1228039" y="1647229"/>
                </a:moveTo>
                <a:lnTo>
                  <a:pt x="1239847" y="1651164"/>
                </a:lnTo>
                <a:lnTo>
                  <a:pt x="1239847" y="1657068"/>
                </a:lnTo>
                <a:lnTo>
                  <a:pt x="1228039" y="1657068"/>
                </a:lnTo>
                <a:lnTo>
                  <a:pt x="1220167" y="1651164"/>
                </a:lnTo>
                <a:close/>
                <a:moveTo>
                  <a:pt x="2664691" y="1643292"/>
                </a:moveTo>
                <a:lnTo>
                  <a:pt x="2676500" y="1643292"/>
                </a:lnTo>
                <a:lnTo>
                  <a:pt x="2684372" y="1655100"/>
                </a:lnTo>
                <a:lnTo>
                  <a:pt x="2684372" y="1666908"/>
                </a:lnTo>
                <a:lnTo>
                  <a:pt x="2672564" y="1666908"/>
                </a:lnTo>
                <a:lnTo>
                  <a:pt x="2666660" y="1659036"/>
                </a:lnTo>
                <a:lnTo>
                  <a:pt x="2656820" y="1655100"/>
                </a:lnTo>
                <a:lnTo>
                  <a:pt x="2656820" y="1647228"/>
                </a:lnTo>
                <a:close/>
                <a:moveTo>
                  <a:pt x="200738" y="1641326"/>
                </a:moveTo>
                <a:lnTo>
                  <a:pt x="212546" y="1643294"/>
                </a:lnTo>
                <a:lnTo>
                  <a:pt x="184994" y="1666910"/>
                </a:lnTo>
                <a:lnTo>
                  <a:pt x="181058" y="1662974"/>
                </a:lnTo>
                <a:lnTo>
                  <a:pt x="188930" y="1651166"/>
                </a:lnTo>
                <a:lnTo>
                  <a:pt x="188930" y="1643294"/>
                </a:lnTo>
                <a:close/>
                <a:moveTo>
                  <a:pt x="1277239" y="1633454"/>
                </a:moveTo>
                <a:lnTo>
                  <a:pt x="1285112" y="1635422"/>
                </a:lnTo>
                <a:lnTo>
                  <a:pt x="1292983" y="1639357"/>
                </a:lnTo>
                <a:lnTo>
                  <a:pt x="1289048" y="1643293"/>
                </a:lnTo>
                <a:lnTo>
                  <a:pt x="1273304" y="1635422"/>
                </a:lnTo>
                <a:close/>
                <a:moveTo>
                  <a:pt x="6710921" y="1625581"/>
                </a:moveTo>
                <a:lnTo>
                  <a:pt x="6685337" y="1629517"/>
                </a:lnTo>
                <a:lnTo>
                  <a:pt x="6685337" y="1629517"/>
                </a:lnTo>
                <a:lnTo>
                  <a:pt x="6710921" y="1625581"/>
                </a:lnTo>
                <a:close/>
                <a:moveTo>
                  <a:pt x="246003" y="1621645"/>
                </a:moveTo>
                <a:lnTo>
                  <a:pt x="249939" y="1625581"/>
                </a:lnTo>
                <a:lnTo>
                  <a:pt x="253875" y="1627549"/>
                </a:lnTo>
                <a:lnTo>
                  <a:pt x="230259" y="1643293"/>
                </a:lnTo>
                <a:lnTo>
                  <a:pt x="222387" y="1643293"/>
                </a:lnTo>
                <a:lnTo>
                  <a:pt x="222387" y="1639357"/>
                </a:lnTo>
                <a:close/>
                <a:moveTo>
                  <a:pt x="5886318" y="1621641"/>
                </a:moveTo>
                <a:lnTo>
                  <a:pt x="5886321" y="1621645"/>
                </a:lnTo>
                <a:lnTo>
                  <a:pt x="5882385" y="1641325"/>
                </a:lnTo>
                <a:lnTo>
                  <a:pt x="5866641" y="1641325"/>
                </a:lnTo>
                <a:lnTo>
                  <a:pt x="5856801" y="1633453"/>
                </a:lnTo>
                <a:lnTo>
                  <a:pt x="5841057" y="1633453"/>
                </a:lnTo>
                <a:lnTo>
                  <a:pt x="5844993" y="1651165"/>
                </a:lnTo>
                <a:lnTo>
                  <a:pt x="5844993" y="1651166"/>
                </a:lnTo>
                <a:lnTo>
                  <a:pt x="5841057" y="1633454"/>
                </a:lnTo>
                <a:lnTo>
                  <a:pt x="5856801" y="1633454"/>
                </a:lnTo>
                <a:lnTo>
                  <a:pt x="5866641" y="1641326"/>
                </a:lnTo>
                <a:lnTo>
                  <a:pt x="5882386" y="1641326"/>
                </a:lnTo>
                <a:lnTo>
                  <a:pt x="5886322" y="1621645"/>
                </a:lnTo>
                <a:close/>
                <a:moveTo>
                  <a:pt x="1265432" y="1605900"/>
                </a:moveTo>
                <a:lnTo>
                  <a:pt x="1273304" y="1609836"/>
                </a:lnTo>
                <a:lnTo>
                  <a:pt x="1273304" y="1617708"/>
                </a:lnTo>
                <a:lnTo>
                  <a:pt x="1265432" y="1613772"/>
                </a:lnTo>
                <a:lnTo>
                  <a:pt x="1261496" y="1613772"/>
                </a:lnTo>
                <a:close/>
                <a:moveTo>
                  <a:pt x="1218200" y="1601964"/>
                </a:moveTo>
                <a:lnTo>
                  <a:pt x="1222136" y="1605900"/>
                </a:lnTo>
                <a:lnTo>
                  <a:pt x="1226072" y="1611804"/>
                </a:lnTo>
                <a:lnTo>
                  <a:pt x="1235912" y="1609836"/>
                </a:lnTo>
                <a:lnTo>
                  <a:pt x="1233944" y="1623612"/>
                </a:lnTo>
                <a:lnTo>
                  <a:pt x="1230008" y="1643292"/>
                </a:lnTo>
                <a:lnTo>
                  <a:pt x="1210328" y="1643292"/>
                </a:lnTo>
                <a:lnTo>
                  <a:pt x="1202456" y="1623612"/>
                </a:lnTo>
                <a:lnTo>
                  <a:pt x="1202456" y="1605900"/>
                </a:lnTo>
                <a:close/>
                <a:moveTo>
                  <a:pt x="4859016" y="1594093"/>
                </a:moveTo>
                <a:lnTo>
                  <a:pt x="4859016" y="1601965"/>
                </a:lnTo>
                <a:lnTo>
                  <a:pt x="4855080" y="1611805"/>
                </a:lnTo>
                <a:lnTo>
                  <a:pt x="4847208" y="1605901"/>
                </a:lnTo>
                <a:lnTo>
                  <a:pt x="4847208" y="1598029"/>
                </a:lnTo>
                <a:close/>
                <a:moveTo>
                  <a:pt x="7139949" y="1590157"/>
                </a:moveTo>
                <a:lnTo>
                  <a:pt x="7139949" y="1592124"/>
                </a:lnTo>
                <a:lnTo>
                  <a:pt x="7147818" y="1621634"/>
                </a:lnTo>
                <a:close/>
                <a:moveTo>
                  <a:pt x="5376605" y="1588189"/>
                </a:moveTo>
                <a:lnTo>
                  <a:pt x="5388413" y="1590157"/>
                </a:lnTo>
                <a:lnTo>
                  <a:pt x="5376605" y="1594093"/>
                </a:lnTo>
                <a:close/>
                <a:moveTo>
                  <a:pt x="4748810" y="1582281"/>
                </a:moveTo>
                <a:lnTo>
                  <a:pt x="4748806" y="1582285"/>
                </a:lnTo>
                <a:lnTo>
                  <a:pt x="4748806" y="1590157"/>
                </a:lnTo>
                <a:lnTo>
                  <a:pt x="4758646" y="1601965"/>
                </a:lnTo>
                <a:lnTo>
                  <a:pt x="4759958" y="1601309"/>
                </a:lnTo>
                <a:lnTo>
                  <a:pt x="4748807" y="1590158"/>
                </a:lnTo>
                <a:lnTo>
                  <a:pt x="4748807" y="1582285"/>
                </a:lnTo>
                <a:close/>
                <a:moveTo>
                  <a:pt x="5555251" y="1575410"/>
                </a:moveTo>
                <a:lnTo>
                  <a:pt x="5579311" y="1582284"/>
                </a:lnTo>
                <a:lnTo>
                  <a:pt x="5617821" y="1578617"/>
                </a:lnTo>
                <a:lnTo>
                  <a:pt x="5617733" y="1578442"/>
                </a:lnTo>
                <a:lnTo>
                  <a:pt x="5579311" y="1582284"/>
                </a:lnTo>
                <a:close/>
                <a:moveTo>
                  <a:pt x="5541918" y="1574412"/>
                </a:moveTo>
                <a:lnTo>
                  <a:pt x="5541919" y="1574412"/>
                </a:lnTo>
                <a:lnTo>
                  <a:pt x="5551759" y="1574412"/>
                </a:lnTo>
                <a:lnTo>
                  <a:pt x="5551758" y="1574412"/>
                </a:lnTo>
                <a:close/>
                <a:moveTo>
                  <a:pt x="9013501" y="1570477"/>
                </a:moveTo>
                <a:lnTo>
                  <a:pt x="9025309" y="1570477"/>
                </a:lnTo>
                <a:lnTo>
                  <a:pt x="9029245" y="1578349"/>
                </a:lnTo>
                <a:lnTo>
                  <a:pt x="9033181" y="1588189"/>
                </a:lnTo>
                <a:lnTo>
                  <a:pt x="9041054" y="1615741"/>
                </a:lnTo>
                <a:lnTo>
                  <a:pt x="9041054" y="1645261"/>
                </a:lnTo>
                <a:lnTo>
                  <a:pt x="9041054" y="1668878"/>
                </a:lnTo>
                <a:lnTo>
                  <a:pt x="9048926" y="1718078"/>
                </a:lnTo>
                <a:lnTo>
                  <a:pt x="9054830" y="1747599"/>
                </a:lnTo>
                <a:lnTo>
                  <a:pt x="9062702" y="1783023"/>
                </a:lnTo>
                <a:lnTo>
                  <a:pt x="9076478" y="1800735"/>
                </a:lnTo>
                <a:lnTo>
                  <a:pt x="9078446" y="1814511"/>
                </a:lnTo>
                <a:lnTo>
                  <a:pt x="9076478" y="1820415"/>
                </a:lnTo>
                <a:lnTo>
                  <a:pt x="9068606" y="1818447"/>
                </a:lnTo>
                <a:lnTo>
                  <a:pt x="9066638" y="1814511"/>
                </a:lnTo>
                <a:lnTo>
                  <a:pt x="9052862" y="1796799"/>
                </a:lnTo>
                <a:lnTo>
                  <a:pt x="9041054" y="1792863"/>
                </a:lnTo>
                <a:lnTo>
                  <a:pt x="9033181" y="1800735"/>
                </a:lnTo>
                <a:lnTo>
                  <a:pt x="9031213" y="1828287"/>
                </a:lnTo>
                <a:lnTo>
                  <a:pt x="9027277" y="1836159"/>
                </a:lnTo>
                <a:lnTo>
                  <a:pt x="9027277" y="1845999"/>
                </a:lnTo>
                <a:lnTo>
                  <a:pt x="9021373" y="1855839"/>
                </a:lnTo>
                <a:lnTo>
                  <a:pt x="9021373" y="1881424"/>
                </a:lnTo>
                <a:lnTo>
                  <a:pt x="9033181" y="1895200"/>
                </a:lnTo>
                <a:lnTo>
                  <a:pt x="9046958" y="1908976"/>
                </a:lnTo>
                <a:lnTo>
                  <a:pt x="9046958" y="1926688"/>
                </a:lnTo>
                <a:lnTo>
                  <a:pt x="9041054" y="1932592"/>
                </a:lnTo>
                <a:lnTo>
                  <a:pt x="9029245" y="1918816"/>
                </a:lnTo>
                <a:lnTo>
                  <a:pt x="9021373" y="1914880"/>
                </a:lnTo>
                <a:lnTo>
                  <a:pt x="9013501" y="1920784"/>
                </a:lnTo>
                <a:lnTo>
                  <a:pt x="9007597" y="1934560"/>
                </a:lnTo>
                <a:lnTo>
                  <a:pt x="8999725" y="1934560"/>
                </a:lnTo>
                <a:lnTo>
                  <a:pt x="9001693" y="1891264"/>
                </a:lnTo>
                <a:lnTo>
                  <a:pt x="9003661" y="1873552"/>
                </a:lnTo>
                <a:lnTo>
                  <a:pt x="9007597" y="1847967"/>
                </a:lnTo>
                <a:lnTo>
                  <a:pt x="8999725" y="1834191"/>
                </a:lnTo>
                <a:lnTo>
                  <a:pt x="9007597" y="1804671"/>
                </a:lnTo>
                <a:lnTo>
                  <a:pt x="9011533" y="1783023"/>
                </a:lnTo>
                <a:lnTo>
                  <a:pt x="9007597" y="1765311"/>
                </a:lnTo>
                <a:lnTo>
                  <a:pt x="9007597" y="1714142"/>
                </a:lnTo>
                <a:lnTo>
                  <a:pt x="8999725" y="1706270"/>
                </a:lnTo>
                <a:lnTo>
                  <a:pt x="8993821" y="1672814"/>
                </a:lnTo>
                <a:lnTo>
                  <a:pt x="8999725" y="1664942"/>
                </a:lnTo>
                <a:lnTo>
                  <a:pt x="8993821" y="1657070"/>
                </a:lnTo>
                <a:lnTo>
                  <a:pt x="8999725" y="1629517"/>
                </a:lnTo>
                <a:lnTo>
                  <a:pt x="8993821" y="1615741"/>
                </a:lnTo>
                <a:lnTo>
                  <a:pt x="9007597" y="1607869"/>
                </a:lnTo>
                <a:lnTo>
                  <a:pt x="9015469" y="1609837"/>
                </a:lnTo>
                <a:lnTo>
                  <a:pt x="9019405" y="1603933"/>
                </a:lnTo>
                <a:lnTo>
                  <a:pt x="9013501" y="1576381"/>
                </a:lnTo>
                <a:close/>
                <a:moveTo>
                  <a:pt x="7002226" y="1568524"/>
                </a:moveTo>
                <a:lnTo>
                  <a:pt x="7041548" y="1584252"/>
                </a:lnTo>
                <a:lnTo>
                  <a:pt x="7045181" y="1604235"/>
                </a:lnTo>
                <a:lnTo>
                  <a:pt x="7043516" y="1584253"/>
                </a:lnTo>
                <a:close/>
                <a:moveTo>
                  <a:pt x="5841047" y="1564462"/>
                </a:moveTo>
                <a:lnTo>
                  <a:pt x="5841057" y="1564573"/>
                </a:lnTo>
                <a:lnTo>
                  <a:pt x="5841062" y="1564581"/>
                </a:lnTo>
                <a:lnTo>
                  <a:pt x="5841057" y="1564573"/>
                </a:lnTo>
                <a:close/>
                <a:moveTo>
                  <a:pt x="432962" y="1556700"/>
                </a:moveTo>
                <a:lnTo>
                  <a:pt x="436898" y="1560636"/>
                </a:lnTo>
                <a:lnTo>
                  <a:pt x="429026" y="1572444"/>
                </a:lnTo>
                <a:lnTo>
                  <a:pt x="425091" y="1564572"/>
                </a:lnTo>
                <a:close/>
                <a:moveTo>
                  <a:pt x="5290012" y="1552764"/>
                </a:moveTo>
                <a:lnTo>
                  <a:pt x="5301820" y="1556700"/>
                </a:lnTo>
                <a:lnTo>
                  <a:pt x="5301820" y="1566540"/>
                </a:lnTo>
                <a:lnTo>
                  <a:pt x="5290012" y="1566540"/>
                </a:lnTo>
                <a:lnTo>
                  <a:pt x="5284108" y="1556700"/>
                </a:lnTo>
                <a:close/>
                <a:moveTo>
                  <a:pt x="5325436" y="1548828"/>
                </a:moveTo>
                <a:lnTo>
                  <a:pt x="5331340" y="1548828"/>
                </a:lnTo>
                <a:lnTo>
                  <a:pt x="5329372" y="1552764"/>
                </a:lnTo>
                <a:lnTo>
                  <a:pt x="5317564" y="1560636"/>
                </a:lnTo>
                <a:lnTo>
                  <a:pt x="5313628" y="1556700"/>
                </a:lnTo>
                <a:close/>
                <a:moveTo>
                  <a:pt x="1198523" y="1548827"/>
                </a:moveTo>
                <a:lnTo>
                  <a:pt x="1210331" y="1568507"/>
                </a:lnTo>
                <a:lnTo>
                  <a:pt x="1206395" y="1572443"/>
                </a:lnTo>
                <a:lnTo>
                  <a:pt x="1194587" y="1552763"/>
                </a:lnTo>
                <a:close/>
                <a:moveTo>
                  <a:pt x="413282" y="1548827"/>
                </a:moveTo>
                <a:lnTo>
                  <a:pt x="417219" y="1552763"/>
                </a:lnTo>
                <a:lnTo>
                  <a:pt x="409347" y="1560635"/>
                </a:lnTo>
                <a:lnTo>
                  <a:pt x="405411" y="1552763"/>
                </a:lnTo>
                <a:close/>
                <a:moveTo>
                  <a:pt x="4762583" y="1544893"/>
                </a:moveTo>
                <a:lnTo>
                  <a:pt x="4764550" y="1544893"/>
                </a:lnTo>
                <a:lnTo>
                  <a:pt x="4778327" y="1544893"/>
                </a:lnTo>
                <a:lnTo>
                  <a:pt x="4782263" y="1548829"/>
                </a:lnTo>
                <a:lnTo>
                  <a:pt x="4799975" y="1548829"/>
                </a:lnTo>
                <a:lnTo>
                  <a:pt x="4815720" y="1570477"/>
                </a:lnTo>
                <a:lnTo>
                  <a:pt x="4823592" y="1574413"/>
                </a:lnTo>
                <a:lnTo>
                  <a:pt x="4815720" y="1594094"/>
                </a:lnTo>
                <a:lnTo>
                  <a:pt x="4800901" y="1605207"/>
                </a:lnTo>
                <a:lnTo>
                  <a:pt x="4801943" y="1605902"/>
                </a:lnTo>
                <a:lnTo>
                  <a:pt x="4801943" y="1631486"/>
                </a:lnTo>
                <a:lnTo>
                  <a:pt x="4801943" y="1643294"/>
                </a:lnTo>
                <a:lnTo>
                  <a:pt x="4798007" y="1659038"/>
                </a:lnTo>
                <a:lnTo>
                  <a:pt x="4790135" y="1692494"/>
                </a:lnTo>
                <a:lnTo>
                  <a:pt x="4770454" y="1696431"/>
                </a:lnTo>
                <a:lnTo>
                  <a:pt x="4744870" y="1708239"/>
                </a:lnTo>
                <a:lnTo>
                  <a:pt x="4721254" y="1720047"/>
                </a:lnTo>
                <a:lnTo>
                  <a:pt x="4705510" y="1727919"/>
                </a:lnTo>
                <a:lnTo>
                  <a:pt x="4695670" y="1723983"/>
                </a:lnTo>
                <a:lnTo>
                  <a:pt x="4691734" y="1716111"/>
                </a:lnTo>
                <a:lnTo>
                  <a:pt x="4683862" y="1712175"/>
                </a:lnTo>
                <a:lnTo>
                  <a:pt x="4679926" y="1692494"/>
                </a:lnTo>
                <a:lnTo>
                  <a:pt x="4687798" y="1684622"/>
                </a:lnTo>
                <a:lnTo>
                  <a:pt x="4713382" y="1676750"/>
                </a:lnTo>
                <a:lnTo>
                  <a:pt x="4713382" y="1674782"/>
                </a:lnTo>
                <a:lnTo>
                  <a:pt x="4705510" y="1670846"/>
                </a:lnTo>
                <a:lnTo>
                  <a:pt x="4705510" y="1655102"/>
                </a:lnTo>
                <a:lnTo>
                  <a:pt x="4713382" y="1639358"/>
                </a:lnTo>
                <a:lnTo>
                  <a:pt x="4705510" y="1635422"/>
                </a:lnTo>
                <a:lnTo>
                  <a:pt x="4695670" y="1639358"/>
                </a:lnTo>
                <a:lnTo>
                  <a:pt x="4687798" y="1635422"/>
                </a:lnTo>
                <a:lnTo>
                  <a:pt x="4695670" y="1627550"/>
                </a:lnTo>
                <a:lnTo>
                  <a:pt x="4699606" y="1621646"/>
                </a:lnTo>
                <a:lnTo>
                  <a:pt x="4687798" y="1605902"/>
                </a:lnTo>
                <a:lnTo>
                  <a:pt x="4695670" y="1594093"/>
                </a:lnTo>
                <a:lnTo>
                  <a:pt x="4705510" y="1590157"/>
                </a:lnTo>
                <a:lnTo>
                  <a:pt x="4721254" y="1594093"/>
                </a:lnTo>
                <a:lnTo>
                  <a:pt x="4733062" y="1586221"/>
                </a:lnTo>
                <a:lnTo>
                  <a:pt x="4729126" y="1574413"/>
                </a:lnTo>
                <a:lnTo>
                  <a:pt x="4733062" y="1556701"/>
                </a:lnTo>
                <a:lnTo>
                  <a:pt x="4740934" y="1548829"/>
                </a:lnTo>
                <a:lnTo>
                  <a:pt x="4762583" y="1545221"/>
                </a:lnTo>
                <a:close/>
                <a:moveTo>
                  <a:pt x="9729859" y="1538988"/>
                </a:moveTo>
                <a:lnTo>
                  <a:pt x="9745603" y="1558668"/>
                </a:lnTo>
                <a:lnTo>
                  <a:pt x="9733795" y="1562604"/>
                </a:lnTo>
                <a:lnTo>
                  <a:pt x="9720019" y="1550796"/>
                </a:lnTo>
                <a:lnTo>
                  <a:pt x="9716083" y="1540956"/>
                </a:lnTo>
                <a:close/>
                <a:moveTo>
                  <a:pt x="8856060" y="1535052"/>
                </a:moveTo>
                <a:lnTo>
                  <a:pt x="8865900" y="1537020"/>
                </a:lnTo>
                <a:lnTo>
                  <a:pt x="8859996" y="1540956"/>
                </a:lnTo>
                <a:lnTo>
                  <a:pt x="8854092" y="1540956"/>
                </a:lnTo>
                <a:lnTo>
                  <a:pt x="8848188" y="1538988"/>
                </a:lnTo>
                <a:close/>
                <a:moveTo>
                  <a:pt x="8877708" y="1533084"/>
                </a:moveTo>
                <a:lnTo>
                  <a:pt x="8889516" y="1533084"/>
                </a:lnTo>
                <a:lnTo>
                  <a:pt x="8897388" y="1538988"/>
                </a:lnTo>
                <a:lnTo>
                  <a:pt x="8885580" y="1552764"/>
                </a:lnTo>
                <a:lnTo>
                  <a:pt x="8871804" y="1546860"/>
                </a:lnTo>
                <a:lnTo>
                  <a:pt x="8871804" y="1538988"/>
                </a:lnTo>
                <a:close/>
                <a:moveTo>
                  <a:pt x="5260492" y="1523244"/>
                </a:moveTo>
                <a:lnTo>
                  <a:pt x="5276236" y="1527180"/>
                </a:lnTo>
                <a:lnTo>
                  <a:pt x="5278204" y="1533084"/>
                </a:lnTo>
                <a:lnTo>
                  <a:pt x="5272300" y="1544892"/>
                </a:lnTo>
                <a:lnTo>
                  <a:pt x="5256556" y="1540956"/>
                </a:lnTo>
                <a:lnTo>
                  <a:pt x="5248684" y="1531116"/>
                </a:lnTo>
                <a:close/>
                <a:moveTo>
                  <a:pt x="9674755" y="1513404"/>
                </a:moveTo>
                <a:lnTo>
                  <a:pt x="9686563" y="1521276"/>
                </a:lnTo>
                <a:lnTo>
                  <a:pt x="9704275" y="1546860"/>
                </a:lnTo>
                <a:lnTo>
                  <a:pt x="9704275" y="1554732"/>
                </a:lnTo>
                <a:lnTo>
                  <a:pt x="9686563" y="1546860"/>
                </a:lnTo>
                <a:lnTo>
                  <a:pt x="9670819" y="1525212"/>
                </a:lnTo>
                <a:close/>
                <a:moveTo>
                  <a:pt x="4798008" y="1513404"/>
                </a:moveTo>
                <a:lnTo>
                  <a:pt x="4805880" y="1513404"/>
                </a:lnTo>
                <a:lnTo>
                  <a:pt x="4805880" y="1527180"/>
                </a:lnTo>
                <a:lnTo>
                  <a:pt x="4798008" y="1527180"/>
                </a:lnTo>
                <a:close/>
                <a:moveTo>
                  <a:pt x="1190651" y="1503564"/>
                </a:moveTo>
                <a:lnTo>
                  <a:pt x="1198523" y="1503564"/>
                </a:lnTo>
                <a:lnTo>
                  <a:pt x="1218204" y="1525212"/>
                </a:lnTo>
                <a:lnTo>
                  <a:pt x="1228044" y="1564572"/>
                </a:lnTo>
                <a:lnTo>
                  <a:pt x="1226076" y="1568508"/>
                </a:lnTo>
                <a:lnTo>
                  <a:pt x="1194587" y="1533084"/>
                </a:lnTo>
                <a:close/>
                <a:moveTo>
                  <a:pt x="5307724" y="1503563"/>
                </a:moveTo>
                <a:lnTo>
                  <a:pt x="5319532" y="1507499"/>
                </a:lnTo>
                <a:lnTo>
                  <a:pt x="5319532" y="1521275"/>
                </a:lnTo>
                <a:lnTo>
                  <a:pt x="5323468" y="1529147"/>
                </a:lnTo>
                <a:lnTo>
                  <a:pt x="5319532" y="1540955"/>
                </a:lnTo>
                <a:lnTo>
                  <a:pt x="5307724" y="1544891"/>
                </a:lnTo>
                <a:lnTo>
                  <a:pt x="5305756" y="1540955"/>
                </a:lnTo>
                <a:lnTo>
                  <a:pt x="5295916" y="1540955"/>
                </a:lnTo>
                <a:lnTo>
                  <a:pt x="5290012" y="1533083"/>
                </a:lnTo>
                <a:lnTo>
                  <a:pt x="5278204" y="1517339"/>
                </a:lnTo>
                <a:lnTo>
                  <a:pt x="5282140" y="1515371"/>
                </a:lnTo>
                <a:lnTo>
                  <a:pt x="5295916" y="1511435"/>
                </a:lnTo>
                <a:close/>
                <a:moveTo>
                  <a:pt x="5786532" y="1501018"/>
                </a:moveTo>
                <a:lnTo>
                  <a:pt x="5793825" y="1507500"/>
                </a:lnTo>
                <a:lnTo>
                  <a:pt x="5795158" y="1507056"/>
                </a:lnTo>
                <a:close/>
                <a:moveTo>
                  <a:pt x="2729638" y="1481915"/>
                </a:moveTo>
                <a:lnTo>
                  <a:pt x="2729638" y="1489787"/>
                </a:lnTo>
                <a:lnTo>
                  <a:pt x="2725702" y="1503563"/>
                </a:lnTo>
                <a:lnTo>
                  <a:pt x="2711926" y="1513403"/>
                </a:lnTo>
                <a:lnTo>
                  <a:pt x="2707989" y="1505531"/>
                </a:lnTo>
                <a:lnTo>
                  <a:pt x="2719798" y="1495691"/>
                </a:lnTo>
                <a:lnTo>
                  <a:pt x="2723734" y="1485851"/>
                </a:lnTo>
                <a:close/>
                <a:moveTo>
                  <a:pt x="5583246" y="1477979"/>
                </a:moveTo>
                <a:lnTo>
                  <a:pt x="5583245" y="1477980"/>
                </a:lnTo>
                <a:lnTo>
                  <a:pt x="5642287" y="1477980"/>
                </a:lnTo>
                <a:lnTo>
                  <a:pt x="5695423" y="1489788"/>
                </a:lnTo>
                <a:lnTo>
                  <a:pt x="5717071" y="1519308"/>
                </a:lnTo>
                <a:lnTo>
                  <a:pt x="5701327" y="1544892"/>
                </a:lnTo>
                <a:lnTo>
                  <a:pt x="5691487" y="1568509"/>
                </a:lnTo>
                <a:lnTo>
                  <a:pt x="5691486" y="1568509"/>
                </a:lnTo>
                <a:lnTo>
                  <a:pt x="5691488" y="1568509"/>
                </a:lnTo>
                <a:lnTo>
                  <a:pt x="5703296" y="1544892"/>
                </a:lnTo>
                <a:lnTo>
                  <a:pt x="5718384" y="1518487"/>
                </a:lnTo>
                <a:lnTo>
                  <a:pt x="5695424" y="1489787"/>
                </a:lnTo>
                <a:lnTo>
                  <a:pt x="5644255" y="1477979"/>
                </a:lnTo>
                <a:close/>
                <a:moveTo>
                  <a:pt x="1169002" y="1466171"/>
                </a:moveTo>
                <a:lnTo>
                  <a:pt x="1172938" y="1470107"/>
                </a:lnTo>
                <a:lnTo>
                  <a:pt x="1176874" y="1503563"/>
                </a:lnTo>
                <a:lnTo>
                  <a:pt x="1169002" y="1503563"/>
                </a:lnTo>
                <a:lnTo>
                  <a:pt x="1165066" y="1470107"/>
                </a:lnTo>
                <a:close/>
                <a:moveTo>
                  <a:pt x="1180810" y="1458299"/>
                </a:moveTo>
                <a:lnTo>
                  <a:pt x="1194586" y="1466171"/>
                </a:lnTo>
                <a:lnTo>
                  <a:pt x="1202458" y="1474043"/>
                </a:lnTo>
                <a:lnTo>
                  <a:pt x="1202458" y="1477979"/>
                </a:lnTo>
                <a:lnTo>
                  <a:pt x="1192618" y="1474043"/>
                </a:lnTo>
                <a:lnTo>
                  <a:pt x="1194586" y="1481915"/>
                </a:lnTo>
                <a:lnTo>
                  <a:pt x="1184746" y="1481915"/>
                </a:lnTo>
                <a:lnTo>
                  <a:pt x="1176873" y="1466171"/>
                </a:lnTo>
                <a:close/>
                <a:moveTo>
                  <a:pt x="1149323" y="1458299"/>
                </a:moveTo>
                <a:lnTo>
                  <a:pt x="1153258" y="1474043"/>
                </a:lnTo>
                <a:lnTo>
                  <a:pt x="1159163" y="1491755"/>
                </a:lnTo>
                <a:lnTo>
                  <a:pt x="1149323" y="1495691"/>
                </a:lnTo>
                <a:lnTo>
                  <a:pt x="1141450" y="1474043"/>
                </a:lnTo>
                <a:close/>
                <a:moveTo>
                  <a:pt x="5447453" y="1446491"/>
                </a:moveTo>
                <a:lnTo>
                  <a:pt x="5437613" y="1481915"/>
                </a:lnTo>
                <a:lnTo>
                  <a:pt x="5433677" y="1481915"/>
                </a:lnTo>
                <a:lnTo>
                  <a:pt x="5433677" y="1477979"/>
                </a:lnTo>
                <a:lnTo>
                  <a:pt x="5441549" y="1458299"/>
                </a:lnTo>
                <a:lnTo>
                  <a:pt x="5441549" y="1450427"/>
                </a:lnTo>
                <a:close/>
                <a:moveTo>
                  <a:pt x="4798007" y="1418939"/>
                </a:moveTo>
                <a:lnTo>
                  <a:pt x="4805879" y="1418939"/>
                </a:lnTo>
                <a:lnTo>
                  <a:pt x="4801943" y="1436651"/>
                </a:lnTo>
                <a:lnTo>
                  <a:pt x="4792103" y="1436651"/>
                </a:lnTo>
                <a:lnTo>
                  <a:pt x="4796039" y="1422875"/>
                </a:lnTo>
                <a:close/>
                <a:moveTo>
                  <a:pt x="617957" y="1418939"/>
                </a:moveTo>
                <a:lnTo>
                  <a:pt x="653382" y="1418939"/>
                </a:lnTo>
                <a:lnTo>
                  <a:pt x="657318" y="1426811"/>
                </a:lnTo>
                <a:lnTo>
                  <a:pt x="649446" y="1434683"/>
                </a:lnTo>
                <a:lnTo>
                  <a:pt x="625830" y="1450427"/>
                </a:lnTo>
                <a:lnTo>
                  <a:pt x="625830" y="1458299"/>
                </a:lnTo>
                <a:lnTo>
                  <a:pt x="610085" y="1458299"/>
                </a:lnTo>
                <a:lnTo>
                  <a:pt x="604181" y="1466171"/>
                </a:lnTo>
                <a:lnTo>
                  <a:pt x="592373" y="1462235"/>
                </a:lnTo>
                <a:lnTo>
                  <a:pt x="592373" y="1454363"/>
                </a:lnTo>
                <a:lnTo>
                  <a:pt x="580565" y="1446491"/>
                </a:lnTo>
                <a:lnTo>
                  <a:pt x="580565" y="1434683"/>
                </a:lnTo>
                <a:lnTo>
                  <a:pt x="588436" y="1430747"/>
                </a:lnTo>
                <a:lnTo>
                  <a:pt x="604181" y="1426811"/>
                </a:lnTo>
                <a:close/>
                <a:moveTo>
                  <a:pt x="5268364" y="1413035"/>
                </a:moveTo>
                <a:lnTo>
                  <a:pt x="5268364" y="1436651"/>
                </a:lnTo>
                <a:lnTo>
                  <a:pt x="5266396" y="1446491"/>
                </a:lnTo>
                <a:lnTo>
                  <a:pt x="5242780" y="1446491"/>
                </a:lnTo>
                <a:lnTo>
                  <a:pt x="5230972" y="1458300"/>
                </a:lnTo>
                <a:lnTo>
                  <a:pt x="5219163" y="1462236"/>
                </a:lnTo>
                <a:lnTo>
                  <a:pt x="5203419" y="1474044"/>
                </a:lnTo>
                <a:lnTo>
                  <a:pt x="5203419" y="1458300"/>
                </a:lnTo>
                <a:lnTo>
                  <a:pt x="5219163" y="1444523"/>
                </a:lnTo>
                <a:lnTo>
                  <a:pt x="5230972" y="1438619"/>
                </a:lnTo>
                <a:lnTo>
                  <a:pt x="5242780" y="1432715"/>
                </a:lnTo>
                <a:lnTo>
                  <a:pt x="5254588" y="1420907"/>
                </a:lnTo>
                <a:close/>
                <a:moveTo>
                  <a:pt x="1161131" y="1401227"/>
                </a:moveTo>
                <a:lnTo>
                  <a:pt x="1172940" y="1416971"/>
                </a:lnTo>
                <a:lnTo>
                  <a:pt x="1176876" y="1446491"/>
                </a:lnTo>
                <a:lnTo>
                  <a:pt x="1165067" y="1454363"/>
                </a:lnTo>
                <a:lnTo>
                  <a:pt x="1159163" y="1450427"/>
                </a:lnTo>
                <a:lnTo>
                  <a:pt x="1159163" y="1409099"/>
                </a:lnTo>
                <a:close/>
                <a:moveTo>
                  <a:pt x="5494686" y="1401226"/>
                </a:moveTo>
                <a:lnTo>
                  <a:pt x="5504526" y="1405162"/>
                </a:lnTo>
                <a:lnTo>
                  <a:pt x="5504526" y="1428778"/>
                </a:lnTo>
                <a:lnTo>
                  <a:pt x="5494686" y="1432714"/>
                </a:lnTo>
                <a:lnTo>
                  <a:pt x="5490750" y="1420906"/>
                </a:lnTo>
                <a:lnTo>
                  <a:pt x="5486814" y="1413034"/>
                </a:lnTo>
                <a:close/>
                <a:moveTo>
                  <a:pt x="1123738" y="1393355"/>
                </a:moveTo>
                <a:lnTo>
                  <a:pt x="1139482" y="1397291"/>
                </a:lnTo>
                <a:lnTo>
                  <a:pt x="1147355" y="1405163"/>
                </a:lnTo>
                <a:lnTo>
                  <a:pt x="1147355" y="1409099"/>
                </a:lnTo>
                <a:lnTo>
                  <a:pt x="1135546" y="1405163"/>
                </a:lnTo>
                <a:lnTo>
                  <a:pt x="1135546" y="1413035"/>
                </a:lnTo>
                <a:lnTo>
                  <a:pt x="1147355" y="1424843"/>
                </a:lnTo>
                <a:lnTo>
                  <a:pt x="1143419" y="1428779"/>
                </a:lnTo>
                <a:lnTo>
                  <a:pt x="1127674" y="1416971"/>
                </a:lnTo>
                <a:lnTo>
                  <a:pt x="1123738" y="1420907"/>
                </a:lnTo>
                <a:lnTo>
                  <a:pt x="1127674" y="1440587"/>
                </a:lnTo>
                <a:lnTo>
                  <a:pt x="1119802" y="1436651"/>
                </a:lnTo>
                <a:lnTo>
                  <a:pt x="1111930" y="1424843"/>
                </a:lnTo>
                <a:lnTo>
                  <a:pt x="1102090" y="1409099"/>
                </a:lnTo>
                <a:lnTo>
                  <a:pt x="1102090" y="1401227"/>
                </a:lnTo>
                <a:close/>
                <a:moveTo>
                  <a:pt x="625828" y="1389419"/>
                </a:moveTo>
                <a:lnTo>
                  <a:pt x="649444" y="1389419"/>
                </a:lnTo>
                <a:lnTo>
                  <a:pt x="661252" y="1397291"/>
                </a:lnTo>
                <a:lnTo>
                  <a:pt x="657315" y="1405163"/>
                </a:lnTo>
                <a:lnTo>
                  <a:pt x="621892" y="1405163"/>
                </a:lnTo>
                <a:lnTo>
                  <a:pt x="621892" y="1397291"/>
                </a:lnTo>
                <a:close/>
                <a:moveTo>
                  <a:pt x="5679680" y="1389419"/>
                </a:moveTo>
                <a:lnTo>
                  <a:pt x="5662005" y="1393346"/>
                </a:lnTo>
                <a:lnTo>
                  <a:pt x="5680553" y="1389637"/>
                </a:lnTo>
                <a:close/>
                <a:moveTo>
                  <a:pt x="4798007" y="1377611"/>
                </a:moveTo>
                <a:lnTo>
                  <a:pt x="4798007" y="1393355"/>
                </a:lnTo>
                <a:lnTo>
                  <a:pt x="4790135" y="1401227"/>
                </a:lnTo>
                <a:lnTo>
                  <a:pt x="4778327" y="1409099"/>
                </a:lnTo>
                <a:lnTo>
                  <a:pt x="4778327" y="1397291"/>
                </a:lnTo>
                <a:lnTo>
                  <a:pt x="4790135" y="1385483"/>
                </a:lnTo>
                <a:close/>
                <a:moveTo>
                  <a:pt x="4890505" y="1369739"/>
                </a:moveTo>
                <a:lnTo>
                  <a:pt x="4890505" y="1381547"/>
                </a:lnTo>
                <a:lnTo>
                  <a:pt x="4870825" y="1397291"/>
                </a:lnTo>
                <a:lnTo>
                  <a:pt x="4866889" y="1415003"/>
                </a:lnTo>
                <a:lnTo>
                  <a:pt x="4894441" y="1415003"/>
                </a:lnTo>
                <a:lnTo>
                  <a:pt x="4920025" y="1415003"/>
                </a:lnTo>
                <a:lnTo>
                  <a:pt x="4923961" y="1430747"/>
                </a:lnTo>
                <a:lnTo>
                  <a:pt x="4900345" y="1472076"/>
                </a:lnTo>
                <a:lnTo>
                  <a:pt x="4900345" y="1495692"/>
                </a:lnTo>
                <a:lnTo>
                  <a:pt x="4890505" y="1503564"/>
                </a:lnTo>
                <a:lnTo>
                  <a:pt x="4894441" y="1509468"/>
                </a:lnTo>
                <a:lnTo>
                  <a:pt x="4908217" y="1507500"/>
                </a:lnTo>
                <a:lnTo>
                  <a:pt x="4923961" y="1509468"/>
                </a:lnTo>
                <a:lnTo>
                  <a:pt x="4935769" y="1537020"/>
                </a:lnTo>
                <a:lnTo>
                  <a:pt x="4939706" y="1570477"/>
                </a:lnTo>
                <a:lnTo>
                  <a:pt x="4951514" y="1574413"/>
                </a:lnTo>
                <a:lnTo>
                  <a:pt x="4969226" y="1601965"/>
                </a:lnTo>
                <a:lnTo>
                  <a:pt x="4977098" y="1609837"/>
                </a:lnTo>
                <a:lnTo>
                  <a:pt x="4981034" y="1655102"/>
                </a:lnTo>
                <a:lnTo>
                  <a:pt x="4988906" y="1662974"/>
                </a:lnTo>
                <a:lnTo>
                  <a:pt x="5016458" y="1662974"/>
                </a:lnTo>
                <a:lnTo>
                  <a:pt x="5020394" y="1688558"/>
                </a:lnTo>
                <a:lnTo>
                  <a:pt x="5012522" y="1704302"/>
                </a:lnTo>
                <a:lnTo>
                  <a:pt x="4996778" y="1720046"/>
                </a:lnTo>
                <a:lnTo>
                  <a:pt x="4984970" y="1723982"/>
                </a:lnTo>
                <a:lnTo>
                  <a:pt x="4981034" y="1727918"/>
                </a:lnTo>
                <a:lnTo>
                  <a:pt x="4996778" y="1727918"/>
                </a:lnTo>
                <a:lnTo>
                  <a:pt x="5012522" y="1727918"/>
                </a:lnTo>
                <a:lnTo>
                  <a:pt x="5012522" y="1737759"/>
                </a:lnTo>
                <a:lnTo>
                  <a:pt x="4984970" y="1753503"/>
                </a:lnTo>
                <a:lnTo>
                  <a:pt x="4961354" y="1753503"/>
                </a:lnTo>
                <a:lnTo>
                  <a:pt x="4951514" y="1749567"/>
                </a:lnTo>
                <a:lnTo>
                  <a:pt x="4908217" y="1761375"/>
                </a:lnTo>
                <a:lnTo>
                  <a:pt x="4904281" y="1757439"/>
                </a:lnTo>
                <a:lnTo>
                  <a:pt x="4882633" y="1765311"/>
                </a:lnTo>
                <a:lnTo>
                  <a:pt x="4882633" y="1773183"/>
                </a:lnTo>
                <a:lnTo>
                  <a:pt x="4847209" y="1777119"/>
                </a:lnTo>
                <a:lnTo>
                  <a:pt x="4839336" y="1786959"/>
                </a:lnTo>
                <a:lnTo>
                  <a:pt x="4827528" y="1786959"/>
                </a:lnTo>
                <a:lnTo>
                  <a:pt x="4827528" y="1781055"/>
                </a:lnTo>
                <a:lnTo>
                  <a:pt x="4843272" y="1769247"/>
                </a:lnTo>
                <a:lnTo>
                  <a:pt x="4847209" y="1753503"/>
                </a:lnTo>
                <a:lnTo>
                  <a:pt x="4859017" y="1749567"/>
                </a:lnTo>
                <a:lnTo>
                  <a:pt x="4862953" y="1737759"/>
                </a:lnTo>
                <a:lnTo>
                  <a:pt x="4878697" y="1733822"/>
                </a:lnTo>
                <a:lnTo>
                  <a:pt x="4894441" y="1731854"/>
                </a:lnTo>
                <a:lnTo>
                  <a:pt x="4896409" y="1723982"/>
                </a:lnTo>
                <a:lnTo>
                  <a:pt x="4890505" y="1723982"/>
                </a:lnTo>
                <a:lnTo>
                  <a:pt x="4886569" y="1727918"/>
                </a:lnTo>
                <a:lnTo>
                  <a:pt x="4874761" y="1723982"/>
                </a:lnTo>
                <a:lnTo>
                  <a:pt x="4862953" y="1716110"/>
                </a:lnTo>
                <a:lnTo>
                  <a:pt x="4831464" y="1716110"/>
                </a:lnTo>
                <a:lnTo>
                  <a:pt x="4827528" y="1708238"/>
                </a:lnTo>
                <a:lnTo>
                  <a:pt x="4831464" y="1700366"/>
                </a:lnTo>
                <a:lnTo>
                  <a:pt x="4843272" y="1696430"/>
                </a:lnTo>
                <a:lnTo>
                  <a:pt x="4855081" y="1692494"/>
                </a:lnTo>
                <a:lnTo>
                  <a:pt x="4859017" y="1659038"/>
                </a:lnTo>
                <a:lnTo>
                  <a:pt x="4851145" y="1659038"/>
                </a:lnTo>
                <a:lnTo>
                  <a:pt x="4855081" y="1643293"/>
                </a:lnTo>
                <a:lnTo>
                  <a:pt x="4874761" y="1639357"/>
                </a:lnTo>
                <a:lnTo>
                  <a:pt x="4890505" y="1631485"/>
                </a:lnTo>
                <a:lnTo>
                  <a:pt x="4896409" y="1623613"/>
                </a:lnTo>
                <a:lnTo>
                  <a:pt x="4894441" y="1609837"/>
                </a:lnTo>
                <a:lnTo>
                  <a:pt x="4890505" y="1605901"/>
                </a:lnTo>
                <a:lnTo>
                  <a:pt x="4882633" y="1598029"/>
                </a:lnTo>
                <a:lnTo>
                  <a:pt x="4878697" y="1582285"/>
                </a:lnTo>
                <a:lnTo>
                  <a:pt x="4882633" y="1564573"/>
                </a:lnTo>
                <a:lnTo>
                  <a:pt x="4866889" y="1570477"/>
                </a:lnTo>
                <a:lnTo>
                  <a:pt x="4835400" y="1570477"/>
                </a:lnTo>
                <a:lnTo>
                  <a:pt x="4831464" y="1568509"/>
                </a:lnTo>
                <a:lnTo>
                  <a:pt x="4831464" y="1552765"/>
                </a:lnTo>
                <a:lnTo>
                  <a:pt x="4843272" y="1544893"/>
                </a:lnTo>
                <a:lnTo>
                  <a:pt x="4843272" y="1537020"/>
                </a:lnTo>
                <a:lnTo>
                  <a:pt x="4839336" y="1525212"/>
                </a:lnTo>
                <a:lnTo>
                  <a:pt x="4839336" y="1517340"/>
                </a:lnTo>
                <a:lnTo>
                  <a:pt x="4835400" y="1509468"/>
                </a:lnTo>
                <a:lnTo>
                  <a:pt x="4825560" y="1517340"/>
                </a:lnTo>
                <a:lnTo>
                  <a:pt x="4825560" y="1529148"/>
                </a:lnTo>
                <a:lnTo>
                  <a:pt x="4817688" y="1537020"/>
                </a:lnTo>
                <a:lnTo>
                  <a:pt x="4813752" y="1529148"/>
                </a:lnTo>
                <a:lnTo>
                  <a:pt x="4813752" y="1509468"/>
                </a:lnTo>
                <a:lnTo>
                  <a:pt x="4817688" y="1499628"/>
                </a:lnTo>
                <a:lnTo>
                  <a:pt x="4825560" y="1483884"/>
                </a:lnTo>
                <a:lnTo>
                  <a:pt x="4825560" y="1476012"/>
                </a:lnTo>
                <a:lnTo>
                  <a:pt x="4825560" y="1472076"/>
                </a:lnTo>
                <a:lnTo>
                  <a:pt x="4813752" y="1479948"/>
                </a:lnTo>
                <a:lnTo>
                  <a:pt x="4813752" y="1491756"/>
                </a:lnTo>
                <a:lnTo>
                  <a:pt x="4805880" y="1499628"/>
                </a:lnTo>
                <a:lnTo>
                  <a:pt x="4801944" y="1491756"/>
                </a:lnTo>
                <a:lnTo>
                  <a:pt x="4801944" y="1476012"/>
                </a:lnTo>
                <a:lnTo>
                  <a:pt x="4805880" y="1464204"/>
                </a:lnTo>
                <a:lnTo>
                  <a:pt x="4817688" y="1454364"/>
                </a:lnTo>
                <a:lnTo>
                  <a:pt x="4817688" y="1438620"/>
                </a:lnTo>
                <a:lnTo>
                  <a:pt x="4813752" y="1430747"/>
                </a:lnTo>
                <a:lnTo>
                  <a:pt x="4813752" y="1418939"/>
                </a:lnTo>
                <a:lnTo>
                  <a:pt x="4825560" y="1405163"/>
                </a:lnTo>
                <a:lnTo>
                  <a:pt x="4831464" y="1385483"/>
                </a:lnTo>
                <a:lnTo>
                  <a:pt x="4839336" y="1373675"/>
                </a:lnTo>
                <a:lnTo>
                  <a:pt x="4878697" y="1373675"/>
                </a:lnTo>
                <a:close/>
                <a:moveTo>
                  <a:pt x="5606863" y="1363834"/>
                </a:moveTo>
                <a:lnTo>
                  <a:pt x="5626543" y="1367770"/>
                </a:lnTo>
                <a:lnTo>
                  <a:pt x="5630479" y="1375642"/>
                </a:lnTo>
                <a:lnTo>
                  <a:pt x="5606863" y="1385482"/>
                </a:lnTo>
                <a:lnTo>
                  <a:pt x="5602927" y="1393354"/>
                </a:lnTo>
                <a:lnTo>
                  <a:pt x="5595055" y="1393354"/>
                </a:lnTo>
                <a:lnTo>
                  <a:pt x="5591119" y="1375642"/>
                </a:lnTo>
                <a:close/>
                <a:moveTo>
                  <a:pt x="5608831" y="1340218"/>
                </a:moveTo>
                <a:lnTo>
                  <a:pt x="5614735" y="1340218"/>
                </a:lnTo>
                <a:lnTo>
                  <a:pt x="5618671" y="1346122"/>
                </a:lnTo>
                <a:lnTo>
                  <a:pt x="5604895" y="1352026"/>
                </a:lnTo>
                <a:lnTo>
                  <a:pt x="5600959" y="1342186"/>
                </a:lnTo>
                <a:close/>
                <a:moveTo>
                  <a:pt x="1135536" y="1318569"/>
                </a:moveTo>
                <a:lnTo>
                  <a:pt x="1134163" y="1318912"/>
                </a:lnTo>
                <a:lnTo>
                  <a:pt x="1143484" y="1324350"/>
                </a:lnTo>
                <a:close/>
                <a:moveTo>
                  <a:pt x="9639330" y="1316603"/>
                </a:moveTo>
                <a:lnTo>
                  <a:pt x="9641298" y="1340219"/>
                </a:lnTo>
                <a:lnTo>
                  <a:pt x="9617682" y="1355963"/>
                </a:lnTo>
                <a:lnTo>
                  <a:pt x="9605874" y="1355963"/>
                </a:lnTo>
                <a:lnTo>
                  <a:pt x="9605874" y="1346123"/>
                </a:lnTo>
                <a:lnTo>
                  <a:pt x="9615714" y="1342187"/>
                </a:lnTo>
                <a:lnTo>
                  <a:pt x="9617682" y="1328411"/>
                </a:lnTo>
                <a:close/>
                <a:moveTo>
                  <a:pt x="769494" y="1292986"/>
                </a:moveTo>
                <a:lnTo>
                  <a:pt x="769495" y="1292986"/>
                </a:lnTo>
                <a:lnTo>
                  <a:pt x="777365" y="1292986"/>
                </a:lnTo>
                <a:lnTo>
                  <a:pt x="777367" y="1292986"/>
                </a:lnTo>
                <a:lnTo>
                  <a:pt x="773432" y="1300858"/>
                </a:lnTo>
                <a:lnTo>
                  <a:pt x="773429" y="1300857"/>
                </a:lnTo>
                <a:lnTo>
                  <a:pt x="773429" y="1300858"/>
                </a:lnTo>
                <a:lnTo>
                  <a:pt x="765557" y="1296922"/>
                </a:lnTo>
                <a:close/>
                <a:moveTo>
                  <a:pt x="797046" y="1285114"/>
                </a:moveTo>
                <a:lnTo>
                  <a:pt x="797048" y="1285114"/>
                </a:lnTo>
                <a:lnTo>
                  <a:pt x="804918" y="1285114"/>
                </a:lnTo>
                <a:lnTo>
                  <a:pt x="804920" y="1285114"/>
                </a:lnTo>
                <a:lnTo>
                  <a:pt x="804920" y="1292986"/>
                </a:lnTo>
                <a:lnTo>
                  <a:pt x="785239" y="1312666"/>
                </a:lnTo>
                <a:lnTo>
                  <a:pt x="785238" y="1312666"/>
                </a:lnTo>
                <a:lnTo>
                  <a:pt x="777367" y="1312666"/>
                </a:lnTo>
                <a:lnTo>
                  <a:pt x="777366" y="1312666"/>
                </a:lnTo>
                <a:lnTo>
                  <a:pt x="777366" y="1306762"/>
                </a:lnTo>
                <a:close/>
                <a:moveTo>
                  <a:pt x="249939" y="1285114"/>
                </a:moveTo>
                <a:lnTo>
                  <a:pt x="267651" y="1292986"/>
                </a:lnTo>
                <a:lnTo>
                  <a:pt x="267651" y="1312666"/>
                </a:lnTo>
                <a:lnTo>
                  <a:pt x="255843" y="1312666"/>
                </a:lnTo>
                <a:lnTo>
                  <a:pt x="246003" y="1320538"/>
                </a:lnTo>
                <a:lnTo>
                  <a:pt x="230259" y="1306762"/>
                </a:lnTo>
                <a:lnTo>
                  <a:pt x="218450" y="1304794"/>
                </a:lnTo>
                <a:lnTo>
                  <a:pt x="218450" y="1292986"/>
                </a:lnTo>
                <a:lnTo>
                  <a:pt x="234195" y="1289050"/>
                </a:lnTo>
                <a:close/>
                <a:moveTo>
                  <a:pt x="1009637" y="1275236"/>
                </a:moveTo>
                <a:lnTo>
                  <a:pt x="1009583" y="1275272"/>
                </a:lnTo>
                <a:lnTo>
                  <a:pt x="1005648" y="1292981"/>
                </a:lnTo>
                <a:lnTo>
                  <a:pt x="1005655" y="1292985"/>
                </a:lnTo>
                <a:lnTo>
                  <a:pt x="1009591" y="1275273"/>
                </a:lnTo>
                <a:close/>
                <a:moveTo>
                  <a:pt x="777366" y="1273306"/>
                </a:moveTo>
                <a:lnTo>
                  <a:pt x="777367" y="1273307"/>
                </a:lnTo>
                <a:lnTo>
                  <a:pt x="777367" y="1273306"/>
                </a:lnTo>
                <a:lnTo>
                  <a:pt x="783272" y="1281178"/>
                </a:lnTo>
                <a:lnTo>
                  <a:pt x="777367" y="1285114"/>
                </a:lnTo>
                <a:lnTo>
                  <a:pt x="777367" y="1285113"/>
                </a:lnTo>
                <a:lnTo>
                  <a:pt x="777366" y="1285114"/>
                </a:lnTo>
                <a:lnTo>
                  <a:pt x="773429" y="1277242"/>
                </a:lnTo>
                <a:close/>
                <a:moveTo>
                  <a:pt x="824600" y="1269370"/>
                </a:moveTo>
                <a:lnTo>
                  <a:pt x="824600" y="1269370"/>
                </a:lnTo>
                <a:lnTo>
                  <a:pt x="824601" y="1269370"/>
                </a:lnTo>
                <a:lnTo>
                  <a:pt x="828536" y="1281178"/>
                </a:lnTo>
                <a:lnTo>
                  <a:pt x="816729" y="1289050"/>
                </a:lnTo>
                <a:lnTo>
                  <a:pt x="816729" y="1289049"/>
                </a:lnTo>
                <a:lnTo>
                  <a:pt x="816728" y="1289050"/>
                </a:lnTo>
                <a:lnTo>
                  <a:pt x="812792" y="1281178"/>
                </a:lnTo>
                <a:lnTo>
                  <a:pt x="812792" y="1273306"/>
                </a:lnTo>
                <a:close/>
                <a:moveTo>
                  <a:pt x="5528142" y="1267401"/>
                </a:moveTo>
                <a:lnTo>
                  <a:pt x="5536014" y="1267401"/>
                </a:lnTo>
                <a:lnTo>
                  <a:pt x="5532078" y="1277241"/>
                </a:lnTo>
                <a:lnTo>
                  <a:pt x="5528142" y="1275273"/>
                </a:lnTo>
                <a:close/>
                <a:moveTo>
                  <a:pt x="1021391" y="1267400"/>
                </a:moveTo>
                <a:lnTo>
                  <a:pt x="1020160" y="1268221"/>
                </a:lnTo>
                <a:lnTo>
                  <a:pt x="1035175" y="1285113"/>
                </a:lnTo>
                <a:lnTo>
                  <a:pt x="1076503" y="1348090"/>
                </a:lnTo>
                <a:lnTo>
                  <a:pt x="1092247" y="1348090"/>
                </a:lnTo>
                <a:lnTo>
                  <a:pt x="1092299" y="1348018"/>
                </a:lnTo>
                <a:lnTo>
                  <a:pt x="1092240" y="1348089"/>
                </a:lnTo>
                <a:lnTo>
                  <a:pt x="1078464" y="1348089"/>
                </a:lnTo>
                <a:lnTo>
                  <a:pt x="1037135" y="1285113"/>
                </a:lnTo>
                <a:close/>
                <a:moveTo>
                  <a:pt x="3038618" y="1263465"/>
                </a:moveTo>
                <a:lnTo>
                  <a:pt x="3042554" y="1271336"/>
                </a:lnTo>
                <a:lnTo>
                  <a:pt x="3038618" y="1277240"/>
                </a:lnTo>
                <a:lnTo>
                  <a:pt x="3026810" y="1277240"/>
                </a:lnTo>
                <a:lnTo>
                  <a:pt x="3026810" y="1271336"/>
                </a:lnTo>
                <a:close/>
                <a:moveTo>
                  <a:pt x="5313629" y="1239847"/>
                </a:moveTo>
                <a:lnTo>
                  <a:pt x="5313628" y="1239849"/>
                </a:lnTo>
                <a:lnTo>
                  <a:pt x="5329372" y="1255593"/>
                </a:lnTo>
                <a:lnTo>
                  <a:pt x="5325436" y="1275274"/>
                </a:lnTo>
                <a:lnTo>
                  <a:pt x="5313628" y="1287082"/>
                </a:lnTo>
                <a:lnTo>
                  <a:pt x="5313626" y="1287098"/>
                </a:lnTo>
                <a:lnTo>
                  <a:pt x="5313628" y="1287082"/>
                </a:lnTo>
                <a:lnTo>
                  <a:pt x="5325436" y="1275274"/>
                </a:lnTo>
                <a:lnTo>
                  <a:pt x="5329373" y="1255593"/>
                </a:lnTo>
                <a:lnTo>
                  <a:pt x="5313628" y="1239849"/>
                </a:lnTo>
                <a:close/>
                <a:moveTo>
                  <a:pt x="3119306" y="1192616"/>
                </a:moveTo>
                <a:lnTo>
                  <a:pt x="3125211" y="1200488"/>
                </a:lnTo>
                <a:lnTo>
                  <a:pt x="3129148" y="1216232"/>
                </a:lnTo>
                <a:lnTo>
                  <a:pt x="3121275" y="1216232"/>
                </a:lnTo>
                <a:lnTo>
                  <a:pt x="3111434" y="1204424"/>
                </a:lnTo>
                <a:close/>
                <a:moveTo>
                  <a:pt x="2723733" y="1151288"/>
                </a:moveTo>
                <a:lnTo>
                  <a:pt x="2725701" y="1170968"/>
                </a:lnTo>
                <a:lnTo>
                  <a:pt x="2719797" y="1186712"/>
                </a:lnTo>
                <a:lnTo>
                  <a:pt x="2715862" y="1202456"/>
                </a:lnTo>
                <a:lnTo>
                  <a:pt x="2702085" y="1190648"/>
                </a:lnTo>
                <a:lnTo>
                  <a:pt x="2702085" y="1163096"/>
                </a:lnTo>
                <a:lnTo>
                  <a:pt x="2709957" y="1157192"/>
                </a:lnTo>
                <a:close/>
                <a:moveTo>
                  <a:pt x="5836158" y="1144377"/>
                </a:moveTo>
                <a:lnTo>
                  <a:pt x="5809569" y="1172936"/>
                </a:lnTo>
                <a:lnTo>
                  <a:pt x="5792465" y="1199161"/>
                </a:lnTo>
                <a:lnTo>
                  <a:pt x="5811537" y="1172938"/>
                </a:lnTo>
                <a:close/>
                <a:moveTo>
                  <a:pt x="2652887" y="1117832"/>
                </a:moveTo>
                <a:lnTo>
                  <a:pt x="2650919" y="1131608"/>
                </a:lnTo>
                <a:lnTo>
                  <a:pt x="2623367" y="1155224"/>
                </a:lnTo>
                <a:lnTo>
                  <a:pt x="2603686" y="1157192"/>
                </a:lnTo>
                <a:lnTo>
                  <a:pt x="2607622" y="1131608"/>
                </a:lnTo>
                <a:lnTo>
                  <a:pt x="2623367" y="1119800"/>
                </a:lnTo>
                <a:close/>
                <a:moveTo>
                  <a:pt x="2747350" y="1094216"/>
                </a:moveTo>
                <a:lnTo>
                  <a:pt x="2763095" y="1094216"/>
                </a:lnTo>
                <a:lnTo>
                  <a:pt x="2768999" y="1102088"/>
                </a:lnTo>
                <a:lnTo>
                  <a:pt x="2763095" y="1117832"/>
                </a:lnTo>
                <a:lnTo>
                  <a:pt x="2751287" y="1107992"/>
                </a:lnTo>
                <a:close/>
                <a:moveTo>
                  <a:pt x="90528" y="1090281"/>
                </a:moveTo>
                <a:lnTo>
                  <a:pt x="110209" y="1092249"/>
                </a:lnTo>
                <a:lnTo>
                  <a:pt x="139729" y="1092249"/>
                </a:lnTo>
                <a:lnTo>
                  <a:pt x="167281" y="1107993"/>
                </a:lnTo>
                <a:lnTo>
                  <a:pt x="184993" y="1111929"/>
                </a:lnTo>
                <a:lnTo>
                  <a:pt x="181057" y="1119801"/>
                </a:lnTo>
                <a:lnTo>
                  <a:pt x="163345" y="1123737"/>
                </a:lnTo>
                <a:lnTo>
                  <a:pt x="151537" y="1127673"/>
                </a:lnTo>
                <a:lnTo>
                  <a:pt x="122017" y="1107993"/>
                </a:lnTo>
                <a:lnTo>
                  <a:pt x="94464" y="1115865"/>
                </a:lnTo>
                <a:lnTo>
                  <a:pt x="86592" y="1104057"/>
                </a:lnTo>
                <a:close/>
                <a:moveTo>
                  <a:pt x="2780807" y="1078472"/>
                </a:moveTo>
                <a:lnTo>
                  <a:pt x="2796551" y="1088312"/>
                </a:lnTo>
                <a:lnTo>
                  <a:pt x="2796551" y="1096184"/>
                </a:lnTo>
                <a:lnTo>
                  <a:pt x="2784743" y="1096184"/>
                </a:lnTo>
                <a:lnTo>
                  <a:pt x="2776871" y="1088312"/>
                </a:lnTo>
                <a:lnTo>
                  <a:pt x="2776871" y="1080440"/>
                </a:lnTo>
                <a:close/>
                <a:moveTo>
                  <a:pt x="5821049" y="1077161"/>
                </a:moveTo>
                <a:lnTo>
                  <a:pt x="5821377" y="1078471"/>
                </a:lnTo>
                <a:lnTo>
                  <a:pt x="5839089" y="1086343"/>
                </a:lnTo>
                <a:lnTo>
                  <a:pt x="5848702" y="1098360"/>
                </a:lnTo>
                <a:lnTo>
                  <a:pt x="5839089" y="1084377"/>
                </a:lnTo>
                <a:close/>
                <a:moveTo>
                  <a:pt x="2768999" y="1054854"/>
                </a:moveTo>
                <a:lnTo>
                  <a:pt x="2776871" y="1062725"/>
                </a:lnTo>
                <a:lnTo>
                  <a:pt x="2768999" y="1068629"/>
                </a:lnTo>
                <a:lnTo>
                  <a:pt x="2761127" y="1058790"/>
                </a:lnTo>
                <a:close/>
                <a:moveTo>
                  <a:pt x="5331340" y="1046983"/>
                </a:moveTo>
                <a:lnTo>
                  <a:pt x="5313628" y="1062728"/>
                </a:lnTo>
                <a:lnTo>
                  <a:pt x="5313628" y="1111928"/>
                </a:lnTo>
                <a:lnTo>
                  <a:pt x="5319532" y="1184745"/>
                </a:lnTo>
                <a:lnTo>
                  <a:pt x="5331340" y="1198521"/>
                </a:lnTo>
                <a:lnTo>
                  <a:pt x="5331340" y="1222137"/>
                </a:lnTo>
                <a:lnTo>
                  <a:pt x="5331337" y="1222139"/>
                </a:lnTo>
                <a:lnTo>
                  <a:pt x="5331341" y="1222137"/>
                </a:lnTo>
                <a:lnTo>
                  <a:pt x="5331341" y="1198521"/>
                </a:lnTo>
                <a:lnTo>
                  <a:pt x="5319532" y="1184745"/>
                </a:lnTo>
                <a:lnTo>
                  <a:pt x="5313628" y="1111928"/>
                </a:lnTo>
                <a:lnTo>
                  <a:pt x="5313628" y="1062728"/>
                </a:lnTo>
                <a:lnTo>
                  <a:pt x="5331341" y="1046984"/>
                </a:lnTo>
                <a:close/>
                <a:moveTo>
                  <a:pt x="5825313" y="1025335"/>
                </a:moveTo>
                <a:lnTo>
                  <a:pt x="5825313" y="1043047"/>
                </a:lnTo>
                <a:lnTo>
                  <a:pt x="5825309" y="1043056"/>
                </a:lnTo>
                <a:lnTo>
                  <a:pt x="5825313" y="1043048"/>
                </a:lnTo>
                <a:lnTo>
                  <a:pt x="5825313" y="1025336"/>
                </a:lnTo>
                <a:close/>
                <a:moveTo>
                  <a:pt x="5813508" y="1001713"/>
                </a:moveTo>
                <a:lnTo>
                  <a:pt x="5813505" y="1001718"/>
                </a:lnTo>
                <a:lnTo>
                  <a:pt x="5813505" y="1001719"/>
                </a:lnTo>
                <a:close/>
                <a:moveTo>
                  <a:pt x="5806249" y="978632"/>
                </a:moveTo>
                <a:lnTo>
                  <a:pt x="5805633" y="980070"/>
                </a:lnTo>
                <a:lnTo>
                  <a:pt x="5814103" y="985364"/>
                </a:lnTo>
                <a:close/>
                <a:moveTo>
                  <a:pt x="2544645" y="938742"/>
                </a:moveTo>
                <a:lnTo>
                  <a:pt x="2556453" y="938742"/>
                </a:lnTo>
                <a:lnTo>
                  <a:pt x="2560389" y="960390"/>
                </a:lnTo>
                <a:lnTo>
                  <a:pt x="2574165" y="976134"/>
                </a:lnTo>
                <a:lnTo>
                  <a:pt x="2582037" y="972198"/>
                </a:lnTo>
                <a:lnTo>
                  <a:pt x="2609590" y="980070"/>
                </a:lnTo>
                <a:lnTo>
                  <a:pt x="2621397" y="995814"/>
                </a:lnTo>
                <a:lnTo>
                  <a:pt x="2654854" y="1009590"/>
                </a:lnTo>
                <a:lnTo>
                  <a:pt x="2658790" y="1033206"/>
                </a:lnTo>
                <a:lnTo>
                  <a:pt x="2654854" y="1056823"/>
                </a:lnTo>
                <a:lnTo>
                  <a:pt x="2686342" y="1060759"/>
                </a:lnTo>
                <a:lnTo>
                  <a:pt x="2690279" y="1066663"/>
                </a:lnTo>
                <a:lnTo>
                  <a:pt x="2686342" y="1086343"/>
                </a:lnTo>
                <a:lnTo>
                  <a:pt x="2654854" y="1082407"/>
                </a:lnTo>
                <a:lnTo>
                  <a:pt x="2639110" y="1074535"/>
                </a:lnTo>
                <a:lnTo>
                  <a:pt x="2635174" y="1062727"/>
                </a:lnTo>
                <a:lnTo>
                  <a:pt x="2627302" y="1052887"/>
                </a:lnTo>
                <a:lnTo>
                  <a:pt x="2613526" y="1056823"/>
                </a:lnTo>
                <a:lnTo>
                  <a:pt x="2601717" y="1074535"/>
                </a:lnTo>
                <a:lnTo>
                  <a:pt x="2585973" y="1078471"/>
                </a:lnTo>
                <a:lnTo>
                  <a:pt x="2568261" y="1106023"/>
                </a:lnTo>
                <a:lnTo>
                  <a:pt x="2552516" y="1113895"/>
                </a:lnTo>
                <a:lnTo>
                  <a:pt x="2548580" y="1078471"/>
                </a:lnTo>
                <a:lnTo>
                  <a:pt x="2513156" y="1074535"/>
                </a:lnTo>
                <a:lnTo>
                  <a:pt x="2511188" y="1066663"/>
                </a:lnTo>
                <a:lnTo>
                  <a:pt x="2536772" y="1013526"/>
                </a:lnTo>
                <a:lnTo>
                  <a:pt x="2536772" y="960390"/>
                </a:lnTo>
                <a:lnTo>
                  <a:pt x="2540708" y="946614"/>
                </a:lnTo>
                <a:close/>
                <a:moveTo>
                  <a:pt x="2570230" y="919062"/>
                </a:moveTo>
                <a:lnTo>
                  <a:pt x="2578102" y="926934"/>
                </a:lnTo>
                <a:lnTo>
                  <a:pt x="2580070" y="944646"/>
                </a:lnTo>
                <a:lnTo>
                  <a:pt x="2570230" y="944646"/>
                </a:lnTo>
                <a:lnTo>
                  <a:pt x="2566293" y="926934"/>
                </a:lnTo>
                <a:close/>
                <a:moveTo>
                  <a:pt x="2589909" y="915126"/>
                </a:moveTo>
                <a:lnTo>
                  <a:pt x="2595814" y="922998"/>
                </a:lnTo>
                <a:lnTo>
                  <a:pt x="2603686" y="930870"/>
                </a:lnTo>
                <a:lnTo>
                  <a:pt x="2607621" y="938742"/>
                </a:lnTo>
                <a:lnTo>
                  <a:pt x="2595814" y="938742"/>
                </a:lnTo>
                <a:lnTo>
                  <a:pt x="2584006" y="922998"/>
                </a:lnTo>
                <a:close/>
                <a:moveTo>
                  <a:pt x="5813505" y="895447"/>
                </a:moveTo>
                <a:lnTo>
                  <a:pt x="5813504" y="895451"/>
                </a:lnTo>
                <a:lnTo>
                  <a:pt x="5813505" y="895447"/>
                </a:lnTo>
                <a:close/>
                <a:moveTo>
                  <a:pt x="5384480" y="895445"/>
                </a:moveTo>
                <a:lnTo>
                  <a:pt x="5384476" y="895446"/>
                </a:lnTo>
                <a:lnTo>
                  <a:pt x="5372668" y="911190"/>
                </a:lnTo>
                <a:lnTo>
                  <a:pt x="5384476" y="930870"/>
                </a:lnTo>
                <a:lnTo>
                  <a:pt x="5376604" y="984007"/>
                </a:lnTo>
                <a:lnTo>
                  <a:pt x="5358892" y="1009591"/>
                </a:lnTo>
                <a:lnTo>
                  <a:pt x="5372668" y="1037143"/>
                </a:lnTo>
                <a:lnTo>
                  <a:pt x="5358892" y="1050920"/>
                </a:lnTo>
                <a:lnTo>
                  <a:pt x="5358893" y="1050920"/>
                </a:lnTo>
                <a:lnTo>
                  <a:pt x="5372669" y="1037143"/>
                </a:lnTo>
                <a:lnTo>
                  <a:pt x="5358893" y="1009591"/>
                </a:lnTo>
                <a:lnTo>
                  <a:pt x="5376605" y="984007"/>
                </a:lnTo>
                <a:lnTo>
                  <a:pt x="5384477" y="930870"/>
                </a:lnTo>
                <a:lnTo>
                  <a:pt x="5372669" y="911190"/>
                </a:lnTo>
                <a:lnTo>
                  <a:pt x="5384477" y="895446"/>
                </a:lnTo>
                <a:close/>
                <a:moveTo>
                  <a:pt x="4514613" y="879703"/>
                </a:moveTo>
                <a:lnTo>
                  <a:pt x="4536261" y="879703"/>
                </a:lnTo>
                <a:lnTo>
                  <a:pt x="4540197" y="891511"/>
                </a:lnTo>
                <a:lnTo>
                  <a:pt x="4559877" y="891511"/>
                </a:lnTo>
                <a:lnTo>
                  <a:pt x="4567749" y="887575"/>
                </a:lnTo>
                <a:lnTo>
                  <a:pt x="4571686" y="895447"/>
                </a:lnTo>
                <a:lnTo>
                  <a:pt x="4559877" y="903319"/>
                </a:lnTo>
                <a:lnTo>
                  <a:pt x="4563813" y="913159"/>
                </a:lnTo>
                <a:lnTo>
                  <a:pt x="4563813" y="936775"/>
                </a:lnTo>
                <a:lnTo>
                  <a:pt x="4571686" y="936775"/>
                </a:lnTo>
                <a:lnTo>
                  <a:pt x="4577590" y="948584"/>
                </a:lnTo>
                <a:lnTo>
                  <a:pt x="4589398" y="948584"/>
                </a:lnTo>
                <a:lnTo>
                  <a:pt x="4597270" y="970232"/>
                </a:lnTo>
                <a:lnTo>
                  <a:pt x="4581526" y="1001720"/>
                </a:lnTo>
                <a:lnTo>
                  <a:pt x="4559877" y="1017464"/>
                </a:lnTo>
                <a:lnTo>
                  <a:pt x="4552005" y="1035176"/>
                </a:lnTo>
                <a:lnTo>
                  <a:pt x="4524453" y="1039112"/>
                </a:lnTo>
                <a:lnTo>
                  <a:pt x="4506741" y="1058793"/>
                </a:lnTo>
                <a:lnTo>
                  <a:pt x="4487061" y="1062729"/>
                </a:lnTo>
                <a:lnTo>
                  <a:pt x="4465412" y="1086345"/>
                </a:lnTo>
                <a:lnTo>
                  <a:pt x="4412276" y="1090281"/>
                </a:lnTo>
                <a:lnTo>
                  <a:pt x="4380788" y="1066665"/>
                </a:lnTo>
                <a:lnTo>
                  <a:pt x="4351267" y="1062729"/>
                </a:lnTo>
                <a:lnTo>
                  <a:pt x="4335523" y="1054857"/>
                </a:lnTo>
                <a:lnTo>
                  <a:pt x="4335523" y="1043048"/>
                </a:lnTo>
                <a:lnTo>
                  <a:pt x="4359139" y="1043048"/>
                </a:lnTo>
                <a:lnTo>
                  <a:pt x="4359139" y="1029272"/>
                </a:lnTo>
                <a:lnTo>
                  <a:pt x="4347331" y="1013528"/>
                </a:lnTo>
                <a:lnTo>
                  <a:pt x="4347331" y="1001720"/>
                </a:lnTo>
                <a:lnTo>
                  <a:pt x="4335523" y="997784"/>
                </a:lnTo>
                <a:lnTo>
                  <a:pt x="4302067" y="1001720"/>
                </a:lnTo>
                <a:lnTo>
                  <a:pt x="4306003" y="989912"/>
                </a:lnTo>
                <a:lnTo>
                  <a:pt x="4321747" y="985976"/>
                </a:lnTo>
                <a:lnTo>
                  <a:pt x="4343395" y="982040"/>
                </a:lnTo>
                <a:lnTo>
                  <a:pt x="4363075" y="985976"/>
                </a:lnTo>
                <a:lnTo>
                  <a:pt x="4367012" y="978104"/>
                </a:lnTo>
                <a:lnTo>
                  <a:pt x="4339459" y="966296"/>
                </a:lnTo>
                <a:lnTo>
                  <a:pt x="4351267" y="960392"/>
                </a:lnTo>
                <a:lnTo>
                  <a:pt x="4347331" y="948584"/>
                </a:lnTo>
                <a:lnTo>
                  <a:pt x="4309939" y="948584"/>
                </a:lnTo>
                <a:lnTo>
                  <a:pt x="4290259" y="952520"/>
                </a:lnTo>
                <a:lnTo>
                  <a:pt x="4286323" y="940711"/>
                </a:lnTo>
                <a:lnTo>
                  <a:pt x="4313875" y="909223"/>
                </a:lnTo>
                <a:lnTo>
                  <a:pt x="4321747" y="913159"/>
                </a:lnTo>
                <a:lnTo>
                  <a:pt x="4323715" y="921031"/>
                </a:lnTo>
                <a:lnTo>
                  <a:pt x="4339459" y="917095"/>
                </a:lnTo>
                <a:lnTo>
                  <a:pt x="4327651" y="903319"/>
                </a:lnTo>
                <a:lnTo>
                  <a:pt x="4321747" y="883639"/>
                </a:lnTo>
                <a:lnTo>
                  <a:pt x="4339459" y="883639"/>
                </a:lnTo>
                <a:lnTo>
                  <a:pt x="4367012" y="907255"/>
                </a:lnTo>
                <a:lnTo>
                  <a:pt x="4363075" y="928903"/>
                </a:lnTo>
                <a:lnTo>
                  <a:pt x="4370948" y="952520"/>
                </a:lnTo>
                <a:lnTo>
                  <a:pt x="4380788" y="960392"/>
                </a:lnTo>
                <a:lnTo>
                  <a:pt x="4384724" y="952520"/>
                </a:lnTo>
                <a:lnTo>
                  <a:pt x="4380788" y="944647"/>
                </a:lnTo>
                <a:lnTo>
                  <a:pt x="4400468" y="940711"/>
                </a:lnTo>
                <a:lnTo>
                  <a:pt x="4404404" y="932839"/>
                </a:lnTo>
                <a:lnTo>
                  <a:pt x="4392596" y="921031"/>
                </a:lnTo>
                <a:lnTo>
                  <a:pt x="4400468" y="917095"/>
                </a:lnTo>
                <a:lnTo>
                  <a:pt x="4412276" y="917095"/>
                </a:lnTo>
                <a:lnTo>
                  <a:pt x="4424084" y="932839"/>
                </a:lnTo>
                <a:lnTo>
                  <a:pt x="4424084" y="913159"/>
                </a:lnTo>
                <a:lnTo>
                  <a:pt x="4445732" y="909223"/>
                </a:lnTo>
                <a:lnTo>
                  <a:pt x="4457540" y="924967"/>
                </a:lnTo>
                <a:lnTo>
                  <a:pt x="4465412" y="921031"/>
                </a:lnTo>
                <a:lnTo>
                  <a:pt x="4461476" y="909223"/>
                </a:lnTo>
                <a:lnTo>
                  <a:pt x="4475253" y="907255"/>
                </a:lnTo>
                <a:lnTo>
                  <a:pt x="4490997" y="913159"/>
                </a:lnTo>
                <a:lnTo>
                  <a:pt x="4514613" y="907255"/>
                </a:lnTo>
                <a:close/>
                <a:moveTo>
                  <a:pt x="356214" y="879702"/>
                </a:moveTo>
                <a:lnTo>
                  <a:pt x="368022" y="879702"/>
                </a:lnTo>
                <a:lnTo>
                  <a:pt x="368022" y="883638"/>
                </a:lnTo>
                <a:lnTo>
                  <a:pt x="371958" y="891510"/>
                </a:lnTo>
                <a:lnTo>
                  <a:pt x="368022" y="899382"/>
                </a:lnTo>
                <a:close/>
                <a:moveTo>
                  <a:pt x="5628511" y="836405"/>
                </a:moveTo>
                <a:lnTo>
                  <a:pt x="5628511" y="836406"/>
                </a:lnTo>
                <a:lnTo>
                  <a:pt x="5628521" y="836411"/>
                </a:lnTo>
                <a:close/>
                <a:moveTo>
                  <a:pt x="2855595" y="816725"/>
                </a:moveTo>
                <a:lnTo>
                  <a:pt x="2871339" y="816725"/>
                </a:lnTo>
                <a:lnTo>
                  <a:pt x="2883146" y="826564"/>
                </a:lnTo>
                <a:lnTo>
                  <a:pt x="2867402" y="826564"/>
                </a:lnTo>
                <a:lnTo>
                  <a:pt x="2855595" y="820660"/>
                </a:lnTo>
                <a:close/>
                <a:moveTo>
                  <a:pt x="2522996" y="816725"/>
                </a:moveTo>
                <a:lnTo>
                  <a:pt x="2530869" y="820660"/>
                </a:lnTo>
                <a:lnTo>
                  <a:pt x="2517092" y="826564"/>
                </a:lnTo>
                <a:lnTo>
                  <a:pt x="2511188" y="822628"/>
                </a:lnTo>
                <a:lnTo>
                  <a:pt x="2513157" y="820660"/>
                </a:lnTo>
                <a:close/>
                <a:moveTo>
                  <a:pt x="5457295" y="808853"/>
                </a:moveTo>
                <a:lnTo>
                  <a:pt x="5457293" y="808853"/>
                </a:lnTo>
                <a:lnTo>
                  <a:pt x="5449421" y="820661"/>
                </a:lnTo>
                <a:lnTo>
                  <a:pt x="5425805" y="840342"/>
                </a:lnTo>
                <a:lnTo>
                  <a:pt x="5433677" y="844278"/>
                </a:lnTo>
                <a:lnTo>
                  <a:pt x="5433677" y="858054"/>
                </a:lnTo>
                <a:lnTo>
                  <a:pt x="5433665" y="858065"/>
                </a:lnTo>
                <a:lnTo>
                  <a:pt x="5433677" y="858054"/>
                </a:lnTo>
                <a:lnTo>
                  <a:pt x="5433677" y="842310"/>
                </a:lnTo>
                <a:lnTo>
                  <a:pt x="5425805" y="840342"/>
                </a:lnTo>
                <a:lnTo>
                  <a:pt x="5449422" y="820661"/>
                </a:lnTo>
                <a:lnTo>
                  <a:pt x="5457294" y="808853"/>
                </a:lnTo>
                <a:close/>
                <a:moveTo>
                  <a:pt x="2808362" y="804917"/>
                </a:moveTo>
                <a:lnTo>
                  <a:pt x="2837882" y="808853"/>
                </a:lnTo>
                <a:lnTo>
                  <a:pt x="2837882" y="824597"/>
                </a:lnTo>
                <a:lnTo>
                  <a:pt x="2841819" y="830501"/>
                </a:lnTo>
                <a:lnTo>
                  <a:pt x="2841819" y="838373"/>
                </a:lnTo>
                <a:lnTo>
                  <a:pt x="2816234" y="850181"/>
                </a:lnTo>
                <a:lnTo>
                  <a:pt x="2792618" y="854117"/>
                </a:lnTo>
                <a:lnTo>
                  <a:pt x="2784745" y="846245"/>
                </a:lnTo>
                <a:lnTo>
                  <a:pt x="2780809" y="824597"/>
                </a:lnTo>
                <a:close/>
                <a:moveTo>
                  <a:pt x="5352988" y="800981"/>
                </a:moveTo>
                <a:lnTo>
                  <a:pt x="5360860" y="800981"/>
                </a:lnTo>
                <a:lnTo>
                  <a:pt x="5360860" y="804917"/>
                </a:lnTo>
                <a:lnTo>
                  <a:pt x="5352988" y="812789"/>
                </a:lnTo>
                <a:lnTo>
                  <a:pt x="5341180" y="814757"/>
                </a:lnTo>
                <a:lnTo>
                  <a:pt x="5331340" y="822629"/>
                </a:lnTo>
                <a:lnTo>
                  <a:pt x="5335276" y="812789"/>
                </a:lnTo>
                <a:close/>
                <a:moveTo>
                  <a:pt x="1993600" y="795078"/>
                </a:moveTo>
                <a:lnTo>
                  <a:pt x="2013280" y="795078"/>
                </a:lnTo>
                <a:lnTo>
                  <a:pt x="2017216" y="797046"/>
                </a:lnTo>
                <a:lnTo>
                  <a:pt x="2009344" y="800981"/>
                </a:lnTo>
                <a:lnTo>
                  <a:pt x="1997536" y="797046"/>
                </a:lnTo>
                <a:close/>
                <a:moveTo>
                  <a:pt x="5384477" y="795077"/>
                </a:moveTo>
                <a:lnTo>
                  <a:pt x="5392349" y="795077"/>
                </a:lnTo>
                <a:lnTo>
                  <a:pt x="5392349" y="797045"/>
                </a:lnTo>
                <a:lnTo>
                  <a:pt x="5380541" y="800981"/>
                </a:lnTo>
                <a:lnTo>
                  <a:pt x="5376605" y="797045"/>
                </a:lnTo>
                <a:close/>
                <a:moveTo>
                  <a:pt x="2729642" y="789172"/>
                </a:moveTo>
                <a:lnTo>
                  <a:pt x="2739483" y="789172"/>
                </a:lnTo>
                <a:lnTo>
                  <a:pt x="2739483" y="800980"/>
                </a:lnTo>
                <a:lnTo>
                  <a:pt x="2729642" y="797044"/>
                </a:lnTo>
                <a:close/>
                <a:moveTo>
                  <a:pt x="2841817" y="785236"/>
                </a:moveTo>
                <a:lnTo>
                  <a:pt x="2837882" y="797044"/>
                </a:lnTo>
                <a:lnTo>
                  <a:pt x="2830009" y="797044"/>
                </a:lnTo>
                <a:lnTo>
                  <a:pt x="2830009" y="789172"/>
                </a:lnTo>
                <a:close/>
                <a:moveTo>
                  <a:pt x="5486813" y="783269"/>
                </a:moveTo>
                <a:lnTo>
                  <a:pt x="5486809" y="783280"/>
                </a:lnTo>
                <a:lnTo>
                  <a:pt x="5486814" y="783269"/>
                </a:lnTo>
                <a:close/>
                <a:moveTo>
                  <a:pt x="2086097" y="781301"/>
                </a:moveTo>
                <a:lnTo>
                  <a:pt x="2095938" y="781301"/>
                </a:lnTo>
                <a:lnTo>
                  <a:pt x="2095938" y="785237"/>
                </a:lnTo>
                <a:lnTo>
                  <a:pt x="2086097" y="795076"/>
                </a:lnTo>
                <a:lnTo>
                  <a:pt x="2078225" y="791140"/>
                </a:lnTo>
                <a:lnTo>
                  <a:pt x="2078225" y="785237"/>
                </a:lnTo>
                <a:close/>
                <a:moveTo>
                  <a:pt x="5768258" y="779311"/>
                </a:moveTo>
                <a:lnTo>
                  <a:pt x="5768240" y="779332"/>
                </a:lnTo>
                <a:lnTo>
                  <a:pt x="5768240" y="795077"/>
                </a:lnTo>
                <a:lnTo>
                  <a:pt x="5781022" y="799993"/>
                </a:lnTo>
                <a:lnTo>
                  <a:pt x="5768241" y="793110"/>
                </a:lnTo>
                <a:lnTo>
                  <a:pt x="5768241" y="779334"/>
                </a:lnTo>
                <a:close/>
                <a:moveTo>
                  <a:pt x="1968017" y="777365"/>
                </a:moveTo>
                <a:lnTo>
                  <a:pt x="1975889" y="781301"/>
                </a:lnTo>
                <a:lnTo>
                  <a:pt x="1975889" y="789173"/>
                </a:lnTo>
                <a:lnTo>
                  <a:pt x="1960144" y="793109"/>
                </a:lnTo>
                <a:lnTo>
                  <a:pt x="1948336" y="804917"/>
                </a:lnTo>
                <a:lnTo>
                  <a:pt x="1918816" y="804917"/>
                </a:lnTo>
                <a:lnTo>
                  <a:pt x="1899136" y="800981"/>
                </a:lnTo>
                <a:lnTo>
                  <a:pt x="1910943" y="785237"/>
                </a:lnTo>
                <a:lnTo>
                  <a:pt x="1940464" y="785237"/>
                </a:lnTo>
                <a:close/>
                <a:moveTo>
                  <a:pt x="5410061" y="773429"/>
                </a:moveTo>
                <a:lnTo>
                  <a:pt x="5417933" y="777365"/>
                </a:lnTo>
                <a:lnTo>
                  <a:pt x="5429741" y="773429"/>
                </a:lnTo>
                <a:lnTo>
                  <a:pt x="5437613" y="777365"/>
                </a:lnTo>
                <a:lnTo>
                  <a:pt x="5425805" y="785237"/>
                </a:lnTo>
                <a:lnTo>
                  <a:pt x="5417933" y="797045"/>
                </a:lnTo>
                <a:lnTo>
                  <a:pt x="5406125" y="800981"/>
                </a:lnTo>
                <a:lnTo>
                  <a:pt x="5402189" y="797045"/>
                </a:lnTo>
                <a:lnTo>
                  <a:pt x="5406125" y="785237"/>
                </a:lnTo>
                <a:close/>
                <a:moveTo>
                  <a:pt x="5380541" y="773429"/>
                </a:moveTo>
                <a:lnTo>
                  <a:pt x="5394317" y="773429"/>
                </a:lnTo>
                <a:lnTo>
                  <a:pt x="5394317" y="781301"/>
                </a:lnTo>
                <a:lnTo>
                  <a:pt x="5380541" y="781301"/>
                </a:lnTo>
                <a:lnTo>
                  <a:pt x="5376605" y="777365"/>
                </a:lnTo>
                <a:close/>
                <a:moveTo>
                  <a:pt x="2133331" y="773429"/>
                </a:moveTo>
                <a:lnTo>
                  <a:pt x="2133331" y="781301"/>
                </a:lnTo>
                <a:lnTo>
                  <a:pt x="2125458" y="785237"/>
                </a:lnTo>
                <a:lnTo>
                  <a:pt x="2119554" y="781301"/>
                </a:lnTo>
                <a:lnTo>
                  <a:pt x="2125458" y="777365"/>
                </a:lnTo>
                <a:close/>
                <a:moveTo>
                  <a:pt x="5650159" y="771461"/>
                </a:moveTo>
                <a:lnTo>
                  <a:pt x="5631136" y="779070"/>
                </a:lnTo>
                <a:lnTo>
                  <a:pt x="5632447" y="779332"/>
                </a:lnTo>
                <a:lnTo>
                  <a:pt x="5652126" y="771461"/>
                </a:lnTo>
                <a:close/>
                <a:moveTo>
                  <a:pt x="5707230" y="759654"/>
                </a:moveTo>
                <a:lnTo>
                  <a:pt x="5683615" y="779332"/>
                </a:lnTo>
                <a:lnTo>
                  <a:pt x="5685584" y="779332"/>
                </a:lnTo>
                <a:close/>
                <a:moveTo>
                  <a:pt x="5539950" y="759653"/>
                </a:moveTo>
                <a:lnTo>
                  <a:pt x="5532078" y="783269"/>
                </a:lnTo>
                <a:lnTo>
                  <a:pt x="5516334" y="787205"/>
                </a:lnTo>
                <a:lnTo>
                  <a:pt x="5532078" y="783269"/>
                </a:lnTo>
                <a:lnTo>
                  <a:pt x="5539950" y="759653"/>
                </a:lnTo>
                <a:close/>
                <a:moveTo>
                  <a:pt x="5555694" y="759653"/>
                </a:moveTo>
                <a:lnTo>
                  <a:pt x="5555694" y="759653"/>
                </a:lnTo>
                <a:lnTo>
                  <a:pt x="5555694" y="759653"/>
                </a:lnTo>
                <a:lnTo>
                  <a:pt x="5559630" y="775397"/>
                </a:lnTo>
                <a:lnTo>
                  <a:pt x="5581279" y="787205"/>
                </a:lnTo>
                <a:lnTo>
                  <a:pt x="5600959" y="787205"/>
                </a:lnTo>
                <a:lnTo>
                  <a:pt x="5638351" y="812789"/>
                </a:lnTo>
                <a:lnTo>
                  <a:pt x="5628516" y="836395"/>
                </a:lnTo>
                <a:lnTo>
                  <a:pt x="5640319" y="812789"/>
                </a:lnTo>
                <a:lnTo>
                  <a:pt x="5602927" y="787204"/>
                </a:lnTo>
                <a:lnTo>
                  <a:pt x="5583247" y="787204"/>
                </a:lnTo>
                <a:lnTo>
                  <a:pt x="5559630" y="775396"/>
                </a:lnTo>
                <a:close/>
                <a:moveTo>
                  <a:pt x="5421869" y="755717"/>
                </a:moveTo>
                <a:lnTo>
                  <a:pt x="5429741" y="755717"/>
                </a:lnTo>
                <a:lnTo>
                  <a:pt x="5413997" y="765557"/>
                </a:lnTo>
                <a:lnTo>
                  <a:pt x="5406125" y="769493"/>
                </a:lnTo>
                <a:lnTo>
                  <a:pt x="5398253" y="765557"/>
                </a:lnTo>
                <a:lnTo>
                  <a:pt x="5402189" y="763589"/>
                </a:lnTo>
                <a:close/>
                <a:moveTo>
                  <a:pt x="2739481" y="755716"/>
                </a:moveTo>
                <a:lnTo>
                  <a:pt x="2751289" y="755716"/>
                </a:lnTo>
                <a:lnTo>
                  <a:pt x="2751289" y="767524"/>
                </a:lnTo>
                <a:lnTo>
                  <a:pt x="2731608" y="777364"/>
                </a:lnTo>
                <a:lnTo>
                  <a:pt x="2711928" y="777364"/>
                </a:lnTo>
                <a:lnTo>
                  <a:pt x="2711928" y="773428"/>
                </a:lnTo>
                <a:lnTo>
                  <a:pt x="2727672" y="767524"/>
                </a:lnTo>
                <a:lnTo>
                  <a:pt x="2727672" y="759652"/>
                </a:lnTo>
                <a:close/>
                <a:moveTo>
                  <a:pt x="2780810" y="751780"/>
                </a:moveTo>
                <a:lnTo>
                  <a:pt x="2788682" y="751780"/>
                </a:lnTo>
                <a:lnTo>
                  <a:pt x="2792618" y="755716"/>
                </a:lnTo>
                <a:lnTo>
                  <a:pt x="2780810" y="767524"/>
                </a:lnTo>
                <a:lnTo>
                  <a:pt x="2776874" y="755716"/>
                </a:lnTo>
                <a:close/>
                <a:moveTo>
                  <a:pt x="5799995" y="750450"/>
                </a:moveTo>
                <a:lnTo>
                  <a:pt x="5787921" y="754979"/>
                </a:lnTo>
                <a:lnTo>
                  <a:pt x="5787921" y="755156"/>
                </a:lnTo>
                <a:lnTo>
                  <a:pt x="5799729" y="751782"/>
                </a:lnTo>
                <a:close/>
                <a:moveTo>
                  <a:pt x="5463197" y="743909"/>
                </a:moveTo>
                <a:lnTo>
                  <a:pt x="5475005" y="747845"/>
                </a:lnTo>
                <a:lnTo>
                  <a:pt x="5463197" y="755717"/>
                </a:lnTo>
                <a:lnTo>
                  <a:pt x="5459261" y="763589"/>
                </a:lnTo>
                <a:lnTo>
                  <a:pt x="5447453" y="763589"/>
                </a:lnTo>
                <a:lnTo>
                  <a:pt x="5439581" y="763589"/>
                </a:lnTo>
                <a:lnTo>
                  <a:pt x="5443517" y="751781"/>
                </a:lnTo>
                <a:close/>
                <a:moveTo>
                  <a:pt x="6350774" y="741941"/>
                </a:moveTo>
                <a:lnTo>
                  <a:pt x="6362582" y="753749"/>
                </a:lnTo>
                <a:lnTo>
                  <a:pt x="6382262" y="757685"/>
                </a:lnTo>
                <a:lnTo>
                  <a:pt x="6380294" y="771461"/>
                </a:lnTo>
                <a:lnTo>
                  <a:pt x="6352742" y="779333"/>
                </a:lnTo>
                <a:lnTo>
                  <a:pt x="6317317" y="775397"/>
                </a:lnTo>
                <a:lnTo>
                  <a:pt x="6319285" y="763589"/>
                </a:lnTo>
                <a:lnTo>
                  <a:pt x="6325189" y="743909"/>
                </a:lnTo>
                <a:close/>
                <a:moveTo>
                  <a:pt x="2759162" y="736036"/>
                </a:moveTo>
                <a:lnTo>
                  <a:pt x="2765067" y="736036"/>
                </a:lnTo>
                <a:lnTo>
                  <a:pt x="2743418" y="747844"/>
                </a:lnTo>
                <a:lnTo>
                  <a:pt x="2735545" y="747844"/>
                </a:lnTo>
                <a:lnTo>
                  <a:pt x="2735545" y="743908"/>
                </a:lnTo>
                <a:close/>
                <a:moveTo>
                  <a:pt x="2719801" y="736036"/>
                </a:moveTo>
                <a:lnTo>
                  <a:pt x="2719801" y="739972"/>
                </a:lnTo>
                <a:lnTo>
                  <a:pt x="2702089" y="747844"/>
                </a:lnTo>
                <a:lnTo>
                  <a:pt x="2696185" y="743908"/>
                </a:lnTo>
                <a:lnTo>
                  <a:pt x="2698153" y="739972"/>
                </a:lnTo>
                <a:close/>
                <a:moveTo>
                  <a:pt x="2200244" y="732101"/>
                </a:moveTo>
                <a:lnTo>
                  <a:pt x="2210085" y="736037"/>
                </a:lnTo>
                <a:lnTo>
                  <a:pt x="2225829" y="743909"/>
                </a:lnTo>
                <a:lnTo>
                  <a:pt x="2233701" y="751781"/>
                </a:lnTo>
                <a:lnTo>
                  <a:pt x="2239606" y="755717"/>
                </a:lnTo>
                <a:lnTo>
                  <a:pt x="2243542" y="759653"/>
                </a:lnTo>
                <a:lnTo>
                  <a:pt x="2271094" y="779333"/>
                </a:lnTo>
                <a:lnTo>
                  <a:pt x="2259286" y="787205"/>
                </a:lnTo>
                <a:lnTo>
                  <a:pt x="2239606" y="795077"/>
                </a:lnTo>
                <a:lnTo>
                  <a:pt x="2229765" y="795077"/>
                </a:lnTo>
                <a:lnTo>
                  <a:pt x="2206149" y="783269"/>
                </a:lnTo>
                <a:lnTo>
                  <a:pt x="2176628" y="779333"/>
                </a:lnTo>
                <a:lnTo>
                  <a:pt x="2158916" y="779333"/>
                </a:lnTo>
                <a:lnTo>
                  <a:pt x="2151044" y="767525"/>
                </a:lnTo>
                <a:lnTo>
                  <a:pt x="2188436" y="755717"/>
                </a:lnTo>
                <a:lnTo>
                  <a:pt x="2188436" y="739973"/>
                </a:lnTo>
                <a:close/>
                <a:moveTo>
                  <a:pt x="5707232" y="730132"/>
                </a:moveTo>
                <a:lnTo>
                  <a:pt x="5707231" y="730133"/>
                </a:lnTo>
                <a:lnTo>
                  <a:pt x="5707231" y="759653"/>
                </a:lnTo>
                <a:lnTo>
                  <a:pt x="5707232" y="759652"/>
                </a:lnTo>
                <a:close/>
                <a:moveTo>
                  <a:pt x="5490750" y="728165"/>
                </a:moveTo>
                <a:lnTo>
                  <a:pt x="5500590" y="728165"/>
                </a:lnTo>
                <a:lnTo>
                  <a:pt x="5500590" y="736037"/>
                </a:lnTo>
                <a:lnTo>
                  <a:pt x="5490750" y="743909"/>
                </a:lnTo>
                <a:lnTo>
                  <a:pt x="5471070" y="739973"/>
                </a:lnTo>
                <a:lnTo>
                  <a:pt x="5478942" y="732101"/>
                </a:lnTo>
                <a:close/>
                <a:moveTo>
                  <a:pt x="5500590" y="718324"/>
                </a:moveTo>
                <a:lnTo>
                  <a:pt x="5516334" y="718324"/>
                </a:lnTo>
                <a:lnTo>
                  <a:pt x="5520270" y="724228"/>
                </a:lnTo>
                <a:lnTo>
                  <a:pt x="5496654" y="724228"/>
                </a:lnTo>
                <a:lnTo>
                  <a:pt x="5496654" y="722260"/>
                </a:lnTo>
                <a:close/>
                <a:moveTo>
                  <a:pt x="5760278" y="716363"/>
                </a:moveTo>
                <a:lnTo>
                  <a:pt x="5732815" y="718324"/>
                </a:lnTo>
                <a:lnTo>
                  <a:pt x="5707249" y="730125"/>
                </a:lnTo>
                <a:lnTo>
                  <a:pt x="5734784" y="718324"/>
                </a:lnTo>
                <a:close/>
                <a:moveTo>
                  <a:pt x="9745603" y="708485"/>
                </a:moveTo>
                <a:lnTo>
                  <a:pt x="9771187" y="718325"/>
                </a:lnTo>
                <a:lnTo>
                  <a:pt x="9771187" y="724229"/>
                </a:lnTo>
                <a:lnTo>
                  <a:pt x="9765283" y="730133"/>
                </a:lnTo>
                <a:lnTo>
                  <a:pt x="9749539" y="728165"/>
                </a:lnTo>
                <a:lnTo>
                  <a:pt x="9727891" y="720293"/>
                </a:lnTo>
                <a:lnTo>
                  <a:pt x="9735763" y="712421"/>
                </a:lnTo>
                <a:close/>
                <a:moveTo>
                  <a:pt x="5500590" y="706516"/>
                </a:moveTo>
                <a:lnTo>
                  <a:pt x="5516334" y="706516"/>
                </a:lnTo>
                <a:lnTo>
                  <a:pt x="5516334" y="710452"/>
                </a:lnTo>
                <a:lnTo>
                  <a:pt x="5500590" y="710452"/>
                </a:lnTo>
                <a:close/>
                <a:moveTo>
                  <a:pt x="6634168" y="704549"/>
                </a:moveTo>
                <a:lnTo>
                  <a:pt x="6661720" y="718325"/>
                </a:lnTo>
                <a:lnTo>
                  <a:pt x="6661720" y="728165"/>
                </a:lnTo>
                <a:lnTo>
                  <a:pt x="6651880" y="728165"/>
                </a:lnTo>
                <a:lnTo>
                  <a:pt x="6628264" y="718325"/>
                </a:lnTo>
                <a:lnTo>
                  <a:pt x="6620392" y="706517"/>
                </a:lnTo>
                <a:close/>
                <a:moveTo>
                  <a:pt x="5555694" y="704548"/>
                </a:moveTo>
                <a:lnTo>
                  <a:pt x="5559630" y="710452"/>
                </a:lnTo>
                <a:lnTo>
                  <a:pt x="5551758" y="716356"/>
                </a:lnTo>
                <a:lnTo>
                  <a:pt x="5541918" y="716356"/>
                </a:lnTo>
                <a:lnTo>
                  <a:pt x="5547822" y="710452"/>
                </a:lnTo>
                <a:close/>
                <a:moveTo>
                  <a:pt x="5528142" y="704548"/>
                </a:moveTo>
                <a:lnTo>
                  <a:pt x="5532078" y="706516"/>
                </a:lnTo>
                <a:lnTo>
                  <a:pt x="5532078" y="716356"/>
                </a:lnTo>
                <a:lnTo>
                  <a:pt x="5524206" y="716356"/>
                </a:lnTo>
                <a:lnTo>
                  <a:pt x="5520270" y="710452"/>
                </a:lnTo>
                <a:close/>
                <a:moveTo>
                  <a:pt x="5616703" y="694710"/>
                </a:moveTo>
                <a:lnTo>
                  <a:pt x="5618671" y="698646"/>
                </a:lnTo>
                <a:lnTo>
                  <a:pt x="5618671" y="704548"/>
                </a:lnTo>
                <a:lnTo>
                  <a:pt x="5616703" y="704548"/>
                </a:lnTo>
                <a:lnTo>
                  <a:pt x="5612767" y="698646"/>
                </a:lnTo>
                <a:close/>
                <a:moveTo>
                  <a:pt x="5638351" y="688805"/>
                </a:moveTo>
                <a:lnTo>
                  <a:pt x="5640319" y="692741"/>
                </a:lnTo>
                <a:lnTo>
                  <a:pt x="5634415" y="694710"/>
                </a:lnTo>
                <a:lnTo>
                  <a:pt x="5630479" y="692741"/>
                </a:lnTo>
                <a:close/>
                <a:moveTo>
                  <a:pt x="5650159" y="680933"/>
                </a:moveTo>
                <a:lnTo>
                  <a:pt x="5658031" y="680933"/>
                </a:lnTo>
                <a:lnTo>
                  <a:pt x="5654095" y="682902"/>
                </a:lnTo>
                <a:lnTo>
                  <a:pt x="5646223" y="682902"/>
                </a:lnTo>
                <a:close/>
                <a:moveTo>
                  <a:pt x="5616703" y="676998"/>
                </a:moveTo>
                <a:lnTo>
                  <a:pt x="5626543" y="676998"/>
                </a:lnTo>
                <a:lnTo>
                  <a:pt x="5622607" y="682902"/>
                </a:lnTo>
                <a:lnTo>
                  <a:pt x="5600959" y="692741"/>
                </a:lnTo>
                <a:lnTo>
                  <a:pt x="5589151" y="692741"/>
                </a:lnTo>
                <a:lnTo>
                  <a:pt x="5585215" y="688805"/>
                </a:lnTo>
                <a:lnTo>
                  <a:pt x="5604895" y="682902"/>
                </a:lnTo>
                <a:close/>
                <a:moveTo>
                  <a:pt x="5646223" y="665190"/>
                </a:moveTo>
                <a:lnTo>
                  <a:pt x="5654095" y="665190"/>
                </a:lnTo>
                <a:lnTo>
                  <a:pt x="5654095" y="671093"/>
                </a:lnTo>
                <a:lnTo>
                  <a:pt x="5646223" y="671093"/>
                </a:lnTo>
                <a:lnTo>
                  <a:pt x="5638351" y="671093"/>
                </a:lnTo>
                <a:close/>
                <a:moveTo>
                  <a:pt x="5687552" y="663221"/>
                </a:moveTo>
                <a:lnTo>
                  <a:pt x="5699360" y="663221"/>
                </a:lnTo>
                <a:lnTo>
                  <a:pt x="5703296" y="665190"/>
                </a:lnTo>
                <a:lnTo>
                  <a:pt x="5691488" y="671093"/>
                </a:lnTo>
                <a:close/>
                <a:moveTo>
                  <a:pt x="5673775" y="663221"/>
                </a:moveTo>
                <a:lnTo>
                  <a:pt x="5675743" y="665190"/>
                </a:lnTo>
                <a:lnTo>
                  <a:pt x="5665903" y="665190"/>
                </a:lnTo>
                <a:close/>
                <a:moveTo>
                  <a:pt x="6447206" y="645511"/>
                </a:moveTo>
                <a:lnTo>
                  <a:pt x="6468854" y="659289"/>
                </a:lnTo>
                <a:lnTo>
                  <a:pt x="6466886" y="665191"/>
                </a:lnTo>
                <a:lnTo>
                  <a:pt x="6437366" y="649450"/>
                </a:lnTo>
                <a:close/>
                <a:moveTo>
                  <a:pt x="10046710" y="631734"/>
                </a:moveTo>
                <a:lnTo>
                  <a:pt x="10068358" y="637640"/>
                </a:lnTo>
                <a:lnTo>
                  <a:pt x="10095911" y="635671"/>
                </a:lnTo>
                <a:lnTo>
                  <a:pt x="10115591" y="633702"/>
                </a:lnTo>
                <a:lnTo>
                  <a:pt x="10129367" y="643542"/>
                </a:lnTo>
                <a:lnTo>
                  <a:pt x="10143143" y="643542"/>
                </a:lnTo>
                <a:lnTo>
                  <a:pt x="10145111" y="647479"/>
                </a:lnTo>
                <a:lnTo>
                  <a:pt x="10143143" y="655351"/>
                </a:lnTo>
                <a:lnTo>
                  <a:pt x="10127399" y="665191"/>
                </a:lnTo>
                <a:lnTo>
                  <a:pt x="10080166" y="665191"/>
                </a:lnTo>
                <a:lnTo>
                  <a:pt x="10054582" y="655351"/>
                </a:lnTo>
                <a:lnTo>
                  <a:pt x="10032934" y="641575"/>
                </a:lnTo>
                <a:lnTo>
                  <a:pt x="10038838" y="633702"/>
                </a:lnTo>
                <a:close/>
                <a:moveTo>
                  <a:pt x="8858028" y="631734"/>
                </a:moveTo>
                <a:lnTo>
                  <a:pt x="8861964" y="631734"/>
                </a:lnTo>
                <a:lnTo>
                  <a:pt x="8877708" y="631734"/>
                </a:lnTo>
                <a:lnTo>
                  <a:pt x="8883612" y="635671"/>
                </a:lnTo>
                <a:lnTo>
                  <a:pt x="8865900" y="635671"/>
                </a:lnTo>
                <a:close/>
                <a:moveTo>
                  <a:pt x="2286829" y="623859"/>
                </a:moveTo>
                <a:lnTo>
                  <a:pt x="2298637" y="627795"/>
                </a:lnTo>
                <a:lnTo>
                  <a:pt x="2306509" y="635668"/>
                </a:lnTo>
                <a:lnTo>
                  <a:pt x="2320285" y="635668"/>
                </a:lnTo>
                <a:lnTo>
                  <a:pt x="2332094" y="639604"/>
                </a:lnTo>
                <a:lnTo>
                  <a:pt x="2336030" y="651412"/>
                </a:lnTo>
                <a:lnTo>
                  <a:pt x="2343902" y="659284"/>
                </a:lnTo>
                <a:lnTo>
                  <a:pt x="2347838" y="680932"/>
                </a:lnTo>
                <a:lnTo>
                  <a:pt x="2381295" y="706516"/>
                </a:lnTo>
                <a:lnTo>
                  <a:pt x="2381295" y="718324"/>
                </a:lnTo>
                <a:lnTo>
                  <a:pt x="2361614" y="718324"/>
                </a:lnTo>
                <a:lnTo>
                  <a:pt x="2357678" y="718324"/>
                </a:lnTo>
                <a:lnTo>
                  <a:pt x="2357678" y="722260"/>
                </a:lnTo>
                <a:lnTo>
                  <a:pt x="2351774" y="732100"/>
                </a:lnTo>
                <a:lnTo>
                  <a:pt x="2373422" y="743908"/>
                </a:lnTo>
                <a:lnTo>
                  <a:pt x="2393103" y="739972"/>
                </a:lnTo>
                <a:lnTo>
                  <a:pt x="2410815" y="751780"/>
                </a:lnTo>
                <a:lnTo>
                  <a:pt x="2410815" y="755716"/>
                </a:lnTo>
                <a:lnTo>
                  <a:pt x="2397039" y="755716"/>
                </a:lnTo>
                <a:lnTo>
                  <a:pt x="2393103" y="759652"/>
                </a:lnTo>
                <a:lnTo>
                  <a:pt x="2410815" y="773428"/>
                </a:lnTo>
                <a:lnTo>
                  <a:pt x="2410815" y="797044"/>
                </a:lnTo>
                <a:lnTo>
                  <a:pt x="2418687" y="804916"/>
                </a:lnTo>
                <a:lnTo>
                  <a:pt x="2430495" y="800980"/>
                </a:lnTo>
                <a:lnTo>
                  <a:pt x="2434431" y="781300"/>
                </a:lnTo>
                <a:lnTo>
                  <a:pt x="2434431" y="771460"/>
                </a:lnTo>
                <a:lnTo>
                  <a:pt x="2450175" y="763588"/>
                </a:lnTo>
                <a:lnTo>
                  <a:pt x="2458047" y="771460"/>
                </a:lnTo>
                <a:lnTo>
                  <a:pt x="2483631" y="781300"/>
                </a:lnTo>
                <a:lnTo>
                  <a:pt x="2491504" y="793108"/>
                </a:lnTo>
                <a:lnTo>
                  <a:pt x="2491504" y="804916"/>
                </a:lnTo>
                <a:lnTo>
                  <a:pt x="2475760" y="804916"/>
                </a:lnTo>
                <a:lnTo>
                  <a:pt x="2475760" y="830501"/>
                </a:lnTo>
                <a:lnTo>
                  <a:pt x="2503312" y="854117"/>
                </a:lnTo>
                <a:lnTo>
                  <a:pt x="2507248" y="854117"/>
                </a:lnTo>
                <a:lnTo>
                  <a:pt x="2511185" y="842309"/>
                </a:lnTo>
                <a:lnTo>
                  <a:pt x="2521024" y="838373"/>
                </a:lnTo>
                <a:lnTo>
                  <a:pt x="2528896" y="830501"/>
                </a:lnTo>
                <a:lnTo>
                  <a:pt x="2540705" y="816725"/>
                </a:lnTo>
                <a:lnTo>
                  <a:pt x="2548576" y="797044"/>
                </a:lnTo>
                <a:lnTo>
                  <a:pt x="2552512" y="781300"/>
                </a:lnTo>
                <a:lnTo>
                  <a:pt x="2566289" y="773428"/>
                </a:lnTo>
                <a:lnTo>
                  <a:pt x="2566289" y="767524"/>
                </a:lnTo>
                <a:lnTo>
                  <a:pt x="2560385" y="763588"/>
                </a:lnTo>
                <a:lnTo>
                  <a:pt x="2564321" y="736036"/>
                </a:lnTo>
                <a:lnTo>
                  <a:pt x="2566289" y="732100"/>
                </a:lnTo>
                <a:lnTo>
                  <a:pt x="2585969" y="728164"/>
                </a:lnTo>
                <a:lnTo>
                  <a:pt x="2597777" y="736036"/>
                </a:lnTo>
                <a:lnTo>
                  <a:pt x="2613521" y="736036"/>
                </a:lnTo>
                <a:lnTo>
                  <a:pt x="2639106" y="736036"/>
                </a:lnTo>
                <a:lnTo>
                  <a:pt x="2646978" y="743908"/>
                </a:lnTo>
                <a:lnTo>
                  <a:pt x="2639106" y="747844"/>
                </a:lnTo>
                <a:lnTo>
                  <a:pt x="2643042" y="751780"/>
                </a:lnTo>
                <a:lnTo>
                  <a:pt x="2654850" y="759652"/>
                </a:lnTo>
                <a:lnTo>
                  <a:pt x="2666658" y="759652"/>
                </a:lnTo>
                <a:lnTo>
                  <a:pt x="2670594" y="767524"/>
                </a:lnTo>
                <a:lnTo>
                  <a:pt x="2658786" y="777364"/>
                </a:lnTo>
                <a:lnTo>
                  <a:pt x="2670594" y="785236"/>
                </a:lnTo>
                <a:lnTo>
                  <a:pt x="2666658" y="800980"/>
                </a:lnTo>
                <a:lnTo>
                  <a:pt x="2650913" y="800980"/>
                </a:lnTo>
                <a:lnTo>
                  <a:pt x="2643042" y="804916"/>
                </a:lnTo>
                <a:lnTo>
                  <a:pt x="2650913" y="816725"/>
                </a:lnTo>
                <a:lnTo>
                  <a:pt x="2660754" y="822629"/>
                </a:lnTo>
                <a:lnTo>
                  <a:pt x="2676498" y="838373"/>
                </a:lnTo>
                <a:lnTo>
                  <a:pt x="2660754" y="861989"/>
                </a:lnTo>
                <a:lnTo>
                  <a:pt x="2660754" y="867893"/>
                </a:lnTo>
                <a:lnTo>
                  <a:pt x="2639106" y="879701"/>
                </a:lnTo>
                <a:lnTo>
                  <a:pt x="2627298" y="887573"/>
                </a:lnTo>
                <a:lnTo>
                  <a:pt x="2609586" y="883637"/>
                </a:lnTo>
                <a:lnTo>
                  <a:pt x="2601713" y="871829"/>
                </a:lnTo>
                <a:lnTo>
                  <a:pt x="2593841" y="865925"/>
                </a:lnTo>
                <a:lnTo>
                  <a:pt x="2578097" y="865925"/>
                </a:lnTo>
                <a:lnTo>
                  <a:pt x="2570225" y="867893"/>
                </a:lnTo>
                <a:lnTo>
                  <a:pt x="2578097" y="871829"/>
                </a:lnTo>
                <a:lnTo>
                  <a:pt x="2597777" y="887573"/>
                </a:lnTo>
                <a:lnTo>
                  <a:pt x="2597777" y="899381"/>
                </a:lnTo>
                <a:lnTo>
                  <a:pt x="2578097" y="907253"/>
                </a:lnTo>
                <a:lnTo>
                  <a:pt x="2566289" y="903317"/>
                </a:lnTo>
                <a:lnTo>
                  <a:pt x="2556449" y="899381"/>
                </a:lnTo>
                <a:lnTo>
                  <a:pt x="2548576" y="883637"/>
                </a:lnTo>
                <a:lnTo>
                  <a:pt x="2524960" y="883637"/>
                </a:lnTo>
                <a:lnTo>
                  <a:pt x="2521024" y="895445"/>
                </a:lnTo>
                <a:lnTo>
                  <a:pt x="2532832" y="903317"/>
                </a:lnTo>
                <a:lnTo>
                  <a:pt x="2544640" y="907253"/>
                </a:lnTo>
                <a:lnTo>
                  <a:pt x="2544640" y="924965"/>
                </a:lnTo>
                <a:lnTo>
                  <a:pt x="2517088" y="944646"/>
                </a:lnTo>
                <a:lnTo>
                  <a:pt x="2503312" y="964326"/>
                </a:lnTo>
                <a:lnTo>
                  <a:pt x="2475760" y="960390"/>
                </a:lnTo>
                <a:lnTo>
                  <a:pt x="2454111" y="936774"/>
                </a:lnTo>
                <a:lnTo>
                  <a:pt x="2430495" y="928902"/>
                </a:lnTo>
                <a:lnTo>
                  <a:pt x="2422623" y="936774"/>
                </a:lnTo>
                <a:lnTo>
                  <a:pt x="2434431" y="944646"/>
                </a:lnTo>
                <a:lnTo>
                  <a:pt x="2461984" y="972198"/>
                </a:lnTo>
                <a:lnTo>
                  <a:pt x="2491504" y="972198"/>
                </a:lnTo>
                <a:lnTo>
                  <a:pt x="2499376" y="978102"/>
                </a:lnTo>
                <a:lnTo>
                  <a:pt x="2507248" y="989910"/>
                </a:lnTo>
                <a:lnTo>
                  <a:pt x="2499376" y="1013526"/>
                </a:lnTo>
                <a:lnTo>
                  <a:pt x="2499376" y="1025334"/>
                </a:lnTo>
                <a:lnTo>
                  <a:pt x="2479696" y="1039110"/>
                </a:lnTo>
                <a:lnTo>
                  <a:pt x="2467887" y="1062727"/>
                </a:lnTo>
                <a:lnTo>
                  <a:pt x="2446239" y="1062727"/>
                </a:lnTo>
                <a:lnTo>
                  <a:pt x="2438367" y="1054855"/>
                </a:lnTo>
                <a:lnTo>
                  <a:pt x="2422623" y="1074535"/>
                </a:lnTo>
                <a:lnTo>
                  <a:pt x="2404910" y="1074535"/>
                </a:lnTo>
                <a:lnTo>
                  <a:pt x="2393103" y="1070599"/>
                </a:lnTo>
                <a:lnTo>
                  <a:pt x="2381295" y="1074535"/>
                </a:lnTo>
                <a:lnTo>
                  <a:pt x="2397039" y="1088311"/>
                </a:lnTo>
                <a:lnTo>
                  <a:pt x="2406879" y="1100119"/>
                </a:lnTo>
                <a:lnTo>
                  <a:pt x="2406879" y="1115863"/>
                </a:lnTo>
                <a:lnTo>
                  <a:pt x="2385230" y="1123735"/>
                </a:lnTo>
                <a:lnTo>
                  <a:pt x="2373422" y="1123735"/>
                </a:lnTo>
                <a:lnTo>
                  <a:pt x="2365550" y="1115863"/>
                </a:lnTo>
                <a:lnTo>
                  <a:pt x="2357678" y="1123735"/>
                </a:lnTo>
                <a:lnTo>
                  <a:pt x="2365550" y="1145383"/>
                </a:lnTo>
                <a:lnTo>
                  <a:pt x="2351774" y="1153255"/>
                </a:lnTo>
                <a:lnTo>
                  <a:pt x="2343902" y="1172936"/>
                </a:lnTo>
                <a:lnTo>
                  <a:pt x="2328158" y="1172936"/>
                </a:lnTo>
                <a:lnTo>
                  <a:pt x="2328158" y="1190648"/>
                </a:lnTo>
                <a:lnTo>
                  <a:pt x="2316349" y="1202456"/>
                </a:lnTo>
                <a:lnTo>
                  <a:pt x="2306509" y="1231976"/>
                </a:lnTo>
                <a:lnTo>
                  <a:pt x="2294701" y="1255592"/>
                </a:lnTo>
                <a:lnTo>
                  <a:pt x="2290765" y="1304793"/>
                </a:lnTo>
                <a:lnTo>
                  <a:pt x="2290765" y="1306761"/>
                </a:lnTo>
                <a:lnTo>
                  <a:pt x="2290765" y="1336281"/>
                </a:lnTo>
                <a:lnTo>
                  <a:pt x="2306509" y="1355961"/>
                </a:lnTo>
                <a:lnTo>
                  <a:pt x="2324221" y="1359897"/>
                </a:lnTo>
                <a:lnTo>
                  <a:pt x="2339966" y="1363833"/>
                </a:lnTo>
                <a:lnTo>
                  <a:pt x="2347838" y="1405162"/>
                </a:lnTo>
                <a:lnTo>
                  <a:pt x="2357678" y="1424842"/>
                </a:lnTo>
                <a:lnTo>
                  <a:pt x="2353742" y="1446490"/>
                </a:lnTo>
                <a:lnTo>
                  <a:pt x="2353742" y="1450426"/>
                </a:lnTo>
                <a:lnTo>
                  <a:pt x="2381295" y="1442554"/>
                </a:lnTo>
                <a:lnTo>
                  <a:pt x="2404910" y="1442554"/>
                </a:lnTo>
                <a:lnTo>
                  <a:pt x="2410815" y="1446490"/>
                </a:lnTo>
                <a:lnTo>
                  <a:pt x="2422623" y="1446490"/>
                </a:lnTo>
                <a:lnTo>
                  <a:pt x="2458047" y="1466170"/>
                </a:lnTo>
                <a:lnTo>
                  <a:pt x="2471823" y="1476010"/>
                </a:lnTo>
                <a:lnTo>
                  <a:pt x="2479696" y="1476010"/>
                </a:lnTo>
                <a:lnTo>
                  <a:pt x="2487567" y="1481914"/>
                </a:lnTo>
                <a:lnTo>
                  <a:pt x="2491504" y="1499626"/>
                </a:lnTo>
                <a:lnTo>
                  <a:pt x="2507248" y="1511435"/>
                </a:lnTo>
                <a:lnTo>
                  <a:pt x="2536768" y="1515371"/>
                </a:lnTo>
                <a:lnTo>
                  <a:pt x="2552512" y="1533083"/>
                </a:lnTo>
                <a:lnTo>
                  <a:pt x="2574161" y="1533083"/>
                </a:lnTo>
                <a:lnTo>
                  <a:pt x="2585969" y="1540955"/>
                </a:lnTo>
                <a:lnTo>
                  <a:pt x="2609586" y="1544891"/>
                </a:lnTo>
                <a:lnTo>
                  <a:pt x="2635169" y="1540955"/>
                </a:lnTo>
                <a:lnTo>
                  <a:pt x="2646978" y="1552763"/>
                </a:lnTo>
                <a:lnTo>
                  <a:pt x="2646978" y="1590155"/>
                </a:lnTo>
                <a:lnTo>
                  <a:pt x="2654850" y="1609835"/>
                </a:lnTo>
                <a:lnTo>
                  <a:pt x="2650913" y="1647228"/>
                </a:lnTo>
                <a:lnTo>
                  <a:pt x="2643042" y="1655100"/>
                </a:lnTo>
                <a:lnTo>
                  <a:pt x="2643042" y="1666908"/>
                </a:lnTo>
                <a:lnTo>
                  <a:pt x="2660754" y="1682652"/>
                </a:lnTo>
                <a:lnTo>
                  <a:pt x="2660754" y="1692492"/>
                </a:lnTo>
                <a:lnTo>
                  <a:pt x="2676498" y="1696428"/>
                </a:lnTo>
                <a:lnTo>
                  <a:pt x="2690275" y="1720044"/>
                </a:lnTo>
                <a:lnTo>
                  <a:pt x="2690275" y="1731852"/>
                </a:lnTo>
                <a:lnTo>
                  <a:pt x="2702082" y="1731852"/>
                </a:lnTo>
                <a:lnTo>
                  <a:pt x="2713890" y="1733820"/>
                </a:lnTo>
                <a:lnTo>
                  <a:pt x="2723731" y="1716108"/>
                </a:lnTo>
                <a:lnTo>
                  <a:pt x="2731603" y="1727916"/>
                </a:lnTo>
                <a:lnTo>
                  <a:pt x="2735539" y="1712172"/>
                </a:lnTo>
                <a:lnTo>
                  <a:pt x="2747347" y="1692492"/>
                </a:lnTo>
                <a:lnTo>
                  <a:pt x="2747347" y="1682652"/>
                </a:lnTo>
                <a:lnTo>
                  <a:pt x="2741443" y="1670844"/>
                </a:lnTo>
                <a:lnTo>
                  <a:pt x="2731603" y="1655100"/>
                </a:lnTo>
                <a:lnTo>
                  <a:pt x="2731603" y="1621643"/>
                </a:lnTo>
                <a:lnTo>
                  <a:pt x="2729635" y="1594091"/>
                </a:lnTo>
                <a:lnTo>
                  <a:pt x="2717826" y="1580315"/>
                </a:lnTo>
                <a:lnTo>
                  <a:pt x="2723731" y="1568507"/>
                </a:lnTo>
                <a:lnTo>
                  <a:pt x="2741443" y="1568507"/>
                </a:lnTo>
                <a:lnTo>
                  <a:pt x="2741443" y="1556699"/>
                </a:lnTo>
                <a:lnTo>
                  <a:pt x="2755219" y="1548827"/>
                </a:lnTo>
                <a:lnTo>
                  <a:pt x="2770964" y="1533083"/>
                </a:lnTo>
                <a:lnTo>
                  <a:pt x="2778835" y="1527179"/>
                </a:lnTo>
                <a:lnTo>
                  <a:pt x="2792612" y="1511435"/>
                </a:lnTo>
                <a:lnTo>
                  <a:pt x="2800484" y="1462234"/>
                </a:lnTo>
                <a:lnTo>
                  <a:pt x="2788676" y="1413034"/>
                </a:lnTo>
                <a:lnTo>
                  <a:pt x="2770964" y="1393354"/>
                </a:lnTo>
                <a:lnTo>
                  <a:pt x="2747347" y="1371705"/>
                </a:lnTo>
                <a:lnTo>
                  <a:pt x="2743411" y="1355961"/>
                </a:lnTo>
                <a:lnTo>
                  <a:pt x="2755219" y="1340217"/>
                </a:lnTo>
                <a:lnTo>
                  <a:pt x="2755219" y="1328409"/>
                </a:lnTo>
                <a:lnTo>
                  <a:pt x="2770964" y="1312665"/>
                </a:lnTo>
                <a:lnTo>
                  <a:pt x="2778835" y="1292985"/>
                </a:lnTo>
                <a:lnTo>
                  <a:pt x="2770964" y="1281177"/>
                </a:lnTo>
                <a:lnTo>
                  <a:pt x="2767027" y="1259528"/>
                </a:lnTo>
                <a:lnTo>
                  <a:pt x="2755219" y="1243784"/>
                </a:lnTo>
                <a:lnTo>
                  <a:pt x="2753251" y="1231976"/>
                </a:lnTo>
                <a:lnTo>
                  <a:pt x="2759155" y="1231976"/>
                </a:lnTo>
                <a:lnTo>
                  <a:pt x="2770964" y="1226072"/>
                </a:lnTo>
                <a:lnTo>
                  <a:pt x="2770964" y="1206392"/>
                </a:lnTo>
                <a:lnTo>
                  <a:pt x="2755219" y="1186712"/>
                </a:lnTo>
                <a:lnTo>
                  <a:pt x="2755219" y="1149319"/>
                </a:lnTo>
                <a:lnTo>
                  <a:pt x="2767027" y="1145383"/>
                </a:lnTo>
                <a:lnTo>
                  <a:pt x="2780803" y="1145383"/>
                </a:lnTo>
                <a:lnTo>
                  <a:pt x="2788676" y="1149319"/>
                </a:lnTo>
                <a:lnTo>
                  <a:pt x="2812292" y="1165064"/>
                </a:lnTo>
                <a:lnTo>
                  <a:pt x="2833940" y="1165064"/>
                </a:lnTo>
                <a:lnTo>
                  <a:pt x="2849684" y="1169000"/>
                </a:lnTo>
                <a:lnTo>
                  <a:pt x="2853621" y="1157191"/>
                </a:lnTo>
                <a:lnTo>
                  <a:pt x="2881173" y="1153255"/>
                </a:lnTo>
                <a:lnTo>
                  <a:pt x="2894949" y="1161128"/>
                </a:lnTo>
                <a:lnTo>
                  <a:pt x="2902821" y="1172936"/>
                </a:lnTo>
                <a:lnTo>
                  <a:pt x="2918566" y="1176872"/>
                </a:lnTo>
                <a:lnTo>
                  <a:pt x="2926437" y="1198520"/>
                </a:lnTo>
                <a:lnTo>
                  <a:pt x="2938246" y="1202456"/>
                </a:lnTo>
                <a:lnTo>
                  <a:pt x="2934310" y="1214264"/>
                </a:lnTo>
                <a:lnTo>
                  <a:pt x="2940214" y="1228040"/>
                </a:lnTo>
                <a:lnTo>
                  <a:pt x="2975638" y="1228040"/>
                </a:lnTo>
                <a:lnTo>
                  <a:pt x="2983510" y="1239848"/>
                </a:lnTo>
                <a:lnTo>
                  <a:pt x="2989414" y="1231976"/>
                </a:lnTo>
                <a:lnTo>
                  <a:pt x="3001223" y="1235912"/>
                </a:lnTo>
                <a:lnTo>
                  <a:pt x="3001223" y="1251656"/>
                </a:lnTo>
                <a:lnTo>
                  <a:pt x="2993350" y="1259528"/>
                </a:lnTo>
                <a:lnTo>
                  <a:pt x="2993350" y="1285113"/>
                </a:lnTo>
                <a:lnTo>
                  <a:pt x="2983510" y="1296921"/>
                </a:lnTo>
                <a:lnTo>
                  <a:pt x="2993350" y="1306761"/>
                </a:lnTo>
                <a:lnTo>
                  <a:pt x="2993350" y="1318569"/>
                </a:lnTo>
                <a:lnTo>
                  <a:pt x="2989414" y="1324473"/>
                </a:lnTo>
                <a:lnTo>
                  <a:pt x="2983510" y="1324473"/>
                </a:lnTo>
                <a:lnTo>
                  <a:pt x="2983510" y="1328409"/>
                </a:lnTo>
                <a:lnTo>
                  <a:pt x="2987446" y="1334313"/>
                </a:lnTo>
                <a:lnTo>
                  <a:pt x="2993350" y="1334313"/>
                </a:lnTo>
                <a:lnTo>
                  <a:pt x="3001223" y="1336281"/>
                </a:lnTo>
                <a:lnTo>
                  <a:pt x="2997286" y="1348089"/>
                </a:lnTo>
                <a:lnTo>
                  <a:pt x="2979574" y="1359897"/>
                </a:lnTo>
                <a:lnTo>
                  <a:pt x="2979574" y="1367769"/>
                </a:lnTo>
                <a:lnTo>
                  <a:pt x="2997286" y="1363833"/>
                </a:lnTo>
                <a:lnTo>
                  <a:pt x="3009094" y="1348089"/>
                </a:lnTo>
                <a:lnTo>
                  <a:pt x="3034679" y="1373673"/>
                </a:lnTo>
                <a:lnTo>
                  <a:pt x="3034679" y="1385481"/>
                </a:lnTo>
                <a:lnTo>
                  <a:pt x="3050423" y="1397290"/>
                </a:lnTo>
                <a:lnTo>
                  <a:pt x="3058295" y="1385481"/>
                </a:lnTo>
                <a:lnTo>
                  <a:pt x="3074039" y="1379577"/>
                </a:lnTo>
                <a:lnTo>
                  <a:pt x="3074039" y="1363833"/>
                </a:lnTo>
                <a:lnTo>
                  <a:pt x="3085848" y="1359897"/>
                </a:lnTo>
                <a:lnTo>
                  <a:pt x="3091752" y="1363833"/>
                </a:lnTo>
                <a:lnTo>
                  <a:pt x="3091752" y="1371705"/>
                </a:lnTo>
                <a:lnTo>
                  <a:pt x="3099624" y="1363833"/>
                </a:lnTo>
                <a:lnTo>
                  <a:pt x="3115368" y="1328409"/>
                </a:lnTo>
                <a:lnTo>
                  <a:pt x="3111432" y="1306761"/>
                </a:lnTo>
                <a:lnTo>
                  <a:pt x="3123240" y="1300857"/>
                </a:lnTo>
                <a:lnTo>
                  <a:pt x="3123240" y="1289049"/>
                </a:lnTo>
                <a:lnTo>
                  <a:pt x="3131112" y="1271336"/>
                </a:lnTo>
                <a:lnTo>
                  <a:pt x="3142920" y="1275272"/>
                </a:lnTo>
                <a:lnTo>
                  <a:pt x="3144888" y="1300857"/>
                </a:lnTo>
                <a:lnTo>
                  <a:pt x="3160632" y="1312665"/>
                </a:lnTo>
                <a:lnTo>
                  <a:pt x="3168505" y="1346121"/>
                </a:lnTo>
                <a:lnTo>
                  <a:pt x="3180313" y="1346121"/>
                </a:lnTo>
                <a:lnTo>
                  <a:pt x="3180313" y="1371705"/>
                </a:lnTo>
                <a:lnTo>
                  <a:pt x="3192121" y="1379577"/>
                </a:lnTo>
                <a:lnTo>
                  <a:pt x="3192121" y="1397290"/>
                </a:lnTo>
                <a:lnTo>
                  <a:pt x="3209833" y="1413034"/>
                </a:lnTo>
                <a:lnTo>
                  <a:pt x="3213769" y="1442554"/>
                </a:lnTo>
                <a:lnTo>
                  <a:pt x="3225577" y="1446490"/>
                </a:lnTo>
                <a:lnTo>
                  <a:pt x="3229513" y="1458298"/>
                </a:lnTo>
                <a:lnTo>
                  <a:pt x="3213769" y="1470106"/>
                </a:lnTo>
                <a:lnTo>
                  <a:pt x="3217705" y="1491754"/>
                </a:lnTo>
                <a:lnTo>
                  <a:pt x="3233449" y="1499626"/>
                </a:lnTo>
                <a:lnTo>
                  <a:pt x="3233449" y="1503562"/>
                </a:lnTo>
                <a:lnTo>
                  <a:pt x="3249194" y="1511435"/>
                </a:lnTo>
                <a:lnTo>
                  <a:pt x="3259033" y="1533083"/>
                </a:lnTo>
                <a:lnTo>
                  <a:pt x="3262970" y="1544891"/>
                </a:lnTo>
                <a:lnTo>
                  <a:pt x="3278714" y="1556699"/>
                </a:lnTo>
                <a:lnTo>
                  <a:pt x="3290522" y="1552763"/>
                </a:lnTo>
                <a:lnTo>
                  <a:pt x="3312171" y="1560635"/>
                </a:lnTo>
                <a:lnTo>
                  <a:pt x="3323978" y="1568507"/>
                </a:lnTo>
                <a:lnTo>
                  <a:pt x="3347595" y="1576379"/>
                </a:lnTo>
                <a:lnTo>
                  <a:pt x="3343659" y="1584251"/>
                </a:lnTo>
                <a:lnTo>
                  <a:pt x="3316106" y="1594091"/>
                </a:lnTo>
                <a:lnTo>
                  <a:pt x="3282650" y="1613771"/>
                </a:lnTo>
                <a:lnTo>
                  <a:pt x="3262970" y="1625580"/>
                </a:lnTo>
                <a:lnTo>
                  <a:pt x="3251162" y="1621643"/>
                </a:lnTo>
                <a:lnTo>
                  <a:pt x="3255097" y="1639356"/>
                </a:lnTo>
                <a:lnTo>
                  <a:pt x="3270842" y="1639356"/>
                </a:lnTo>
                <a:lnTo>
                  <a:pt x="3294458" y="1621643"/>
                </a:lnTo>
                <a:lnTo>
                  <a:pt x="3302330" y="1621643"/>
                </a:lnTo>
                <a:lnTo>
                  <a:pt x="3304298" y="1613771"/>
                </a:lnTo>
                <a:lnTo>
                  <a:pt x="3327915" y="1598027"/>
                </a:lnTo>
                <a:lnTo>
                  <a:pt x="3347595" y="1601963"/>
                </a:lnTo>
                <a:lnTo>
                  <a:pt x="3339722" y="1621643"/>
                </a:lnTo>
                <a:lnTo>
                  <a:pt x="3339722" y="1629516"/>
                </a:lnTo>
                <a:lnTo>
                  <a:pt x="3357435" y="1617707"/>
                </a:lnTo>
                <a:lnTo>
                  <a:pt x="3384987" y="1625580"/>
                </a:lnTo>
                <a:lnTo>
                  <a:pt x="3392859" y="1655100"/>
                </a:lnTo>
                <a:lnTo>
                  <a:pt x="3381052" y="1666908"/>
                </a:lnTo>
                <a:lnTo>
                  <a:pt x="3392859" y="1688556"/>
                </a:lnTo>
                <a:lnTo>
                  <a:pt x="3388923" y="1700364"/>
                </a:lnTo>
                <a:lnTo>
                  <a:pt x="3381052" y="1704300"/>
                </a:lnTo>
                <a:lnTo>
                  <a:pt x="3357435" y="1723980"/>
                </a:lnTo>
                <a:lnTo>
                  <a:pt x="3323978" y="1727916"/>
                </a:lnTo>
                <a:lnTo>
                  <a:pt x="3304298" y="1737757"/>
                </a:lnTo>
                <a:lnTo>
                  <a:pt x="3286586" y="1773181"/>
                </a:lnTo>
                <a:lnTo>
                  <a:pt x="3266906" y="1783021"/>
                </a:lnTo>
                <a:lnTo>
                  <a:pt x="3237385" y="1783021"/>
                </a:lnTo>
                <a:lnTo>
                  <a:pt x="3217705" y="1781053"/>
                </a:lnTo>
                <a:lnTo>
                  <a:pt x="3192121" y="1783021"/>
                </a:lnTo>
                <a:lnTo>
                  <a:pt x="3180313" y="1777117"/>
                </a:lnTo>
                <a:lnTo>
                  <a:pt x="3152761" y="1783021"/>
                </a:lnTo>
                <a:lnTo>
                  <a:pt x="3111432" y="1786957"/>
                </a:lnTo>
                <a:lnTo>
                  <a:pt x="3107496" y="1783021"/>
                </a:lnTo>
                <a:lnTo>
                  <a:pt x="3089783" y="1781053"/>
                </a:lnTo>
                <a:lnTo>
                  <a:pt x="3070103" y="1802701"/>
                </a:lnTo>
                <a:lnTo>
                  <a:pt x="3058295" y="1810573"/>
                </a:lnTo>
                <a:lnTo>
                  <a:pt x="3058295" y="1822382"/>
                </a:lnTo>
                <a:lnTo>
                  <a:pt x="3020903" y="1830254"/>
                </a:lnTo>
                <a:lnTo>
                  <a:pt x="3005158" y="1855838"/>
                </a:lnTo>
                <a:lnTo>
                  <a:pt x="2987446" y="1875518"/>
                </a:lnTo>
                <a:lnTo>
                  <a:pt x="2979574" y="1885358"/>
                </a:lnTo>
                <a:lnTo>
                  <a:pt x="2955958" y="1901102"/>
                </a:lnTo>
                <a:lnTo>
                  <a:pt x="2952022" y="1928654"/>
                </a:lnTo>
                <a:lnTo>
                  <a:pt x="2959894" y="1932591"/>
                </a:lnTo>
                <a:lnTo>
                  <a:pt x="2975638" y="1912910"/>
                </a:lnTo>
                <a:lnTo>
                  <a:pt x="2987446" y="1908974"/>
                </a:lnTo>
                <a:lnTo>
                  <a:pt x="2987446" y="1897166"/>
                </a:lnTo>
                <a:lnTo>
                  <a:pt x="3016967" y="1867646"/>
                </a:lnTo>
                <a:lnTo>
                  <a:pt x="3024838" y="1867646"/>
                </a:lnTo>
                <a:lnTo>
                  <a:pt x="3042551" y="1844030"/>
                </a:lnTo>
                <a:lnTo>
                  <a:pt x="3070103" y="1836158"/>
                </a:lnTo>
                <a:lnTo>
                  <a:pt x="3085848" y="1822382"/>
                </a:lnTo>
                <a:lnTo>
                  <a:pt x="3115368" y="1822382"/>
                </a:lnTo>
                <a:lnTo>
                  <a:pt x="3138984" y="1836158"/>
                </a:lnTo>
                <a:lnTo>
                  <a:pt x="3142920" y="1840094"/>
                </a:lnTo>
                <a:lnTo>
                  <a:pt x="3148825" y="1851902"/>
                </a:lnTo>
                <a:lnTo>
                  <a:pt x="3123240" y="1875518"/>
                </a:lnTo>
                <a:lnTo>
                  <a:pt x="3111432" y="1867646"/>
                </a:lnTo>
                <a:lnTo>
                  <a:pt x="3089783" y="1863710"/>
                </a:lnTo>
                <a:lnTo>
                  <a:pt x="3077975" y="1871582"/>
                </a:lnTo>
                <a:lnTo>
                  <a:pt x="3081912" y="1879454"/>
                </a:lnTo>
                <a:lnTo>
                  <a:pt x="3095687" y="1883390"/>
                </a:lnTo>
                <a:lnTo>
                  <a:pt x="3107496" y="1889294"/>
                </a:lnTo>
                <a:lnTo>
                  <a:pt x="3127176" y="1885358"/>
                </a:lnTo>
                <a:lnTo>
                  <a:pt x="3127176" y="1901102"/>
                </a:lnTo>
                <a:lnTo>
                  <a:pt x="3123240" y="1908974"/>
                </a:lnTo>
                <a:lnTo>
                  <a:pt x="3127176" y="1936527"/>
                </a:lnTo>
                <a:lnTo>
                  <a:pt x="3152761" y="1958175"/>
                </a:lnTo>
                <a:lnTo>
                  <a:pt x="3164569" y="1964079"/>
                </a:lnTo>
                <a:lnTo>
                  <a:pt x="3176376" y="1975887"/>
                </a:lnTo>
                <a:lnTo>
                  <a:pt x="3196057" y="1975887"/>
                </a:lnTo>
                <a:lnTo>
                  <a:pt x="3209833" y="1969983"/>
                </a:lnTo>
                <a:lnTo>
                  <a:pt x="3213769" y="1981791"/>
                </a:lnTo>
                <a:lnTo>
                  <a:pt x="3225577" y="1981791"/>
                </a:lnTo>
                <a:lnTo>
                  <a:pt x="3225577" y="1993599"/>
                </a:lnTo>
                <a:lnTo>
                  <a:pt x="3209833" y="2009343"/>
                </a:lnTo>
                <a:lnTo>
                  <a:pt x="3196057" y="2009343"/>
                </a:lnTo>
                <a:lnTo>
                  <a:pt x="3184249" y="2013279"/>
                </a:lnTo>
                <a:lnTo>
                  <a:pt x="3176376" y="2017215"/>
                </a:lnTo>
                <a:lnTo>
                  <a:pt x="3168505" y="2017215"/>
                </a:lnTo>
                <a:lnTo>
                  <a:pt x="3160632" y="2009343"/>
                </a:lnTo>
                <a:lnTo>
                  <a:pt x="3135048" y="2036895"/>
                </a:lnTo>
                <a:lnTo>
                  <a:pt x="3131112" y="2042799"/>
                </a:lnTo>
                <a:lnTo>
                  <a:pt x="3119304" y="2054608"/>
                </a:lnTo>
                <a:lnTo>
                  <a:pt x="3103560" y="2054608"/>
                </a:lnTo>
                <a:lnTo>
                  <a:pt x="3089783" y="2042799"/>
                </a:lnTo>
                <a:lnTo>
                  <a:pt x="3095687" y="2021151"/>
                </a:lnTo>
                <a:lnTo>
                  <a:pt x="3107496" y="2017215"/>
                </a:lnTo>
                <a:lnTo>
                  <a:pt x="3127176" y="1997535"/>
                </a:lnTo>
                <a:lnTo>
                  <a:pt x="3138984" y="1997535"/>
                </a:lnTo>
                <a:lnTo>
                  <a:pt x="3148825" y="1987695"/>
                </a:lnTo>
                <a:lnTo>
                  <a:pt x="3144888" y="1981791"/>
                </a:lnTo>
                <a:lnTo>
                  <a:pt x="3142920" y="1983759"/>
                </a:lnTo>
                <a:lnTo>
                  <a:pt x="3135048" y="1981791"/>
                </a:lnTo>
                <a:lnTo>
                  <a:pt x="3138984" y="1971951"/>
                </a:lnTo>
                <a:lnTo>
                  <a:pt x="3131112" y="1969983"/>
                </a:lnTo>
                <a:lnTo>
                  <a:pt x="3119304" y="1975887"/>
                </a:lnTo>
                <a:lnTo>
                  <a:pt x="3099624" y="1987695"/>
                </a:lnTo>
                <a:lnTo>
                  <a:pt x="3081912" y="1989663"/>
                </a:lnTo>
                <a:lnTo>
                  <a:pt x="3074039" y="2005407"/>
                </a:lnTo>
                <a:lnTo>
                  <a:pt x="3062231" y="2009343"/>
                </a:lnTo>
                <a:lnTo>
                  <a:pt x="3062231" y="2009343"/>
                </a:lnTo>
                <a:lnTo>
                  <a:pt x="3036647" y="2029022"/>
                </a:lnTo>
                <a:lnTo>
                  <a:pt x="3024839" y="2029022"/>
                </a:lnTo>
                <a:lnTo>
                  <a:pt x="3016967" y="2021150"/>
                </a:lnTo>
                <a:lnTo>
                  <a:pt x="3013031" y="2025086"/>
                </a:lnTo>
                <a:lnTo>
                  <a:pt x="3009095" y="2034927"/>
                </a:lnTo>
                <a:lnTo>
                  <a:pt x="3005159" y="2042799"/>
                </a:lnTo>
                <a:lnTo>
                  <a:pt x="2979575" y="2042799"/>
                </a:lnTo>
                <a:lnTo>
                  <a:pt x="2979575" y="2054607"/>
                </a:lnTo>
                <a:lnTo>
                  <a:pt x="2967766" y="2070351"/>
                </a:lnTo>
                <a:lnTo>
                  <a:pt x="2963830" y="2080191"/>
                </a:lnTo>
                <a:lnTo>
                  <a:pt x="2952022" y="2099871"/>
                </a:lnTo>
                <a:lnTo>
                  <a:pt x="2959894" y="2111679"/>
                </a:lnTo>
                <a:lnTo>
                  <a:pt x="2959894" y="2123487"/>
                </a:lnTo>
                <a:lnTo>
                  <a:pt x="2975639" y="2127423"/>
                </a:lnTo>
                <a:lnTo>
                  <a:pt x="2963830" y="2137263"/>
                </a:lnTo>
                <a:lnTo>
                  <a:pt x="2952022" y="2141199"/>
                </a:lnTo>
                <a:lnTo>
                  <a:pt x="2940214" y="2131359"/>
                </a:lnTo>
                <a:lnTo>
                  <a:pt x="2926438" y="2141199"/>
                </a:lnTo>
                <a:lnTo>
                  <a:pt x="2910694" y="2145135"/>
                </a:lnTo>
                <a:lnTo>
                  <a:pt x="2898885" y="2137263"/>
                </a:lnTo>
                <a:lnTo>
                  <a:pt x="2887077" y="2141199"/>
                </a:lnTo>
                <a:lnTo>
                  <a:pt x="2883141" y="2156943"/>
                </a:lnTo>
                <a:lnTo>
                  <a:pt x="2873301" y="2160879"/>
                </a:lnTo>
                <a:lnTo>
                  <a:pt x="2877237" y="2164815"/>
                </a:lnTo>
                <a:lnTo>
                  <a:pt x="2879206" y="2178592"/>
                </a:lnTo>
                <a:lnTo>
                  <a:pt x="2865429" y="2194336"/>
                </a:lnTo>
                <a:lnTo>
                  <a:pt x="2861493" y="2210080"/>
                </a:lnTo>
                <a:lnTo>
                  <a:pt x="2845749" y="2225824"/>
                </a:lnTo>
                <a:lnTo>
                  <a:pt x="2833941" y="2217952"/>
                </a:lnTo>
                <a:lnTo>
                  <a:pt x="2830005" y="2221888"/>
                </a:lnTo>
                <a:lnTo>
                  <a:pt x="2837877" y="2235664"/>
                </a:lnTo>
                <a:lnTo>
                  <a:pt x="2837877" y="2263216"/>
                </a:lnTo>
                <a:lnTo>
                  <a:pt x="2826069" y="2284864"/>
                </a:lnTo>
                <a:lnTo>
                  <a:pt x="2820164" y="2280928"/>
                </a:lnTo>
                <a:lnTo>
                  <a:pt x="2812293" y="2263216"/>
                </a:lnTo>
                <a:lnTo>
                  <a:pt x="2808356" y="2231728"/>
                </a:lnTo>
                <a:lnTo>
                  <a:pt x="2812293" y="2210080"/>
                </a:lnTo>
                <a:lnTo>
                  <a:pt x="2796548" y="2214016"/>
                </a:lnTo>
                <a:lnTo>
                  <a:pt x="2788676" y="2231728"/>
                </a:lnTo>
                <a:lnTo>
                  <a:pt x="2800484" y="2255344"/>
                </a:lnTo>
                <a:lnTo>
                  <a:pt x="2800484" y="2292736"/>
                </a:lnTo>
                <a:lnTo>
                  <a:pt x="2808356" y="2308480"/>
                </a:lnTo>
                <a:lnTo>
                  <a:pt x="2812293" y="2322257"/>
                </a:lnTo>
                <a:lnTo>
                  <a:pt x="2804420" y="2330129"/>
                </a:lnTo>
                <a:lnTo>
                  <a:pt x="2816228" y="2341937"/>
                </a:lnTo>
                <a:lnTo>
                  <a:pt x="2812293" y="2353745"/>
                </a:lnTo>
                <a:lnTo>
                  <a:pt x="2792612" y="2365553"/>
                </a:lnTo>
                <a:lnTo>
                  <a:pt x="2788676" y="2379329"/>
                </a:lnTo>
                <a:lnTo>
                  <a:pt x="2776868" y="2391137"/>
                </a:lnTo>
                <a:lnTo>
                  <a:pt x="2763092" y="2410817"/>
                </a:lnTo>
                <a:lnTo>
                  <a:pt x="2741444" y="2414753"/>
                </a:lnTo>
                <a:lnTo>
                  <a:pt x="2700115" y="2452145"/>
                </a:lnTo>
                <a:lnTo>
                  <a:pt x="2688306" y="2456082"/>
                </a:lnTo>
                <a:lnTo>
                  <a:pt x="2688306" y="2465922"/>
                </a:lnTo>
                <a:lnTo>
                  <a:pt x="2666659" y="2497410"/>
                </a:lnTo>
                <a:lnTo>
                  <a:pt x="2666659" y="2526930"/>
                </a:lnTo>
                <a:lnTo>
                  <a:pt x="2678467" y="2550546"/>
                </a:lnTo>
                <a:lnTo>
                  <a:pt x="2690275" y="2595811"/>
                </a:lnTo>
                <a:lnTo>
                  <a:pt x="2707987" y="2639107"/>
                </a:lnTo>
                <a:lnTo>
                  <a:pt x="2700115" y="2684371"/>
                </a:lnTo>
                <a:lnTo>
                  <a:pt x="2684371" y="2688307"/>
                </a:lnTo>
                <a:lnTo>
                  <a:pt x="2672562" y="2688307"/>
                </a:lnTo>
                <a:lnTo>
                  <a:pt x="2666659" y="2664691"/>
                </a:lnTo>
                <a:lnTo>
                  <a:pt x="2646978" y="2646979"/>
                </a:lnTo>
                <a:lnTo>
                  <a:pt x="2646978" y="2623363"/>
                </a:lnTo>
                <a:lnTo>
                  <a:pt x="2635170" y="2611555"/>
                </a:lnTo>
                <a:lnTo>
                  <a:pt x="2635170" y="2587938"/>
                </a:lnTo>
                <a:lnTo>
                  <a:pt x="2639106" y="2578098"/>
                </a:lnTo>
                <a:lnTo>
                  <a:pt x="2639106" y="2572194"/>
                </a:lnTo>
                <a:lnTo>
                  <a:pt x="2627298" y="2560386"/>
                </a:lnTo>
                <a:lnTo>
                  <a:pt x="2611554" y="2538738"/>
                </a:lnTo>
                <a:lnTo>
                  <a:pt x="2597778" y="2530866"/>
                </a:lnTo>
                <a:lnTo>
                  <a:pt x="2585969" y="2534802"/>
                </a:lnTo>
                <a:lnTo>
                  <a:pt x="2578098" y="2542674"/>
                </a:lnTo>
                <a:lnTo>
                  <a:pt x="2566289" y="2542674"/>
                </a:lnTo>
                <a:lnTo>
                  <a:pt x="2558417" y="2530866"/>
                </a:lnTo>
                <a:lnTo>
                  <a:pt x="2544641" y="2519058"/>
                </a:lnTo>
                <a:lnTo>
                  <a:pt x="2524960" y="2519058"/>
                </a:lnTo>
                <a:lnTo>
                  <a:pt x="2499377" y="2522994"/>
                </a:lnTo>
                <a:lnTo>
                  <a:pt x="2491504" y="2519058"/>
                </a:lnTo>
                <a:lnTo>
                  <a:pt x="2463952" y="2526930"/>
                </a:lnTo>
                <a:lnTo>
                  <a:pt x="2444272" y="2530866"/>
                </a:lnTo>
                <a:lnTo>
                  <a:pt x="2444272" y="2546610"/>
                </a:lnTo>
                <a:lnTo>
                  <a:pt x="2456080" y="2558418"/>
                </a:lnTo>
                <a:lnTo>
                  <a:pt x="2456080" y="2568258"/>
                </a:lnTo>
                <a:lnTo>
                  <a:pt x="2442303" y="2568258"/>
                </a:lnTo>
                <a:lnTo>
                  <a:pt x="2422623" y="2558418"/>
                </a:lnTo>
                <a:lnTo>
                  <a:pt x="2406879" y="2560386"/>
                </a:lnTo>
                <a:lnTo>
                  <a:pt x="2381295" y="2542674"/>
                </a:lnTo>
                <a:lnTo>
                  <a:pt x="2365551" y="2546610"/>
                </a:lnTo>
                <a:lnTo>
                  <a:pt x="2339966" y="2538738"/>
                </a:lnTo>
                <a:lnTo>
                  <a:pt x="2324222" y="2538738"/>
                </a:lnTo>
                <a:lnTo>
                  <a:pt x="2300606" y="2554482"/>
                </a:lnTo>
                <a:lnTo>
                  <a:pt x="2288798" y="2560386"/>
                </a:lnTo>
                <a:lnTo>
                  <a:pt x="2259277" y="2568258"/>
                </a:lnTo>
                <a:lnTo>
                  <a:pt x="2233693" y="2601715"/>
                </a:lnTo>
                <a:lnTo>
                  <a:pt x="2229757" y="2617459"/>
                </a:lnTo>
                <a:lnTo>
                  <a:pt x="2221885" y="2627299"/>
                </a:lnTo>
                <a:lnTo>
                  <a:pt x="2221885" y="2646979"/>
                </a:lnTo>
                <a:lnTo>
                  <a:pt x="2221885" y="2656819"/>
                </a:lnTo>
                <a:lnTo>
                  <a:pt x="2194332" y="2654851"/>
                </a:lnTo>
                <a:lnTo>
                  <a:pt x="2160876" y="2627299"/>
                </a:lnTo>
                <a:lnTo>
                  <a:pt x="2160877" y="2627301"/>
                </a:lnTo>
                <a:lnTo>
                  <a:pt x="2194333" y="2654853"/>
                </a:lnTo>
                <a:lnTo>
                  <a:pt x="2221886" y="2658789"/>
                </a:lnTo>
                <a:lnTo>
                  <a:pt x="2221886" y="2674533"/>
                </a:lnTo>
                <a:lnTo>
                  <a:pt x="2206141" y="2696181"/>
                </a:lnTo>
                <a:lnTo>
                  <a:pt x="2202205" y="2733574"/>
                </a:lnTo>
                <a:lnTo>
                  <a:pt x="2202205" y="2761126"/>
                </a:lnTo>
                <a:lnTo>
                  <a:pt x="2214014" y="2790646"/>
                </a:lnTo>
                <a:lnTo>
                  <a:pt x="2229758" y="2818199"/>
                </a:lnTo>
                <a:lnTo>
                  <a:pt x="2241566" y="2839847"/>
                </a:lnTo>
                <a:lnTo>
                  <a:pt x="2251406" y="2855591"/>
                </a:lnTo>
                <a:lnTo>
                  <a:pt x="2255342" y="2867399"/>
                </a:lnTo>
                <a:lnTo>
                  <a:pt x="2271086" y="2873303"/>
                </a:lnTo>
                <a:lnTo>
                  <a:pt x="2278958" y="2877239"/>
                </a:lnTo>
                <a:lnTo>
                  <a:pt x="2286830" y="2877239"/>
                </a:lnTo>
                <a:lnTo>
                  <a:pt x="2308479" y="2892983"/>
                </a:lnTo>
                <a:lnTo>
                  <a:pt x="2324223" y="2885111"/>
                </a:lnTo>
                <a:lnTo>
                  <a:pt x="2339967" y="2889047"/>
                </a:lnTo>
                <a:lnTo>
                  <a:pt x="2393104" y="2877239"/>
                </a:lnTo>
                <a:lnTo>
                  <a:pt x="2393104" y="2871335"/>
                </a:lnTo>
                <a:lnTo>
                  <a:pt x="2416720" y="2847719"/>
                </a:lnTo>
                <a:lnTo>
                  <a:pt x="2416720" y="2818199"/>
                </a:lnTo>
                <a:lnTo>
                  <a:pt x="2426560" y="2798518"/>
                </a:lnTo>
                <a:lnTo>
                  <a:pt x="2442304" y="2802454"/>
                </a:lnTo>
                <a:lnTo>
                  <a:pt x="2461985" y="2786710"/>
                </a:lnTo>
                <a:lnTo>
                  <a:pt x="2487569" y="2786710"/>
                </a:lnTo>
                <a:lnTo>
                  <a:pt x="2495441" y="2790646"/>
                </a:lnTo>
                <a:lnTo>
                  <a:pt x="2511185" y="2790646"/>
                </a:lnTo>
                <a:lnTo>
                  <a:pt x="2519058" y="2802454"/>
                </a:lnTo>
                <a:lnTo>
                  <a:pt x="2511185" y="2818199"/>
                </a:lnTo>
                <a:lnTo>
                  <a:pt x="2499377" y="2839847"/>
                </a:lnTo>
                <a:lnTo>
                  <a:pt x="2499377" y="2871335"/>
                </a:lnTo>
                <a:lnTo>
                  <a:pt x="2499377" y="2877239"/>
                </a:lnTo>
                <a:lnTo>
                  <a:pt x="2487569" y="2889047"/>
                </a:lnTo>
                <a:lnTo>
                  <a:pt x="2487567" y="2889047"/>
                </a:lnTo>
                <a:lnTo>
                  <a:pt x="2479696" y="2896918"/>
                </a:lnTo>
                <a:lnTo>
                  <a:pt x="2479696" y="2916598"/>
                </a:lnTo>
                <a:lnTo>
                  <a:pt x="2461984" y="2953990"/>
                </a:lnTo>
                <a:lnTo>
                  <a:pt x="2458047" y="2953990"/>
                </a:lnTo>
                <a:lnTo>
                  <a:pt x="2446534" y="2946315"/>
                </a:lnTo>
                <a:lnTo>
                  <a:pt x="2446238" y="2948086"/>
                </a:lnTo>
                <a:lnTo>
                  <a:pt x="2461982" y="2955958"/>
                </a:lnTo>
                <a:lnTo>
                  <a:pt x="2489794" y="2963375"/>
                </a:lnTo>
                <a:lnTo>
                  <a:pt x="2536768" y="2959895"/>
                </a:lnTo>
                <a:lnTo>
                  <a:pt x="2585969" y="2955959"/>
                </a:lnTo>
                <a:lnTo>
                  <a:pt x="2605649" y="2975639"/>
                </a:lnTo>
                <a:lnTo>
                  <a:pt x="2615489" y="2983511"/>
                </a:lnTo>
                <a:lnTo>
                  <a:pt x="2593841" y="2987447"/>
                </a:lnTo>
                <a:lnTo>
                  <a:pt x="2570225" y="2991383"/>
                </a:lnTo>
                <a:lnTo>
                  <a:pt x="2552512" y="3011063"/>
                </a:lnTo>
                <a:lnTo>
                  <a:pt x="2540704" y="3011063"/>
                </a:lnTo>
                <a:lnTo>
                  <a:pt x="2513151" y="3022871"/>
                </a:lnTo>
                <a:lnTo>
                  <a:pt x="2513152" y="3022872"/>
                </a:lnTo>
                <a:lnTo>
                  <a:pt x="2540703" y="3011064"/>
                </a:lnTo>
                <a:lnTo>
                  <a:pt x="2552512" y="3011064"/>
                </a:lnTo>
                <a:lnTo>
                  <a:pt x="2570224" y="2991384"/>
                </a:lnTo>
                <a:lnTo>
                  <a:pt x="2593840" y="2987448"/>
                </a:lnTo>
                <a:lnTo>
                  <a:pt x="2615489" y="2983512"/>
                </a:lnTo>
                <a:lnTo>
                  <a:pt x="2615489" y="2985480"/>
                </a:lnTo>
                <a:lnTo>
                  <a:pt x="2615489" y="3011064"/>
                </a:lnTo>
                <a:lnTo>
                  <a:pt x="2609585" y="3042553"/>
                </a:lnTo>
                <a:lnTo>
                  <a:pt x="2605649" y="3066169"/>
                </a:lnTo>
                <a:lnTo>
                  <a:pt x="2609585" y="3091753"/>
                </a:lnTo>
                <a:lnTo>
                  <a:pt x="2607616" y="3109465"/>
                </a:lnTo>
                <a:lnTo>
                  <a:pt x="2607579" y="3109457"/>
                </a:lnTo>
                <a:lnTo>
                  <a:pt x="2607614" y="3109465"/>
                </a:lnTo>
                <a:lnTo>
                  <a:pt x="2637134" y="3137017"/>
                </a:lnTo>
                <a:lnTo>
                  <a:pt x="2637134" y="3146856"/>
                </a:lnTo>
                <a:lnTo>
                  <a:pt x="2660751" y="3162600"/>
                </a:lnTo>
                <a:lnTo>
                  <a:pt x="2672559" y="3166536"/>
                </a:lnTo>
                <a:lnTo>
                  <a:pt x="2700112" y="3154728"/>
                </a:lnTo>
                <a:lnTo>
                  <a:pt x="2711920" y="3146856"/>
                </a:lnTo>
                <a:lnTo>
                  <a:pt x="2735536" y="3150792"/>
                </a:lnTo>
                <a:lnTo>
                  <a:pt x="2755216" y="3162600"/>
                </a:lnTo>
                <a:lnTo>
                  <a:pt x="2768992" y="3180312"/>
                </a:lnTo>
                <a:lnTo>
                  <a:pt x="2788672" y="3184248"/>
                </a:lnTo>
                <a:lnTo>
                  <a:pt x="2778836" y="3199987"/>
                </a:lnTo>
                <a:lnTo>
                  <a:pt x="2788672" y="3186217"/>
                </a:lnTo>
                <a:lnTo>
                  <a:pt x="2796544" y="3178345"/>
                </a:lnTo>
                <a:lnTo>
                  <a:pt x="2792608" y="3162601"/>
                </a:lnTo>
                <a:lnTo>
                  <a:pt x="2812288" y="3148825"/>
                </a:lnTo>
                <a:lnTo>
                  <a:pt x="2812288" y="3133081"/>
                </a:lnTo>
                <a:lnTo>
                  <a:pt x="2824097" y="3129145"/>
                </a:lnTo>
                <a:lnTo>
                  <a:pt x="2828033" y="3109464"/>
                </a:lnTo>
                <a:lnTo>
                  <a:pt x="2837873" y="3099624"/>
                </a:lnTo>
                <a:lnTo>
                  <a:pt x="2849680" y="3101592"/>
                </a:lnTo>
                <a:lnTo>
                  <a:pt x="2857553" y="3095688"/>
                </a:lnTo>
                <a:lnTo>
                  <a:pt x="2910690" y="3079944"/>
                </a:lnTo>
                <a:lnTo>
                  <a:pt x="2914625" y="3064200"/>
                </a:lnTo>
                <a:lnTo>
                  <a:pt x="2932338" y="3064200"/>
                </a:lnTo>
                <a:lnTo>
                  <a:pt x="2944146" y="3068136"/>
                </a:lnTo>
                <a:lnTo>
                  <a:pt x="2944146" y="3076008"/>
                </a:lnTo>
                <a:lnTo>
                  <a:pt x="2944142" y="3076009"/>
                </a:lnTo>
                <a:lnTo>
                  <a:pt x="2944147" y="3076008"/>
                </a:lnTo>
                <a:lnTo>
                  <a:pt x="2924466" y="3091752"/>
                </a:lnTo>
                <a:lnTo>
                  <a:pt x="2920530" y="3103560"/>
                </a:lnTo>
                <a:lnTo>
                  <a:pt x="2924466" y="3113401"/>
                </a:lnTo>
                <a:lnTo>
                  <a:pt x="2916594" y="3133081"/>
                </a:lnTo>
                <a:lnTo>
                  <a:pt x="2924466" y="3156697"/>
                </a:lnTo>
                <a:lnTo>
                  <a:pt x="2944147" y="3152761"/>
                </a:lnTo>
                <a:lnTo>
                  <a:pt x="2944147" y="3129145"/>
                </a:lnTo>
                <a:lnTo>
                  <a:pt x="2936274" y="3113401"/>
                </a:lnTo>
                <a:lnTo>
                  <a:pt x="2940211" y="3099624"/>
                </a:lnTo>
                <a:lnTo>
                  <a:pt x="2973667" y="3091752"/>
                </a:lnTo>
                <a:lnTo>
                  <a:pt x="2971699" y="3068136"/>
                </a:lnTo>
                <a:lnTo>
                  <a:pt x="2977603" y="3072072"/>
                </a:lnTo>
                <a:lnTo>
                  <a:pt x="2985475" y="3083880"/>
                </a:lnTo>
                <a:lnTo>
                  <a:pt x="3001219" y="3083880"/>
                </a:lnTo>
                <a:lnTo>
                  <a:pt x="3018931" y="3091752"/>
                </a:lnTo>
                <a:lnTo>
                  <a:pt x="3018931" y="3107496"/>
                </a:lnTo>
                <a:lnTo>
                  <a:pt x="3087812" y="3113401"/>
                </a:lnTo>
                <a:lnTo>
                  <a:pt x="3099620" y="3121273"/>
                </a:lnTo>
                <a:lnTo>
                  <a:pt x="3119301" y="3125209"/>
                </a:lnTo>
                <a:lnTo>
                  <a:pt x="3131108" y="3121273"/>
                </a:lnTo>
                <a:lnTo>
                  <a:pt x="3148821" y="3107496"/>
                </a:lnTo>
                <a:lnTo>
                  <a:pt x="3160629" y="3107496"/>
                </a:lnTo>
                <a:lnTo>
                  <a:pt x="3180309" y="3109465"/>
                </a:lnTo>
                <a:lnTo>
                  <a:pt x="3194086" y="3133081"/>
                </a:lnTo>
                <a:lnTo>
                  <a:pt x="3217702" y="3133081"/>
                </a:lnTo>
                <a:lnTo>
                  <a:pt x="3235414" y="3148825"/>
                </a:lnTo>
                <a:lnTo>
                  <a:pt x="3247222" y="3160633"/>
                </a:lnTo>
                <a:lnTo>
                  <a:pt x="3262966" y="3174409"/>
                </a:lnTo>
                <a:lnTo>
                  <a:pt x="3262966" y="3174409"/>
                </a:lnTo>
                <a:lnTo>
                  <a:pt x="3286583" y="3182281"/>
                </a:lnTo>
                <a:lnTo>
                  <a:pt x="3304295" y="3194089"/>
                </a:lnTo>
                <a:lnTo>
                  <a:pt x="3312167" y="3213769"/>
                </a:lnTo>
                <a:lnTo>
                  <a:pt x="3327911" y="3219673"/>
                </a:lnTo>
                <a:lnTo>
                  <a:pt x="3335784" y="3231482"/>
                </a:lnTo>
                <a:lnTo>
                  <a:pt x="3343656" y="3249194"/>
                </a:lnTo>
                <a:lnTo>
                  <a:pt x="3339719" y="3270842"/>
                </a:lnTo>
                <a:lnTo>
                  <a:pt x="3320039" y="3290522"/>
                </a:lnTo>
                <a:lnTo>
                  <a:pt x="3323975" y="3314138"/>
                </a:lnTo>
                <a:lnTo>
                  <a:pt x="3345627" y="3324964"/>
                </a:lnTo>
                <a:lnTo>
                  <a:pt x="3345627" y="3323979"/>
                </a:lnTo>
                <a:lnTo>
                  <a:pt x="3323979" y="3312171"/>
                </a:lnTo>
                <a:lnTo>
                  <a:pt x="3320043" y="3290523"/>
                </a:lnTo>
                <a:lnTo>
                  <a:pt x="3339723" y="3270843"/>
                </a:lnTo>
                <a:lnTo>
                  <a:pt x="3343659" y="3249194"/>
                </a:lnTo>
                <a:lnTo>
                  <a:pt x="3357435" y="3241322"/>
                </a:lnTo>
                <a:lnTo>
                  <a:pt x="3418444" y="3247226"/>
                </a:lnTo>
                <a:lnTo>
                  <a:pt x="3434189" y="3249194"/>
                </a:lnTo>
                <a:lnTo>
                  <a:pt x="3457804" y="3253130"/>
                </a:lnTo>
                <a:lnTo>
                  <a:pt x="3467643" y="3259034"/>
                </a:lnTo>
                <a:lnTo>
                  <a:pt x="3500677" y="3286250"/>
                </a:lnTo>
                <a:lnTo>
                  <a:pt x="3501084" y="3284618"/>
                </a:lnTo>
                <a:lnTo>
                  <a:pt x="3516829" y="3312171"/>
                </a:lnTo>
                <a:lnTo>
                  <a:pt x="3528637" y="3337755"/>
                </a:lnTo>
                <a:lnTo>
                  <a:pt x="3540445" y="3349563"/>
                </a:lnTo>
                <a:lnTo>
                  <a:pt x="3554221" y="3365307"/>
                </a:lnTo>
                <a:lnTo>
                  <a:pt x="3550285" y="3383019"/>
                </a:lnTo>
                <a:lnTo>
                  <a:pt x="3540445" y="3390891"/>
                </a:lnTo>
                <a:lnTo>
                  <a:pt x="3528637" y="3398763"/>
                </a:lnTo>
                <a:lnTo>
                  <a:pt x="3540445" y="3406635"/>
                </a:lnTo>
                <a:lnTo>
                  <a:pt x="3554221" y="3402699"/>
                </a:lnTo>
                <a:lnTo>
                  <a:pt x="3566029" y="3414508"/>
                </a:lnTo>
                <a:lnTo>
                  <a:pt x="3573901" y="3414508"/>
                </a:lnTo>
                <a:lnTo>
                  <a:pt x="3593581" y="3422380"/>
                </a:lnTo>
                <a:lnTo>
                  <a:pt x="3581773" y="3440092"/>
                </a:lnTo>
                <a:lnTo>
                  <a:pt x="3558157" y="3455836"/>
                </a:lnTo>
                <a:lnTo>
                  <a:pt x="3558157" y="3463708"/>
                </a:lnTo>
                <a:lnTo>
                  <a:pt x="3569965" y="3463708"/>
                </a:lnTo>
                <a:lnTo>
                  <a:pt x="3597517" y="3440092"/>
                </a:lnTo>
                <a:lnTo>
                  <a:pt x="3605389" y="3428284"/>
                </a:lnTo>
                <a:lnTo>
                  <a:pt x="3630974" y="3428284"/>
                </a:lnTo>
                <a:lnTo>
                  <a:pt x="3660494" y="3444028"/>
                </a:lnTo>
                <a:lnTo>
                  <a:pt x="3688046" y="3444028"/>
                </a:lnTo>
                <a:lnTo>
                  <a:pt x="3707726" y="3463708"/>
                </a:lnTo>
                <a:lnTo>
                  <a:pt x="3691982" y="3481420"/>
                </a:lnTo>
                <a:lnTo>
                  <a:pt x="3699854" y="3493228"/>
                </a:lnTo>
                <a:lnTo>
                  <a:pt x="3717566" y="3477484"/>
                </a:lnTo>
                <a:lnTo>
                  <a:pt x="3733311" y="3477484"/>
                </a:lnTo>
                <a:lnTo>
                  <a:pt x="3782511" y="3489292"/>
                </a:lnTo>
                <a:lnTo>
                  <a:pt x="3813999" y="3485356"/>
                </a:lnTo>
                <a:lnTo>
                  <a:pt x="3835647" y="3501100"/>
                </a:lnTo>
                <a:lnTo>
                  <a:pt x="3867136" y="3508972"/>
                </a:lnTo>
                <a:lnTo>
                  <a:pt x="3912400" y="3542429"/>
                </a:lnTo>
                <a:lnTo>
                  <a:pt x="3973409" y="3558173"/>
                </a:lnTo>
                <a:lnTo>
                  <a:pt x="3979313" y="3579821"/>
                </a:lnTo>
                <a:lnTo>
                  <a:pt x="3979313" y="3656574"/>
                </a:lnTo>
                <a:lnTo>
                  <a:pt x="3965537" y="3674286"/>
                </a:lnTo>
                <a:lnTo>
                  <a:pt x="3957665" y="3693966"/>
                </a:lnTo>
                <a:lnTo>
                  <a:pt x="3949793" y="3705774"/>
                </a:lnTo>
                <a:lnTo>
                  <a:pt x="3926176" y="3713646"/>
                </a:lnTo>
                <a:lnTo>
                  <a:pt x="3920272" y="3721518"/>
                </a:lnTo>
                <a:lnTo>
                  <a:pt x="3912400" y="3743166"/>
                </a:lnTo>
                <a:lnTo>
                  <a:pt x="3900592" y="3762847"/>
                </a:lnTo>
                <a:lnTo>
                  <a:pt x="3871072" y="3776623"/>
                </a:lnTo>
                <a:lnTo>
                  <a:pt x="3867136" y="3784495"/>
                </a:lnTo>
                <a:lnTo>
                  <a:pt x="3859264" y="3829759"/>
                </a:lnTo>
                <a:lnTo>
                  <a:pt x="3867136" y="3853375"/>
                </a:lnTo>
                <a:lnTo>
                  <a:pt x="3859264" y="3876992"/>
                </a:lnTo>
                <a:lnTo>
                  <a:pt x="3867136" y="3908480"/>
                </a:lnTo>
                <a:lnTo>
                  <a:pt x="3843520" y="3920288"/>
                </a:lnTo>
                <a:lnTo>
                  <a:pt x="3835647" y="3949808"/>
                </a:lnTo>
                <a:lnTo>
                  <a:pt x="3835647" y="3969488"/>
                </a:lnTo>
                <a:lnTo>
                  <a:pt x="3827775" y="3975392"/>
                </a:lnTo>
                <a:lnTo>
                  <a:pt x="3823839" y="3995073"/>
                </a:lnTo>
                <a:lnTo>
                  <a:pt x="3810063" y="4022625"/>
                </a:lnTo>
                <a:lnTo>
                  <a:pt x="3806127" y="4052145"/>
                </a:lnTo>
                <a:lnTo>
                  <a:pt x="3786447" y="4060017"/>
                </a:lnTo>
                <a:lnTo>
                  <a:pt x="3778575" y="4071825"/>
                </a:lnTo>
                <a:lnTo>
                  <a:pt x="3762831" y="4077729"/>
                </a:lnTo>
                <a:lnTo>
                  <a:pt x="3749055" y="4073793"/>
                </a:lnTo>
                <a:lnTo>
                  <a:pt x="3737247" y="4081665"/>
                </a:lnTo>
                <a:lnTo>
                  <a:pt x="3717566" y="4081665"/>
                </a:lnTo>
                <a:lnTo>
                  <a:pt x="3699854" y="4081665"/>
                </a:lnTo>
                <a:lnTo>
                  <a:pt x="3684110" y="4101346"/>
                </a:lnTo>
                <a:lnTo>
                  <a:pt x="3672302" y="4105282"/>
                </a:lnTo>
                <a:lnTo>
                  <a:pt x="3652622" y="4101346"/>
                </a:lnTo>
                <a:lnTo>
                  <a:pt x="3630974" y="4121026"/>
                </a:lnTo>
                <a:lnTo>
                  <a:pt x="3630974" y="4126930"/>
                </a:lnTo>
                <a:lnTo>
                  <a:pt x="3619166" y="4130866"/>
                </a:lnTo>
                <a:lnTo>
                  <a:pt x="3607357" y="4146610"/>
                </a:lnTo>
                <a:lnTo>
                  <a:pt x="3593581" y="4154482"/>
                </a:lnTo>
                <a:lnTo>
                  <a:pt x="3589645" y="4187938"/>
                </a:lnTo>
                <a:lnTo>
                  <a:pt x="3593581" y="4203682"/>
                </a:lnTo>
                <a:lnTo>
                  <a:pt x="3589645" y="4237139"/>
                </a:lnTo>
                <a:lnTo>
                  <a:pt x="3566029" y="4264691"/>
                </a:lnTo>
                <a:lnTo>
                  <a:pt x="3554221" y="4264691"/>
                </a:lnTo>
                <a:lnTo>
                  <a:pt x="3544381" y="4282403"/>
                </a:lnTo>
                <a:lnTo>
                  <a:pt x="3540445" y="4302083"/>
                </a:lnTo>
                <a:lnTo>
                  <a:pt x="3516829" y="4339476"/>
                </a:lnTo>
                <a:lnTo>
                  <a:pt x="3497148" y="4363092"/>
                </a:lnTo>
                <a:lnTo>
                  <a:pt x="3497148" y="4351284"/>
                </a:lnTo>
                <a:lnTo>
                  <a:pt x="3512893" y="4335540"/>
                </a:lnTo>
                <a:lnTo>
                  <a:pt x="3516829" y="4325699"/>
                </a:lnTo>
                <a:lnTo>
                  <a:pt x="3528637" y="4306019"/>
                </a:lnTo>
                <a:lnTo>
                  <a:pt x="3520765" y="4302083"/>
                </a:lnTo>
                <a:lnTo>
                  <a:pt x="3497148" y="4325699"/>
                </a:lnTo>
                <a:lnTo>
                  <a:pt x="3495180" y="4335540"/>
                </a:lnTo>
                <a:lnTo>
                  <a:pt x="3479436" y="4355220"/>
                </a:lnTo>
                <a:lnTo>
                  <a:pt x="3491244" y="4367028"/>
                </a:lnTo>
                <a:lnTo>
                  <a:pt x="3491244" y="4378836"/>
                </a:lnTo>
                <a:lnTo>
                  <a:pt x="3459768" y="4404420"/>
                </a:lnTo>
                <a:lnTo>
                  <a:pt x="3455832" y="4412291"/>
                </a:lnTo>
                <a:lnTo>
                  <a:pt x="3440088" y="4430003"/>
                </a:lnTo>
                <a:lnTo>
                  <a:pt x="3440088" y="4437875"/>
                </a:lnTo>
                <a:lnTo>
                  <a:pt x="3422376" y="4461491"/>
                </a:lnTo>
                <a:lnTo>
                  <a:pt x="3394824" y="4461491"/>
                </a:lnTo>
                <a:lnTo>
                  <a:pt x="3377111" y="4457555"/>
                </a:lnTo>
                <a:lnTo>
                  <a:pt x="3349559" y="4445747"/>
                </a:lnTo>
                <a:lnTo>
                  <a:pt x="3333815" y="4445747"/>
                </a:lnTo>
                <a:lnTo>
                  <a:pt x="3320038" y="4430003"/>
                </a:lnTo>
                <a:lnTo>
                  <a:pt x="3304294" y="4433939"/>
                </a:lnTo>
                <a:lnTo>
                  <a:pt x="3304294" y="4408355"/>
                </a:lnTo>
                <a:lnTo>
                  <a:pt x="3304326" y="4408323"/>
                </a:lnTo>
                <a:lnTo>
                  <a:pt x="3304287" y="4408356"/>
                </a:lnTo>
                <a:lnTo>
                  <a:pt x="3304287" y="4435908"/>
                </a:lnTo>
                <a:lnTo>
                  <a:pt x="3308223" y="4443780"/>
                </a:lnTo>
                <a:lnTo>
                  <a:pt x="3320031" y="4455588"/>
                </a:lnTo>
                <a:lnTo>
                  <a:pt x="3331839" y="4457556"/>
                </a:lnTo>
                <a:lnTo>
                  <a:pt x="3347583" y="4481173"/>
                </a:lnTo>
                <a:lnTo>
                  <a:pt x="3335775" y="4496917"/>
                </a:lnTo>
                <a:lnTo>
                  <a:pt x="3339711" y="4506757"/>
                </a:lnTo>
                <a:lnTo>
                  <a:pt x="3353487" y="4520533"/>
                </a:lnTo>
                <a:lnTo>
                  <a:pt x="3343647" y="4544149"/>
                </a:lnTo>
                <a:lnTo>
                  <a:pt x="3323967" y="4569733"/>
                </a:lnTo>
                <a:lnTo>
                  <a:pt x="3312159" y="4569733"/>
                </a:lnTo>
                <a:lnTo>
                  <a:pt x="3292478" y="4589413"/>
                </a:lnTo>
                <a:lnTo>
                  <a:pt x="3266895" y="4589413"/>
                </a:lnTo>
                <a:lnTo>
                  <a:pt x="3243278" y="4601221"/>
                </a:lnTo>
                <a:lnTo>
                  <a:pt x="3205886" y="4601221"/>
                </a:lnTo>
                <a:lnTo>
                  <a:pt x="3205886" y="4614998"/>
                </a:lnTo>
                <a:lnTo>
                  <a:pt x="3190142" y="4626806"/>
                </a:lnTo>
                <a:lnTo>
                  <a:pt x="3190142" y="4672070"/>
                </a:lnTo>
                <a:lnTo>
                  <a:pt x="3180301" y="4679942"/>
                </a:lnTo>
                <a:lnTo>
                  <a:pt x="3156685" y="4679942"/>
                </a:lnTo>
                <a:lnTo>
                  <a:pt x="3127165" y="4664198"/>
                </a:lnTo>
                <a:lnTo>
                  <a:pt x="3119293" y="4664198"/>
                </a:lnTo>
                <a:lnTo>
                  <a:pt x="3111420" y="4672070"/>
                </a:lnTo>
                <a:lnTo>
                  <a:pt x="3115357" y="4717334"/>
                </a:lnTo>
                <a:lnTo>
                  <a:pt x="3127165" y="4725206"/>
                </a:lnTo>
                <a:lnTo>
                  <a:pt x="3137005" y="4717334"/>
                </a:lnTo>
                <a:lnTo>
                  <a:pt x="3148813" y="4721270"/>
                </a:lnTo>
                <a:lnTo>
                  <a:pt x="3148813" y="4740951"/>
                </a:lnTo>
                <a:lnTo>
                  <a:pt x="3140941" y="4744887"/>
                </a:lnTo>
                <a:lnTo>
                  <a:pt x="3127165" y="4740951"/>
                </a:lnTo>
                <a:lnTo>
                  <a:pt x="3121261" y="4748823"/>
                </a:lnTo>
                <a:lnTo>
                  <a:pt x="3129133" y="4754727"/>
                </a:lnTo>
                <a:lnTo>
                  <a:pt x="3103549" y="4778343"/>
                </a:lnTo>
                <a:lnTo>
                  <a:pt x="3107485" y="4798023"/>
                </a:lnTo>
                <a:lnTo>
                  <a:pt x="3103549" y="4811799"/>
                </a:lnTo>
                <a:lnTo>
                  <a:pt x="3103549" y="4823607"/>
                </a:lnTo>
                <a:lnTo>
                  <a:pt x="3095676" y="4827543"/>
                </a:lnTo>
                <a:lnTo>
                  <a:pt x="3066156" y="4831479"/>
                </a:lnTo>
                <a:lnTo>
                  <a:pt x="3062220" y="4839351"/>
                </a:lnTo>
                <a:lnTo>
                  <a:pt x="3050412" y="4843287"/>
                </a:lnTo>
                <a:lnTo>
                  <a:pt x="3042540" y="4853127"/>
                </a:lnTo>
                <a:lnTo>
                  <a:pt x="3038604" y="4864935"/>
                </a:lnTo>
                <a:lnTo>
                  <a:pt x="3050412" y="4892488"/>
                </a:lnTo>
                <a:lnTo>
                  <a:pt x="3066156" y="4896424"/>
                </a:lnTo>
                <a:lnTo>
                  <a:pt x="3087805" y="4900360"/>
                </a:lnTo>
                <a:lnTo>
                  <a:pt x="3091741" y="4925944"/>
                </a:lnTo>
                <a:lnTo>
                  <a:pt x="3087805" y="4929880"/>
                </a:lnTo>
                <a:lnTo>
                  <a:pt x="3075996" y="4937752"/>
                </a:lnTo>
                <a:lnTo>
                  <a:pt x="3066156" y="4949560"/>
                </a:lnTo>
                <a:lnTo>
                  <a:pt x="3058284" y="4955464"/>
                </a:lnTo>
                <a:lnTo>
                  <a:pt x="3050412" y="4963336"/>
                </a:lnTo>
                <a:lnTo>
                  <a:pt x="3038604" y="4971208"/>
                </a:lnTo>
                <a:lnTo>
                  <a:pt x="3038604" y="4986952"/>
                </a:lnTo>
                <a:lnTo>
                  <a:pt x="3038604" y="4998760"/>
                </a:lnTo>
                <a:lnTo>
                  <a:pt x="3022860" y="5006633"/>
                </a:lnTo>
                <a:lnTo>
                  <a:pt x="3013019" y="5002697"/>
                </a:lnTo>
                <a:lnTo>
                  <a:pt x="3009084" y="5016473"/>
                </a:lnTo>
                <a:lnTo>
                  <a:pt x="2997275" y="5028281"/>
                </a:lnTo>
                <a:lnTo>
                  <a:pt x="3001211" y="5044025"/>
                </a:lnTo>
                <a:lnTo>
                  <a:pt x="2993339" y="5055833"/>
                </a:lnTo>
                <a:lnTo>
                  <a:pt x="2997275" y="5065673"/>
                </a:lnTo>
                <a:lnTo>
                  <a:pt x="3005148" y="5077481"/>
                </a:lnTo>
                <a:lnTo>
                  <a:pt x="3009084" y="5085353"/>
                </a:lnTo>
                <a:lnTo>
                  <a:pt x="3009084" y="5093225"/>
                </a:lnTo>
                <a:lnTo>
                  <a:pt x="2985468" y="5089289"/>
                </a:lnTo>
                <a:lnTo>
                  <a:pt x="2985468" y="5089290"/>
                </a:lnTo>
                <a:lnTo>
                  <a:pt x="2985467" y="5089292"/>
                </a:lnTo>
                <a:lnTo>
                  <a:pt x="2985467" y="5091257"/>
                </a:lnTo>
                <a:lnTo>
                  <a:pt x="2985074" y="5090471"/>
                </a:lnTo>
                <a:lnTo>
                  <a:pt x="2981532" y="5101098"/>
                </a:lnTo>
                <a:lnTo>
                  <a:pt x="2973659" y="5105034"/>
                </a:lnTo>
                <a:lnTo>
                  <a:pt x="2959884" y="5105034"/>
                </a:lnTo>
                <a:lnTo>
                  <a:pt x="2944139" y="5112906"/>
                </a:lnTo>
                <a:lnTo>
                  <a:pt x="2952012" y="5126682"/>
                </a:lnTo>
                <a:lnTo>
                  <a:pt x="2944139" y="5138490"/>
                </a:lnTo>
                <a:lnTo>
                  <a:pt x="2944139" y="5154234"/>
                </a:lnTo>
                <a:lnTo>
                  <a:pt x="2916587" y="5154234"/>
                </a:lnTo>
                <a:lnTo>
                  <a:pt x="2902811" y="5142426"/>
                </a:lnTo>
                <a:lnTo>
                  <a:pt x="2902811" y="5138490"/>
                </a:lnTo>
                <a:lnTo>
                  <a:pt x="2924459" y="5132586"/>
                </a:lnTo>
                <a:lnTo>
                  <a:pt x="2932331" y="5126682"/>
                </a:lnTo>
                <a:lnTo>
                  <a:pt x="2932331" y="5112906"/>
                </a:lnTo>
                <a:lnTo>
                  <a:pt x="2914619" y="5105034"/>
                </a:lnTo>
                <a:lnTo>
                  <a:pt x="2894939" y="5105034"/>
                </a:lnTo>
                <a:lnTo>
                  <a:pt x="2879195" y="5118810"/>
                </a:lnTo>
                <a:lnTo>
                  <a:pt x="2871323" y="5118810"/>
                </a:lnTo>
                <a:lnTo>
                  <a:pt x="2871323" y="5097162"/>
                </a:lnTo>
                <a:lnTo>
                  <a:pt x="2883131" y="5093226"/>
                </a:lnTo>
                <a:lnTo>
                  <a:pt x="2894939" y="5089290"/>
                </a:lnTo>
                <a:lnTo>
                  <a:pt x="2891003" y="5077482"/>
                </a:lnTo>
                <a:lnTo>
                  <a:pt x="2883131" y="5077482"/>
                </a:lnTo>
                <a:lnTo>
                  <a:pt x="2875258" y="5085354"/>
                </a:lnTo>
                <a:lnTo>
                  <a:pt x="2863451" y="5077482"/>
                </a:lnTo>
                <a:lnTo>
                  <a:pt x="2863451" y="5055833"/>
                </a:lnTo>
                <a:lnTo>
                  <a:pt x="2853610" y="5044025"/>
                </a:lnTo>
                <a:lnTo>
                  <a:pt x="2863451" y="5040089"/>
                </a:lnTo>
                <a:lnTo>
                  <a:pt x="2857546" y="5028281"/>
                </a:lnTo>
                <a:lnTo>
                  <a:pt x="2845738" y="5024345"/>
                </a:lnTo>
                <a:lnTo>
                  <a:pt x="2849675" y="5012537"/>
                </a:lnTo>
                <a:lnTo>
                  <a:pt x="2845738" y="4986953"/>
                </a:lnTo>
                <a:lnTo>
                  <a:pt x="2849675" y="4967273"/>
                </a:lnTo>
                <a:lnTo>
                  <a:pt x="2849675" y="4953497"/>
                </a:lnTo>
                <a:lnTo>
                  <a:pt x="2845738" y="4937752"/>
                </a:lnTo>
                <a:lnTo>
                  <a:pt x="2849675" y="4933816"/>
                </a:lnTo>
                <a:lnTo>
                  <a:pt x="2857546" y="4941689"/>
                </a:lnTo>
                <a:lnTo>
                  <a:pt x="2859514" y="4945625"/>
                </a:lnTo>
                <a:lnTo>
                  <a:pt x="2871323" y="4941689"/>
                </a:lnTo>
                <a:lnTo>
                  <a:pt x="2867387" y="4925944"/>
                </a:lnTo>
                <a:lnTo>
                  <a:pt x="2859514" y="4918072"/>
                </a:lnTo>
                <a:lnTo>
                  <a:pt x="2853610" y="4925944"/>
                </a:lnTo>
                <a:lnTo>
                  <a:pt x="2845738" y="4925944"/>
                </a:lnTo>
                <a:lnTo>
                  <a:pt x="2837867" y="4922008"/>
                </a:lnTo>
                <a:lnTo>
                  <a:pt x="2841802" y="4914136"/>
                </a:lnTo>
                <a:lnTo>
                  <a:pt x="2853610" y="4904296"/>
                </a:lnTo>
                <a:lnTo>
                  <a:pt x="2853610" y="4896424"/>
                </a:lnTo>
                <a:lnTo>
                  <a:pt x="2837867" y="4892488"/>
                </a:lnTo>
                <a:lnTo>
                  <a:pt x="2829994" y="4888552"/>
                </a:lnTo>
                <a:lnTo>
                  <a:pt x="2814250" y="4888552"/>
                </a:lnTo>
                <a:lnTo>
                  <a:pt x="2814250" y="4884616"/>
                </a:lnTo>
                <a:lnTo>
                  <a:pt x="2829994" y="4872808"/>
                </a:lnTo>
                <a:lnTo>
                  <a:pt x="2833931" y="4857064"/>
                </a:lnTo>
                <a:lnTo>
                  <a:pt x="2853610" y="4861000"/>
                </a:lnTo>
                <a:lnTo>
                  <a:pt x="2853610" y="4876744"/>
                </a:lnTo>
                <a:lnTo>
                  <a:pt x="2853610" y="4884616"/>
                </a:lnTo>
                <a:lnTo>
                  <a:pt x="2859514" y="4884616"/>
                </a:lnTo>
                <a:lnTo>
                  <a:pt x="2871323" y="4868872"/>
                </a:lnTo>
                <a:lnTo>
                  <a:pt x="2867387" y="4855096"/>
                </a:lnTo>
                <a:lnTo>
                  <a:pt x="2875258" y="4847224"/>
                </a:lnTo>
                <a:lnTo>
                  <a:pt x="2883131" y="4843288"/>
                </a:lnTo>
                <a:lnTo>
                  <a:pt x="2883131" y="4827544"/>
                </a:lnTo>
                <a:lnTo>
                  <a:pt x="2894939" y="4815735"/>
                </a:lnTo>
                <a:lnTo>
                  <a:pt x="2894939" y="4807863"/>
                </a:lnTo>
                <a:lnTo>
                  <a:pt x="2883131" y="4805895"/>
                </a:lnTo>
                <a:lnTo>
                  <a:pt x="2879195" y="4786215"/>
                </a:lnTo>
                <a:lnTo>
                  <a:pt x="2894939" y="4762599"/>
                </a:lnTo>
                <a:lnTo>
                  <a:pt x="2891003" y="4737015"/>
                </a:lnTo>
                <a:lnTo>
                  <a:pt x="2898875" y="4725207"/>
                </a:lnTo>
                <a:lnTo>
                  <a:pt x="2894939" y="4709463"/>
                </a:lnTo>
                <a:lnTo>
                  <a:pt x="2898875" y="4697655"/>
                </a:lnTo>
                <a:lnTo>
                  <a:pt x="2891003" y="4695687"/>
                </a:lnTo>
                <a:lnTo>
                  <a:pt x="2875258" y="4701591"/>
                </a:lnTo>
                <a:lnTo>
                  <a:pt x="2857546" y="4683878"/>
                </a:lnTo>
                <a:lnTo>
                  <a:pt x="2863451" y="4664198"/>
                </a:lnTo>
                <a:lnTo>
                  <a:pt x="2867387" y="4634678"/>
                </a:lnTo>
                <a:lnTo>
                  <a:pt x="2875258" y="4622870"/>
                </a:lnTo>
                <a:lnTo>
                  <a:pt x="2879195" y="4593350"/>
                </a:lnTo>
                <a:lnTo>
                  <a:pt x="2867387" y="4561861"/>
                </a:lnTo>
                <a:lnTo>
                  <a:pt x="2867387" y="4530373"/>
                </a:lnTo>
                <a:lnTo>
                  <a:pt x="2879195" y="4524469"/>
                </a:lnTo>
                <a:lnTo>
                  <a:pt x="2883131" y="4502821"/>
                </a:lnTo>
                <a:lnTo>
                  <a:pt x="2894939" y="4489045"/>
                </a:lnTo>
                <a:lnTo>
                  <a:pt x="2902811" y="4469365"/>
                </a:lnTo>
                <a:lnTo>
                  <a:pt x="2910683" y="4443780"/>
                </a:lnTo>
                <a:lnTo>
                  <a:pt x="2916587" y="4416228"/>
                </a:lnTo>
                <a:lnTo>
                  <a:pt x="2932331" y="4394580"/>
                </a:lnTo>
                <a:lnTo>
                  <a:pt x="2932331" y="4347348"/>
                </a:lnTo>
                <a:lnTo>
                  <a:pt x="2924459" y="4302083"/>
                </a:lnTo>
                <a:lnTo>
                  <a:pt x="2936267" y="4294211"/>
                </a:lnTo>
                <a:lnTo>
                  <a:pt x="2936267" y="4264691"/>
                </a:lnTo>
                <a:lnTo>
                  <a:pt x="2932331" y="4252883"/>
                </a:lnTo>
                <a:lnTo>
                  <a:pt x="2952012" y="4178098"/>
                </a:lnTo>
                <a:lnTo>
                  <a:pt x="2959884" y="4146610"/>
                </a:lnTo>
                <a:lnTo>
                  <a:pt x="2955947" y="4079698"/>
                </a:lnTo>
                <a:lnTo>
                  <a:pt x="2967755" y="4071825"/>
                </a:lnTo>
                <a:lnTo>
                  <a:pt x="2971691" y="3995073"/>
                </a:lnTo>
                <a:lnTo>
                  <a:pt x="2963820" y="3987201"/>
                </a:lnTo>
                <a:lnTo>
                  <a:pt x="2967609" y="3939837"/>
                </a:lnTo>
                <a:lnTo>
                  <a:pt x="2922502" y="3902576"/>
                </a:lnTo>
                <a:lnTo>
                  <a:pt x="2902821" y="3900608"/>
                </a:lnTo>
                <a:lnTo>
                  <a:pt x="2877238" y="3867152"/>
                </a:lnTo>
                <a:lnTo>
                  <a:pt x="2853621" y="3867152"/>
                </a:lnTo>
                <a:lnTo>
                  <a:pt x="2828037" y="3847471"/>
                </a:lnTo>
                <a:lnTo>
                  <a:pt x="2820164" y="3839599"/>
                </a:lnTo>
                <a:lnTo>
                  <a:pt x="2800484" y="3831727"/>
                </a:lnTo>
                <a:lnTo>
                  <a:pt x="2792612" y="3804175"/>
                </a:lnTo>
                <a:lnTo>
                  <a:pt x="2796548" y="3790399"/>
                </a:lnTo>
                <a:lnTo>
                  <a:pt x="2776868" y="3770719"/>
                </a:lnTo>
                <a:lnTo>
                  <a:pt x="2776868" y="3754974"/>
                </a:lnTo>
                <a:lnTo>
                  <a:pt x="2763091" y="3743166"/>
                </a:lnTo>
                <a:lnTo>
                  <a:pt x="2759156" y="3729390"/>
                </a:lnTo>
                <a:lnTo>
                  <a:pt x="2743412" y="3697902"/>
                </a:lnTo>
                <a:lnTo>
                  <a:pt x="2731603" y="3656574"/>
                </a:lnTo>
                <a:lnTo>
                  <a:pt x="2711923" y="3634925"/>
                </a:lnTo>
                <a:lnTo>
                  <a:pt x="2696179" y="3595565"/>
                </a:lnTo>
                <a:lnTo>
                  <a:pt x="2676499" y="3591629"/>
                </a:lnTo>
                <a:lnTo>
                  <a:pt x="2664690" y="3577853"/>
                </a:lnTo>
                <a:lnTo>
                  <a:pt x="2672562" y="3573917"/>
                </a:lnTo>
                <a:lnTo>
                  <a:pt x="2672562" y="3566045"/>
                </a:lnTo>
                <a:lnTo>
                  <a:pt x="2664690" y="3558173"/>
                </a:lnTo>
                <a:lnTo>
                  <a:pt x="2666658" y="3546365"/>
                </a:lnTo>
                <a:lnTo>
                  <a:pt x="2664690" y="3528652"/>
                </a:lnTo>
                <a:lnTo>
                  <a:pt x="2676497" y="3520781"/>
                </a:lnTo>
                <a:lnTo>
                  <a:pt x="2676497" y="3520780"/>
                </a:lnTo>
                <a:lnTo>
                  <a:pt x="2676497" y="3512908"/>
                </a:lnTo>
                <a:lnTo>
                  <a:pt x="2690274" y="3508972"/>
                </a:lnTo>
                <a:lnTo>
                  <a:pt x="2707986" y="3505036"/>
                </a:lnTo>
                <a:lnTo>
                  <a:pt x="2711922" y="3491260"/>
                </a:lnTo>
                <a:lnTo>
                  <a:pt x="2707986" y="3479452"/>
                </a:lnTo>
                <a:lnTo>
                  <a:pt x="2700114" y="3487324"/>
                </a:lnTo>
                <a:lnTo>
                  <a:pt x="2688306" y="3487324"/>
                </a:lnTo>
                <a:lnTo>
                  <a:pt x="2676497" y="3471580"/>
                </a:lnTo>
                <a:lnTo>
                  <a:pt x="2676497" y="3434188"/>
                </a:lnTo>
                <a:lnTo>
                  <a:pt x="2690274" y="3422379"/>
                </a:lnTo>
                <a:lnTo>
                  <a:pt x="2690274" y="3388923"/>
                </a:lnTo>
                <a:lnTo>
                  <a:pt x="2702082" y="3384987"/>
                </a:lnTo>
                <a:lnTo>
                  <a:pt x="2713890" y="3381051"/>
                </a:lnTo>
                <a:lnTo>
                  <a:pt x="2723730" y="3381051"/>
                </a:lnTo>
                <a:lnTo>
                  <a:pt x="2740082" y="3389227"/>
                </a:lnTo>
                <a:lnTo>
                  <a:pt x="2723727" y="3381050"/>
                </a:lnTo>
                <a:lnTo>
                  <a:pt x="2729631" y="3355466"/>
                </a:lnTo>
                <a:lnTo>
                  <a:pt x="2741440" y="3335785"/>
                </a:lnTo>
                <a:lnTo>
                  <a:pt x="2755216" y="3331849"/>
                </a:lnTo>
                <a:lnTo>
                  <a:pt x="2763088" y="3323977"/>
                </a:lnTo>
                <a:lnTo>
                  <a:pt x="2763088" y="3312169"/>
                </a:lnTo>
                <a:lnTo>
                  <a:pt x="2772928" y="3302329"/>
                </a:lnTo>
                <a:lnTo>
                  <a:pt x="2770960" y="3282649"/>
                </a:lnTo>
                <a:lnTo>
                  <a:pt x="2767024" y="3255097"/>
                </a:lnTo>
                <a:lnTo>
                  <a:pt x="2767024" y="3223609"/>
                </a:lnTo>
                <a:lnTo>
                  <a:pt x="2763088" y="3203929"/>
                </a:lnTo>
                <a:lnTo>
                  <a:pt x="2778832" y="3199993"/>
                </a:lnTo>
                <a:lnTo>
                  <a:pt x="2778832" y="3199992"/>
                </a:lnTo>
                <a:lnTo>
                  <a:pt x="2763089" y="3203928"/>
                </a:lnTo>
                <a:lnTo>
                  <a:pt x="2753248" y="3192120"/>
                </a:lnTo>
                <a:lnTo>
                  <a:pt x="2743408" y="3170472"/>
                </a:lnTo>
                <a:lnTo>
                  <a:pt x="2729632" y="3162600"/>
                </a:lnTo>
                <a:lnTo>
                  <a:pt x="2711920" y="3166536"/>
                </a:lnTo>
                <a:lnTo>
                  <a:pt x="2700112" y="3174408"/>
                </a:lnTo>
                <a:lnTo>
                  <a:pt x="2696175" y="3180312"/>
                </a:lnTo>
                <a:lnTo>
                  <a:pt x="2702079" y="3196056"/>
                </a:lnTo>
                <a:lnTo>
                  <a:pt x="2684367" y="3207864"/>
                </a:lnTo>
                <a:lnTo>
                  <a:pt x="2672559" y="3199992"/>
                </a:lnTo>
                <a:lnTo>
                  <a:pt x="2656814" y="3192120"/>
                </a:lnTo>
                <a:lnTo>
                  <a:pt x="2652878" y="3184248"/>
                </a:lnTo>
                <a:lnTo>
                  <a:pt x="2629265" y="3174409"/>
                </a:lnTo>
                <a:lnTo>
                  <a:pt x="2619422" y="3174409"/>
                </a:lnTo>
                <a:lnTo>
                  <a:pt x="2599742" y="3154729"/>
                </a:lnTo>
                <a:lnTo>
                  <a:pt x="2587934" y="3137017"/>
                </a:lnTo>
                <a:lnTo>
                  <a:pt x="2574157" y="3129145"/>
                </a:lnTo>
                <a:lnTo>
                  <a:pt x="2566286" y="3133081"/>
                </a:lnTo>
                <a:lnTo>
                  <a:pt x="2546605" y="3121273"/>
                </a:lnTo>
                <a:lnTo>
                  <a:pt x="2542669" y="3103561"/>
                </a:lnTo>
                <a:lnTo>
                  <a:pt x="2544561" y="3103443"/>
                </a:lnTo>
                <a:lnTo>
                  <a:pt x="2528895" y="3079945"/>
                </a:lnTo>
                <a:lnTo>
                  <a:pt x="2509214" y="3058297"/>
                </a:lnTo>
                <a:lnTo>
                  <a:pt x="2495439" y="3050425"/>
                </a:lnTo>
                <a:lnTo>
                  <a:pt x="2495439" y="3042553"/>
                </a:lnTo>
                <a:lnTo>
                  <a:pt x="2503881" y="3043960"/>
                </a:lnTo>
                <a:lnTo>
                  <a:pt x="2495439" y="3040583"/>
                </a:lnTo>
                <a:lnTo>
                  <a:pt x="2495439" y="3036647"/>
                </a:lnTo>
                <a:lnTo>
                  <a:pt x="2487567" y="3032711"/>
                </a:lnTo>
                <a:lnTo>
                  <a:pt x="2467887" y="3014999"/>
                </a:lnTo>
                <a:lnTo>
                  <a:pt x="2436359" y="3003872"/>
                </a:lnTo>
                <a:lnTo>
                  <a:pt x="2436358" y="3003873"/>
                </a:lnTo>
                <a:lnTo>
                  <a:pt x="2467887" y="3015001"/>
                </a:lnTo>
                <a:lnTo>
                  <a:pt x="2487567" y="3032713"/>
                </a:lnTo>
                <a:lnTo>
                  <a:pt x="2485599" y="3034681"/>
                </a:lnTo>
                <a:lnTo>
                  <a:pt x="2479695" y="3036649"/>
                </a:lnTo>
                <a:lnTo>
                  <a:pt x="2463951" y="3040585"/>
                </a:lnTo>
                <a:lnTo>
                  <a:pt x="2422622" y="3020905"/>
                </a:lnTo>
                <a:lnTo>
                  <a:pt x="2428536" y="3012035"/>
                </a:lnTo>
                <a:lnTo>
                  <a:pt x="2422622" y="3018934"/>
                </a:lnTo>
                <a:lnTo>
                  <a:pt x="2369486" y="3009094"/>
                </a:lnTo>
                <a:lnTo>
                  <a:pt x="2357677" y="2997286"/>
                </a:lnTo>
                <a:lnTo>
                  <a:pt x="2365505" y="2958148"/>
                </a:lnTo>
                <a:lnTo>
                  <a:pt x="2357680" y="2995320"/>
                </a:lnTo>
                <a:lnTo>
                  <a:pt x="2328159" y="2969736"/>
                </a:lnTo>
                <a:lnTo>
                  <a:pt x="2324223" y="2957928"/>
                </a:lnTo>
                <a:lnTo>
                  <a:pt x="2304543" y="2953992"/>
                </a:lnTo>
                <a:lnTo>
                  <a:pt x="2298638" y="2946120"/>
                </a:lnTo>
                <a:lnTo>
                  <a:pt x="2290767" y="2946120"/>
                </a:lnTo>
                <a:lnTo>
                  <a:pt x="2259278" y="2961864"/>
                </a:lnTo>
                <a:lnTo>
                  <a:pt x="2229758" y="2965800"/>
                </a:lnTo>
                <a:lnTo>
                  <a:pt x="2221886" y="2957928"/>
                </a:lnTo>
                <a:lnTo>
                  <a:pt x="2206141" y="2957928"/>
                </a:lnTo>
                <a:lnTo>
                  <a:pt x="2192365" y="2950056"/>
                </a:lnTo>
                <a:lnTo>
                  <a:pt x="2184493" y="2950056"/>
                </a:lnTo>
                <a:lnTo>
                  <a:pt x="2168749" y="2938248"/>
                </a:lnTo>
                <a:lnTo>
                  <a:pt x="2145133" y="2934312"/>
                </a:lnTo>
                <a:lnTo>
                  <a:pt x="2137260" y="2930376"/>
                </a:lnTo>
                <a:lnTo>
                  <a:pt x="2127421" y="2926440"/>
                </a:lnTo>
                <a:lnTo>
                  <a:pt x="2115612" y="2916600"/>
                </a:lnTo>
                <a:lnTo>
                  <a:pt x="2099868" y="2908727"/>
                </a:lnTo>
                <a:lnTo>
                  <a:pt x="2088060" y="2896919"/>
                </a:lnTo>
                <a:lnTo>
                  <a:pt x="2070347" y="2896919"/>
                </a:lnTo>
                <a:lnTo>
                  <a:pt x="2054603" y="2885111"/>
                </a:lnTo>
                <a:lnTo>
                  <a:pt x="2034923" y="2885111"/>
                </a:lnTo>
                <a:lnTo>
                  <a:pt x="2030987" y="2871335"/>
                </a:lnTo>
                <a:lnTo>
                  <a:pt x="2017211" y="2863463"/>
                </a:lnTo>
                <a:lnTo>
                  <a:pt x="2005402" y="2855591"/>
                </a:lnTo>
                <a:lnTo>
                  <a:pt x="1989658" y="2847719"/>
                </a:lnTo>
                <a:lnTo>
                  <a:pt x="1985722" y="2839847"/>
                </a:lnTo>
                <a:lnTo>
                  <a:pt x="1981786" y="2831975"/>
                </a:lnTo>
                <a:lnTo>
                  <a:pt x="1989658" y="2822135"/>
                </a:lnTo>
                <a:lnTo>
                  <a:pt x="1989658" y="2794582"/>
                </a:lnTo>
                <a:lnTo>
                  <a:pt x="1977851" y="2772934"/>
                </a:lnTo>
                <a:lnTo>
                  <a:pt x="1975882" y="2765062"/>
                </a:lnTo>
                <a:lnTo>
                  <a:pt x="1948330" y="2737510"/>
                </a:lnTo>
                <a:lnTo>
                  <a:pt x="1936522" y="2719798"/>
                </a:lnTo>
                <a:lnTo>
                  <a:pt x="1928650" y="2715862"/>
                </a:lnTo>
                <a:lnTo>
                  <a:pt x="1918810" y="2704053"/>
                </a:lnTo>
                <a:lnTo>
                  <a:pt x="1914874" y="2688309"/>
                </a:lnTo>
                <a:lnTo>
                  <a:pt x="1907001" y="2678469"/>
                </a:lnTo>
                <a:lnTo>
                  <a:pt x="1891257" y="2674533"/>
                </a:lnTo>
                <a:lnTo>
                  <a:pt x="1875513" y="2666661"/>
                </a:lnTo>
                <a:lnTo>
                  <a:pt x="1875513" y="2654853"/>
                </a:lnTo>
                <a:lnTo>
                  <a:pt x="1883385" y="2646981"/>
                </a:lnTo>
                <a:lnTo>
                  <a:pt x="1871577" y="2633205"/>
                </a:lnTo>
                <a:lnTo>
                  <a:pt x="1861737" y="2635173"/>
                </a:lnTo>
                <a:lnTo>
                  <a:pt x="1842056" y="2613525"/>
                </a:lnTo>
                <a:lnTo>
                  <a:pt x="1842056" y="2599749"/>
                </a:lnTo>
                <a:lnTo>
                  <a:pt x="1818440" y="2595813"/>
                </a:lnTo>
                <a:lnTo>
                  <a:pt x="1804664" y="2574164"/>
                </a:lnTo>
                <a:lnTo>
                  <a:pt x="1796792" y="2570228"/>
                </a:lnTo>
                <a:lnTo>
                  <a:pt x="1784984" y="2550548"/>
                </a:lnTo>
                <a:lnTo>
                  <a:pt x="1777112" y="2532836"/>
                </a:lnTo>
                <a:lnTo>
                  <a:pt x="1765304" y="2521028"/>
                </a:lnTo>
                <a:lnTo>
                  <a:pt x="1769240" y="2505284"/>
                </a:lnTo>
                <a:lnTo>
                  <a:pt x="1765304" y="2489540"/>
                </a:lnTo>
                <a:lnTo>
                  <a:pt x="1755463" y="2489540"/>
                </a:lnTo>
                <a:lnTo>
                  <a:pt x="1751528" y="2479699"/>
                </a:lnTo>
                <a:lnTo>
                  <a:pt x="1747592" y="2479699"/>
                </a:lnTo>
                <a:lnTo>
                  <a:pt x="1735783" y="2483635"/>
                </a:lnTo>
                <a:lnTo>
                  <a:pt x="1723975" y="2471827"/>
                </a:lnTo>
                <a:lnTo>
                  <a:pt x="1720039" y="2475763"/>
                </a:lnTo>
                <a:lnTo>
                  <a:pt x="1723975" y="2524964"/>
                </a:lnTo>
                <a:lnTo>
                  <a:pt x="1727911" y="2532836"/>
                </a:lnTo>
                <a:lnTo>
                  <a:pt x="1769240" y="2578100"/>
                </a:lnTo>
                <a:lnTo>
                  <a:pt x="1769240" y="2584004"/>
                </a:lnTo>
                <a:lnTo>
                  <a:pt x="1781048" y="2599749"/>
                </a:lnTo>
                <a:lnTo>
                  <a:pt x="1784984" y="2605653"/>
                </a:lnTo>
                <a:lnTo>
                  <a:pt x="1814505" y="2639109"/>
                </a:lnTo>
                <a:lnTo>
                  <a:pt x="1822376" y="2662725"/>
                </a:lnTo>
                <a:lnTo>
                  <a:pt x="1826312" y="2674533"/>
                </a:lnTo>
                <a:lnTo>
                  <a:pt x="1838120" y="2688309"/>
                </a:lnTo>
                <a:lnTo>
                  <a:pt x="1842056" y="2704053"/>
                </a:lnTo>
                <a:lnTo>
                  <a:pt x="1853864" y="2711926"/>
                </a:lnTo>
                <a:lnTo>
                  <a:pt x="1863705" y="2725702"/>
                </a:lnTo>
                <a:lnTo>
                  <a:pt x="1869609" y="2737510"/>
                </a:lnTo>
                <a:lnTo>
                  <a:pt x="1869609" y="2753254"/>
                </a:lnTo>
                <a:lnTo>
                  <a:pt x="1857801" y="2757190"/>
                </a:lnTo>
                <a:lnTo>
                  <a:pt x="1853864" y="2737510"/>
                </a:lnTo>
                <a:lnTo>
                  <a:pt x="1826312" y="2715862"/>
                </a:lnTo>
                <a:lnTo>
                  <a:pt x="1814505" y="2711926"/>
                </a:lnTo>
                <a:lnTo>
                  <a:pt x="1800728" y="2692245"/>
                </a:lnTo>
                <a:lnTo>
                  <a:pt x="1796792" y="2662725"/>
                </a:lnTo>
                <a:lnTo>
                  <a:pt x="1784984" y="2650917"/>
                </a:lnTo>
                <a:lnTo>
                  <a:pt x="1765304" y="2635173"/>
                </a:lnTo>
                <a:lnTo>
                  <a:pt x="1747592" y="2633205"/>
                </a:lnTo>
                <a:lnTo>
                  <a:pt x="1720039" y="2613525"/>
                </a:lnTo>
                <a:lnTo>
                  <a:pt x="1720039" y="2611557"/>
                </a:lnTo>
                <a:lnTo>
                  <a:pt x="1720039" y="2605653"/>
                </a:lnTo>
                <a:lnTo>
                  <a:pt x="1743655" y="2605653"/>
                </a:lnTo>
                <a:lnTo>
                  <a:pt x="1739719" y="2584004"/>
                </a:lnTo>
                <a:lnTo>
                  <a:pt x="1739719" y="2574164"/>
                </a:lnTo>
                <a:lnTo>
                  <a:pt x="1716103" y="2550548"/>
                </a:lnTo>
                <a:lnTo>
                  <a:pt x="1708231" y="2546612"/>
                </a:lnTo>
                <a:lnTo>
                  <a:pt x="1698391" y="2532836"/>
                </a:lnTo>
                <a:lnTo>
                  <a:pt x="1692486" y="2517092"/>
                </a:lnTo>
                <a:lnTo>
                  <a:pt x="1662966" y="2487572"/>
                </a:lnTo>
                <a:lnTo>
                  <a:pt x="1659030" y="2463955"/>
                </a:lnTo>
                <a:lnTo>
                  <a:pt x="1655094" y="2452147"/>
                </a:lnTo>
                <a:lnTo>
                  <a:pt x="1670839" y="2448211"/>
                </a:lnTo>
                <a:lnTo>
                  <a:pt x="1720039" y="2444275"/>
                </a:lnTo>
                <a:lnTo>
                  <a:pt x="1761367" y="2463955"/>
                </a:lnTo>
                <a:lnTo>
                  <a:pt x="1802696" y="2489540"/>
                </a:lnTo>
                <a:lnTo>
                  <a:pt x="1818440" y="2493476"/>
                </a:lnTo>
                <a:lnTo>
                  <a:pt x="1879449" y="2493476"/>
                </a:lnTo>
                <a:lnTo>
                  <a:pt x="1907001" y="2485604"/>
                </a:lnTo>
                <a:lnTo>
                  <a:pt x="1914874" y="2471827"/>
                </a:lnTo>
                <a:lnTo>
                  <a:pt x="1940458" y="2471827"/>
                </a:lnTo>
                <a:lnTo>
                  <a:pt x="1966042" y="2475763"/>
                </a:lnTo>
                <a:lnTo>
                  <a:pt x="1993595" y="2501348"/>
                </a:lnTo>
                <a:lnTo>
                  <a:pt x="2005402" y="2501348"/>
                </a:lnTo>
                <a:lnTo>
                  <a:pt x="2013274" y="2513155"/>
                </a:lnTo>
                <a:lnTo>
                  <a:pt x="2013274" y="2513154"/>
                </a:lnTo>
                <a:lnTo>
                  <a:pt x="2005402" y="2501346"/>
                </a:lnTo>
                <a:lnTo>
                  <a:pt x="1993593" y="2501346"/>
                </a:lnTo>
                <a:lnTo>
                  <a:pt x="1966041" y="2473794"/>
                </a:lnTo>
                <a:lnTo>
                  <a:pt x="1940457" y="2469858"/>
                </a:lnTo>
                <a:lnTo>
                  <a:pt x="1912905" y="2469858"/>
                </a:lnTo>
                <a:lnTo>
                  <a:pt x="1907001" y="2485602"/>
                </a:lnTo>
                <a:lnTo>
                  <a:pt x="1879448" y="2493474"/>
                </a:lnTo>
                <a:lnTo>
                  <a:pt x="1818439" y="2493474"/>
                </a:lnTo>
                <a:lnTo>
                  <a:pt x="1802695" y="2489538"/>
                </a:lnTo>
                <a:lnTo>
                  <a:pt x="1761367" y="2463954"/>
                </a:lnTo>
                <a:lnTo>
                  <a:pt x="1720038" y="2444273"/>
                </a:lnTo>
                <a:lnTo>
                  <a:pt x="1670837" y="2448209"/>
                </a:lnTo>
                <a:lnTo>
                  <a:pt x="1655093" y="2452145"/>
                </a:lnTo>
                <a:lnTo>
                  <a:pt x="1647221" y="2440337"/>
                </a:lnTo>
                <a:lnTo>
                  <a:pt x="1637381" y="2416721"/>
                </a:lnTo>
                <a:lnTo>
                  <a:pt x="1617701" y="2406881"/>
                </a:lnTo>
                <a:lnTo>
                  <a:pt x="1605893" y="2406881"/>
                </a:lnTo>
                <a:lnTo>
                  <a:pt x="1598021" y="2406881"/>
                </a:lnTo>
                <a:lnTo>
                  <a:pt x="1588180" y="2391137"/>
                </a:lnTo>
                <a:lnTo>
                  <a:pt x="1572436" y="2383265"/>
                </a:lnTo>
                <a:lnTo>
                  <a:pt x="1556692" y="2383265"/>
                </a:lnTo>
                <a:lnTo>
                  <a:pt x="1548820" y="2357681"/>
                </a:lnTo>
                <a:lnTo>
                  <a:pt x="1531108" y="2334065"/>
                </a:lnTo>
                <a:lnTo>
                  <a:pt x="1523235" y="2322257"/>
                </a:lnTo>
                <a:lnTo>
                  <a:pt x="1519299" y="2308480"/>
                </a:lnTo>
                <a:lnTo>
                  <a:pt x="1511428" y="2296672"/>
                </a:lnTo>
                <a:lnTo>
                  <a:pt x="1507491" y="2280928"/>
                </a:lnTo>
                <a:lnTo>
                  <a:pt x="1511428" y="2267152"/>
                </a:lnTo>
                <a:lnTo>
                  <a:pt x="1507491" y="2263216"/>
                </a:lnTo>
                <a:lnTo>
                  <a:pt x="1487811" y="2259280"/>
                </a:lnTo>
                <a:lnTo>
                  <a:pt x="1481907" y="2231728"/>
                </a:lnTo>
                <a:lnTo>
                  <a:pt x="1462227" y="2217952"/>
                </a:lnTo>
                <a:lnTo>
                  <a:pt x="1458291" y="2194336"/>
                </a:lnTo>
                <a:lnTo>
                  <a:pt x="1450419" y="2178592"/>
                </a:lnTo>
                <a:lnTo>
                  <a:pt x="1454355" y="2160879"/>
                </a:lnTo>
                <a:lnTo>
                  <a:pt x="1454355" y="2133327"/>
                </a:lnTo>
                <a:lnTo>
                  <a:pt x="1446483" y="2095935"/>
                </a:lnTo>
                <a:lnTo>
                  <a:pt x="1444515" y="2070351"/>
                </a:lnTo>
                <a:lnTo>
                  <a:pt x="1454355" y="2030990"/>
                </a:lnTo>
                <a:lnTo>
                  <a:pt x="1454355" y="1981790"/>
                </a:lnTo>
                <a:lnTo>
                  <a:pt x="1458291" y="1946366"/>
                </a:lnTo>
                <a:lnTo>
                  <a:pt x="1454355" y="1912910"/>
                </a:lnTo>
                <a:lnTo>
                  <a:pt x="1434674" y="1879453"/>
                </a:lnTo>
                <a:lnTo>
                  <a:pt x="1438610" y="1867645"/>
                </a:lnTo>
                <a:lnTo>
                  <a:pt x="1454355" y="1867645"/>
                </a:lnTo>
                <a:lnTo>
                  <a:pt x="1474035" y="1875517"/>
                </a:lnTo>
                <a:lnTo>
                  <a:pt x="1503555" y="1871581"/>
                </a:lnTo>
                <a:lnTo>
                  <a:pt x="1495683" y="1905038"/>
                </a:lnTo>
                <a:lnTo>
                  <a:pt x="1507491" y="1905038"/>
                </a:lnTo>
                <a:lnTo>
                  <a:pt x="1511428" y="1887325"/>
                </a:lnTo>
                <a:lnTo>
                  <a:pt x="1503555" y="1867645"/>
                </a:lnTo>
                <a:lnTo>
                  <a:pt x="1503555" y="1842061"/>
                </a:lnTo>
                <a:lnTo>
                  <a:pt x="2288612" y="1840094"/>
                </a:lnTo>
                <a:lnTo>
                  <a:pt x="1505523" y="1840094"/>
                </a:lnTo>
                <a:lnTo>
                  <a:pt x="1489779" y="1832222"/>
                </a:lnTo>
                <a:lnTo>
                  <a:pt x="1474035" y="1810573"/>
                </a:lnTo>
                <a:lnTo>
                  <a:pt x="1462227" y="1810573"/>
                </a:lnTo>
                <a:lnTo>
                  <a:pt x="1454354" y="1794829"/>
                </a:lnTo>
                <a:lnTo>
                  <a:pt x="1440578" y="1790893"/>
                </a:lnTo>
                <a:lnTo>
                  <a:pt x="1428770" y="1773181"/>
                </a:lnTo>
                <a:lnTo>
                  <a:pt x="1416962" y="1765309"/>
                </a:lnTo>
                <a:lnTo>
                  <a:pt x="1399250" y="1765309"/>
                </a:lnTo>
                <a:lnTo>
                  <a:pt x="1387441" y="1749565"/>
                </a:lnTo>
                <a:lnTo>
                  <a:pt x="1361857" y="1745629"/>
                </a:lnTo>
                <a:lnTo>
                  <a:pt x="1352017" y="1737757"/>
                </a:lnTo>
                <a:lnTo>
                  <a:pt x="1344145" y="1716108"/>
                </a:lnTo>
                <a:lnTo>
                  <a:pt x="1348081" y="1692492"/>
                </a:lnTo>
                <a:lnTo>
                  <a:pt x="1340209" y="1682652"/>
                </a:lnTo>
                <a:lnTo>
                  <a:pt x="1336273" y="1666908"/>
                </a:lnTo>
                <a:lnTo>
                  <a:pt x="1324465" y="1670844"/>
                </a:lnTo>
                <a:lnTo>
                  <a:pt x="1308721" y="1666908"/>
                </a:lnTo>
                <a:lnTo>
                  <a:pt x="1308721" y="1651164"/>
                </a:lnTo>
                <a:lnTo>
                  <a:pt x="1316593" y="1647228"/>
                </a:lnTo>
                <a:lnTo>
                  <a:pt x="1312657" y="1625580"/>
                </a:lnTo>
                <a:lnTo>
                  <a:pt x="1304785" y="1629516"/>
                </a:lnTo>
                <a:lnTo>
                  <a:pt x="1302817" y="1635420"/>
                </a:lnTo>
                <a:lnTo>
                  <a:pt x="1291009" y="1629516"/>
                </a:lnTo>
                <a:lnTo>
                  <a:pt x="1283137" y="1613771"/>
                </a:lnTo>
                <a:lnTo>
                  <a:pt x="1279201" y="1586219"/>
                </a:lnTo>
                <a:lnTo>
                  <a:pt x="1279201" y="1568507"/>
                </a:lnTo>
                <a:lnTo>
                  <a:pt x="1287073" y="1560635"/>
                </a:lnTo>
                <a:lnTo>
                  <a:pt x="1287073" y="1537019"/>
                </a:lnTo>
                <a:lnTo>
                  <a:pt x="1291009" y="1511435"/>
                </a:lnTo>
                <a:lnTo>
                  <a:pt x="1288944" y="1510196"/>
                </a:lnTo>
                <a:lnTo>
                  <a:pt x="1285112" y="1537019"/>
                </a:lnTo>
                <a:lnTo>
                  <a:pt x="1285112" y="1560636"/>
                </a:lnTo>
                <a:lnTo>
                  <a:pt x="1279208" y="1566540"/>
                </a:lnTo>
                <a:lnTo>
                  <a:pt x="1267400" y="1566540"/>
                </a:lnTo>
                <a:lnTo>
                  <a:pt x="1263464" y="1566540"/>
                </a:lnTo>
                <a:lnTo>
                  <a:pt x="1259528" y="1544891"/>
                </a:lnTo>
                <a:lnTo>
                  <a:pt x="1239848" y="1540955"/>
                </a:lnTo>
                <a:lnTo>
                  <a:pt x="1235912" y="1529147"/>
                </a:lnTo>
                <a:lnTo>
                  <a:pt x="1230008" y="1529147"/>
                </a:lnTo>
                <a:lnTo>
                  <a:pt x="1230008" y="1513403"/>
                </a:lnTo>
                <a:lnTo>
                  <a:pt x="1218200" y="1499627"/>
                </a:lnTo>
                <a:lnTo>
                  <a:pt x="1214264" y="1472075"/>
                </a:lnTo>
                <a:lnTo>
                  <a:pt x="1206392" y="1468139"/>
                </a:lnTo>
                <a:lnTo>
                  <a:pt x="1190648" y="1454363"/>
                </a:lnTo>
                <a:lnTo>
                  <a:pt x="1186712" y="1426810"/>
                </a:lnTo>
                <a:lnTo>
                  <a:pt x="1172936" y="1389418"/>
                </a:lnTo>
                <a:lnTo>
                  <a:pt x="1157192" y="1381546"/>
                </a:lnTo>
                <a:lnTo>
                  <a:pt x="1145384" y="1377610"/>
                </a:lnTo>
                <a:lnTo>
                  <a:pt x="1137512" y="1355962"/>
                </a:lnTo>
                <a:lnTo>
                  <a:pt x="1133575" y="1381546"/>
                </a:lnTo>
                <a:lnTo>
                  <a:pt x="1127672" y="1381546"/>
                </a:lnTo>
                <a:lnTo>
                  <a:pt x="1115863" y="1367770"/>
                </a:lnTo>
                <a:lnTo>
                  <a:pt x="1104055" y="1367770"/>
                </a:lnTo>
                <a:lnTo>
                  <a:pt x="1104055" y="1373674"/>
                </a:lnTo>
                <a:lnTo>
                  <a:pt x="1111928" y="1385482"/>
                </a:lnTo>
                <a:lnTo>
                  <a:pt x="1076503" y="1385482"/>
                </a:lnTo>
                <a:lnTo>
                  <a:pt x="1058791" y="1367770"/>
                </a:lnTo>
                <a:lnTo>
                  <a:pt x="1050919" y="1344154"/>
                </a:lnTo>
                <a:lnTo>
                  <a:pt x="1017463" y="1332346"/>
                </a:lnTo>
                <a:lnTo>
                  <a:pt x="1013527" y="1306761"/>
                </a:lnTo>
                <a:lnTo>
                  <a:pt x="997783" y="1314633"/>
                </a:lnTo>
                <a:lnTo>
                  <a:pt x="968263" y="1312665"/>
                </a:lnTo>
                <a:lnTo>
                  <a:pt x="964327" y="1304793"/>
                </a:lnTo>
                <a:lnTo>
                  <a:pt x="932839" y="1304793"/>
                </a:lnTo>
                <a:lnTo>
                  <a:pt x="924966" y="1300857"/>
                </a:lnTo>
                <a:lnTo>
                  <a:pt x="907254" y="1296921"/>
                </a:lnTo>
                <a:lnTo>
                  <a:pt x="871830" y="1296921"/>
                </a:lnTo>
                <a:lnTo>
                  <a:pt x="867894" y="1277241"/>
                </a:lnTo>
                <a:lnTo>
                  <a:pt x="861990" y="1271337"/>
                </a:lnTo>
                <a:lnTo>
                  <a:pt x="846246" y="1275273"/>
                </a:lnTo>
                <a:lnTo>
                  <a:pt x="816725" y="1255593"/>
                </a:lnTo>
                <a:lnTo>
                  <a:pt x="812790" y="1243785"/>
                </a:lnTo>
                <a:lnTo>
                  <a:pt x="793110" y="1247721"/>
                </a:lnTo>
                <a:lnTo>
                  <a:pt x="781301" y="1247721"/>
                </a:lnTo>
                <a:lnTo>
                  <a:pt x="785237" y="1235913"/>
                </a:lnTo>
                <a:lnTo>
                  <a:pt x="777365" y="1231977"/>
                </a:lnTo>
                <a:lnTo>
                  <a:pt x="759654" y="1255593"/>
                </a:lnTo>
                <a:lnTo>
                  <a:pt x="765557" y="1259529"/>
                </a:lnTo>
                <a:lnTo>
                  <a:pt x="761621" y="1267401"/>
                </a:lnTo>
                <a:lnTo>
                  <a:pt x="765557" y="1277241"/>
                </a:lnTo>
                <a:lnTo>
                  <a:pt x="759654" y="1304793"/>
                </a:lnTo>
                <a:lnTo>
                  <a:pt x="728164" y="1304793"/>
                </a:lnTo>
                <a:lnTo>
                  <a:pt x="712420" y="1320537"/>
                </a:lnTo>
                <a:lnTo>
                  <a:pt x="682901" y="1340218"/>
                </a:lnTo>
                <a:lnTo>
                  <a:pt x="661253" y="1340218"/>
                </a:lnTo>
                <a:lnTo>
                  <a:pt x="663220" y="1332346"/>
                </a:lnTo>
                <a:lnTo>
                  <a:pt x="671092" y="1324474"/>
                </a:lnTo>
                <a:lnTo>
                  <a:pt x="678965" y="1320537"/>
                </a:lnTo>
                <a:lnTo>
                  <a:pt x="671092" y="1318569"/>
                </a:lnTo>
                <a:lnTo>
                  <a:pt x="667156" y="1318569"/>
                </a:lnTo>
                <a:lnTo>
                  <a:pt x="663220" y="1312665"/>
                </a:lnTo>
                <a:lnTo>
                  <a:pt x="678965" y="1275273"/>
                </a:lnTo>
                <a:lnTo>
                  <a:pt x="678965" y="1259529"/>
                </a:lnTo>
                <a:lnTo>
                  <a:pt x="706516" y="1239849"/>
                </a:lnTo>
                <a:lnTo>
                  <a:pt x="724229" y="1243785"/>
                </a:lnTo>
                <a:lnTo>
                  <a:pt x="732101" y="1214265"/>
                </a:lnTo>
                <a:lnTo>
                  <a:pt x="720293" y="1214265"/>
                </a:lnTo>
                <a:lnTo>
                  <a:pt x="710453" y="1226073"/>
                </a:lnTo>
                <a:lnTo>
                  <a:pt x="690772" y="1222137"/>
                </a:lnTo>
                <a:lnTo>
                  <a:pt x="637636" y="1289049"/>
                </a:lnTo>
                <a:lnTo>
                  <a:pt x="641572" y="1306761"/>
                </a:lnTo>
                <a:lnTo>
                  <a:pt x="625828" y="1320537"/>
                </a:lnTo>
                <a:lnTo>
                  <a:pt x="610084" y="1320537"/>
                </a:lnTo>
                <a:lnTo>
                  <a:pt x="596307" y="1340218"/>
                </a:lnTo>
                <a:lnTo>
                  <a:pt x="596307" y="1352026"/>
                </a:lnTo>
                <a:lnTo>
                  <a:pt x="610084" y="1352026"/>
                </a:lnTo>
                <a:lnTo>
                  <a:pt x="614020" y="1373674"/>
                </a:lnTo>
                <a:lnTo>
                  <a:pt x="600244" y="1377610"/>
                </a:lnTo>
                <a:lnTo>
                  <a:pt x="596307" y="1401226"/>
                </a:lnTo>
                <a:lnTo>
                  <a:pt x="572691" y="1413034"/>
                </a:lnTo>
                <a:lnTo>
                  <a:pt x="554979" y="1426810"/>
                </a:lnTo>
                <a:lnTo>
                  <a:pt x="527427" y="1446491"/>
                </a:lnTo>
                <a:lnTo>
                  <a:pt x="527427" y="1462235"/>
                </a:lnTo>
                <a:lnTo>
                  <a:pt x="515619" y="1468139"/>
                </a:lnTo>
                <a:lnTo>
                  <a:pt x="470354" y="1503563"/>
                </a:lnTo>
                <a:lnTo>
                  <a:pt x="470354" y="1509467"/>
                </a:lnTo>
                <a:lnTo>
                  <a:pt x="452642" y="1517339"/>
                </a:lnTo>
                <a:lnTo>
                  <a:pt x="436898" y="1529147"/>
                </a:lnTo>
                <a:lnTo>
                  <a:pt x="405410" y="1544891"/>
                </a:lnTo>
                <a:lnTo>
                  <a:pt x="395570" y="1544891"/>
                </a:lnTo>
                <a:lnTo>
                  <a:pt x="387698" y="1537019"/>
                </a:lnTo>
                <a:lnTo>
                  <a:pt x="379825" y="1537019"/>
                </a:lnTo>
                <a:lnTo>
                  <a:pt x="371954" y="1556699"/>
                </a:lnTo>
                <a:lnTo>
                  <a:pt x="346369" y="1566540"/>
                </a:lnTo>
                <a:lnTo>
                  <a:pt x="338497" y="1566540"/>
                </a:lnTo>
                <a:lnTo>
                  <a:pt x="334562" y="1578348"/>
                </a:lnTo>
                <a:lnTo>
                  <a:pt x="318817" y="1590156"/>
                </a:lnTo>
                <a:lnTo>
                  <a:pt x="295201" y="1598028"/>
                </a:lnTo>
                <a:lnTo>
                  <a:pt x="295201" y="1590156"/>
                </a:lnTo>
                <a:lnTo>
                  <a:pt x="299137" y="1574412"/>
                </a:lnTo>
                <a:lnTo>
                  <a:pt x="318817" y="1566540"/>
                </a:lnTo>
                <a:lnTo>
                  <a:pt x="330625" y="1566540"/>
                </a:lnTo>
                <a:lnTo>
                  <a:pt x="346369" y="1556699"/>
                </a:lnTo>
                <a:lnTo>
                  <a:pt x="356209" y="1537019"/>
                </a:lnTo>
                <a:lnTo>
                  <a:pt x="379825" y="1521275"/>
                </a:lnTo>
                <a:lnTo>
                  <a:pt x="399506" y="1513403"/>
                </a:lnTo>
                <a:lnTo>
                  <a:pt x="409346" y="1521275"/>
                </a:lnTo>
                <a:lnTo>
                  <a:pt x="417218" y="1517339"/>
                </a:lnTo>
                <a:lnTo>
                  <a:pt x="421155" y="1503563"/>
                </a:lnTo>
                <a:lnTo>
                  <a:pt x="432962" y="1487819"/>
                </a:lnTo>
                <a:lnTo>
                  <a:pt x="458546" y="1468139"/>
                </a:lnTo>
                <a:lnTo>
                  <a:pt x="478226" y="1446491"/>
                </a:lnTo>
                <a:lnTo>
                  <a:pt x="501842" y="1438618"/>
                </a:lnTo>
                <a:lnTo>
                  <a:pt x="501842" y="1413034"/>
                </a:lnTo>
                <a:lnTo>
                  <a:pt x="515619" y="1369738"/>
                </a:lnTo>
                <a:lnTo>
                  <a:pt x="515619" y="1359898"/>
                </a:lnTo>
                <a:lnTo>
                  <a:pt x="501842" y="1369738"/>
                </a:lnTo>
                <a:lnTo>
                  <a:pt x="490034" y="1373674"/>
                </a:lnTo>
                <a:lnTo>
                  <a:pt x="478226" y="1369738"/>
                </a:lnTo>
                <a:lnTo>
                  <a:pt x="466418" y="1363834"/>
                </a:lnTo>
                <a:lnTo>
                  <a:pt x="458546" y="1385482"/>
                </a:lnTo>
                <a:lnTo>
                  <a:pt x="452642" y="1385482"/>
                </a:lnTo>
                <a:lnTo>
                  <a:pt x="440834" y="1367770"/>
                </a:lnTo>
                <a:lnTo>
                  <a:pt x="429026" y="1367770"/>
                </a:lnTo>
                <a:lnTo>
                  <a:pt x="417218" y="1355962"/>
                </a:lnTo>
                <a:lnTo>
                  <a:pt x="387698" y="1373674"/>
                </a:lnTo>
                <a:lnTo>
                  <a:pt x="371954" y="1377610"/>
                </a:lnTo>
                <a:lnTo>
                  <a:pt x="375890" y="1355962"/>
                </a:lnTo>
                <a:lnTo>
                  <a:pt x="371954" y="1328410"/>
                </a:lnTo>
                <a:lnTo>
                  <a:pt x="368017" y="1312665"/>
                </a:lnTo>
                <a:lnTo>
                  <a:pt x="368017" y="1292985"/>
                </a:lnTo>
                <a:lnTo>
                  <a:pt x="356209" y="1292985"/>
                </a:lnTo>
                <a:lnTo>
                  <a:pt x="356209" y="1306761"/>
                </a:lnTo>
                <a:lnTo>
                  <a:pt x="334562" y="1312665"/>
                </a:lnTo>
                <a:lnTo>
                  <a:pt x="314881" y="1314633"/>
                </a:lnTo>
                <a:lnTo>
                  <a:pt x="269616" y="1275273"/>
                </a:lnTo>
                <a:lnTo>
                  <a:pt x="281424" y="1275273"/>
                </a:lnTo>
                <a:lnTo>
                  <a:pt x="289297" y="1251657"/>
                </a:lnTo>
                <a:lnTo>
                  <a:pt x="281424" y="1243785"/>
                </a:lnTo>
                <a:lnTo>
                  <a:pt x="273552" y="1243785"/>
                </a:lnTo>
                <a:lnTo>
                  <a:pt x="261744" y="1226073"/>
                </a:lnTo>
                <a:lnTo>
                  <a:pt x="257808" y="1210329"/>
                </a:lnTo>
                <a:lnTo>
                  <a:pt x="265680" y="1202456"/>
                </a:lnTo>
                <a:lnTo>
                  <a:pt x="277488" y="1169000"/>
                </a:lnTo>
                <a:lnTo>
                  <a:pt x="289297" y="1161128"/>
                </a:lnTo>
                <a:lnTo>
                  <a:pt x="293233" y="1137512"/>
                </a:lnTo>
                <a:lnTo>
                  <a:pt x="310945" y="1115864"/>
                </a:lnTo>
                <a:lnTo>
                  <a:pt x="326689" y="1127672"/>
                </a:lnTo>
                <a:lnTo>
                  <a:pt x="348337" y="1115864"/>
                </a:lnTo>
                <a:lnTo>
                  <a:pt x="368017" y="1104056"/>
                </a:lnTo>
                <a:lnTo>
                  <a:pt x="387698" y="1111928"/>
                </a:lnTo>
                <a:lnTo>
                  <a:pt x="409346" y="1078471"/>
                </a:lnTo>
                <a:lnTo>
                  <a:pt x="409346" y="1058791"/>
                </a:lnTo>
                <a:lnTo>
                  <a:pt x="391633" y="1035175"/>
                </a:lnTo>
                <a:lnTo>
                  <a:pt x="395570" y="1033207"/>
                </a:lnTo>
                <a:lnTo>
                  <a:pt x="409346" y="1033207"/>
                </a:lnTo>
                <a:lnTo>
                  <a:pt x="409346" y="1013527"/>
                </a:lnTo>
                <a:lnTo>
                  <a:pt x="387698" y="1005655"/>
                </a:lnTo>
                <a:lnTo>
                  <a:pt x="375890" y="1017463"/>
                </a:lnTo>
                <a:lnTo>
                  <a:pt x="360145" y="1021399"/>
                </a:lnTo>
                <a:lnTo>
                  <a:pt x="348337" y="1035175"/>
                </a:lnTo>
                <a:lnTo>
                  <a:pt x="322753" y="1033207"/>
                </a:lnTo>
                <a:lnTo>
                  <a:pt x="307009" y="1025335"/>
                </a:lnTo>
                <a:lnTo>
                  <a:pt x="285361" y="1033207"/>
                </a:lnTo>
                <a:lnTo>
                  <a:pt x="257808" y="1033207"/>
                </a:lnTo>
                <a:lnTo>
                  <a:pt x="232224" y="993847"/>
                </a:lnTo>
                <a:lnTo>
                  <a:pt x="249936" y="993847"/>
                </a:lnTo>
                <a:lnTo>
                  <a:pt x="257808" y="989911"/>
                </a:lnTo>
                <a:lnTo>
                  <a:pt x="249936" y="980071"/>
                </a:lnTo>
                <a:lnTo>
                  <a:pt x="232224" y="980071"/>
                </a:lnTo>
                <a:lnTo>
                  <a:pt x="220416" y="980071"/>
                </a:lnTo>
                <a:lnTo>
                  <a:pt x="204672" y="964326"/>
                </a:lnTo>
                <a:lnTo>
                  <a:pt x="224352" y="944646"/>
                </a:lnTo>
                <a:lnTo>
                  <a:pt x="236160" y="942678"/>
                </a:lnTo>
                <a:lnTo>
                  <a:pt x="240096" y="926934"/>
                </a:lnTo>
                <a:lnTo>
                  <a:pt x="261744" y="922998"/>
                </a:lnTo>
                <a:lnTo>
                  <a:pt x="269616" y="911190"/>
                </a:lnTo>
                <a:lnTo>
                  <a:pt x="293233" y="907254"/>
                </a:lnTo>
                <a:lnTo>
                  <a:pt x="318817" y="903318"/>
                </a:lnTo>
                <a:lnTo>
                  <a:pt x="314881" y="919062"/>
                </a:lnTo>
                <a:lnTo>
                  <a:pt x="314881" y="930870"/>
                </a:lnTo>
                <a:lnTo>
                  <a:pt x="342433" y="926934"/>
                </a:lnTo>
                <a:lnTo>
                  <a:pt x="375890" y="938742"/>
                </a:lnTo>
                <a:lnTo>
                  <a:pt x="387698" y="926934"/>
                </a:lnTo>
                <a:lnTo>
                  <a:pt x="399506" y="926934"/>
                </a:lnTo>
                <a:lnTo>
                  <a:pt x="405410" y="907254"/>
                </a:lnTo>
                <a:lnTo>
                  <a:pt x="432962" y="903318"/>
                </a:lnTo>
                <a:lnTo>
                  <a:pt x="440834" y="899382"/>
                </a:lnTo>
                <a:lnTo>
                  <a:pt x="432962" y="889542"/>
                </a:lnTo>
                <a:lnTo>
                  <a:pt x="409346" y="889542"/>
                </a:lnTo>
                <a:lnTo>
                  <a:pt x="395570" y="899382"/>
                </a:lnTo>
                <a:lnTo>
                  <a:pt x="375890" y="885606"/>
                </a:lnTo>
                <a:lnTo>
                  <a:pt x="383761" y="877734"/>
                </a:lnTo>
                <a:lnTo>
                  <a:pt x="387698" y="869862"/>
                </a:lnTo>
                <a:lnTo>
                  <a:pt x="375890" y="865926"/>
                </a:lnTo>
                <a:lnTo>
                  <a:pt x="368017" y="869862"/>
                </a:lnTo>
                <a:lnTo>
                  <a:pt x="342433" y="869862"/>
                </a:lnTo>
                <a:lnTo>
                  <a:pt x="330625" y="865926"/>
                </a:lnTo>
                <a:lnTo>
                  <a:pt x="318817" y="865926"/>
                </a:lnTo>
                <a:lnTo>
                  <a:pt x="314881" y="846245"/>
                </a:lnTo>
                <a:lnTo>
                  <a:pt x="289297" y="832469"/>
                </a:lnTo>
                <a:lnTo>
                  <a:pt x="265680" y="820661"/>
                </a:lnTo>
                <a:lnTo>
                  <a:pt x="249936" y="812789"/>
                </a:lnTo>
                <a:lnTo>
                  <a:pt x="236160" y="804917"/>
                </a:lnTo>
                <a:lnTo>
                  <a:pt x="246000" y="804917"/>
                </a:lnTo>
                <a:lnTo>
                  <a:pt x="249936" y="787205"/>
                </a:lnTo>
                <a:lnTo>
                  <a:pt x="307009" y="787205"/>
                </a:lnTo>
                <a:lnTo>
                  <a:pt x="334562" y="771461"/>
                </a:lnTo>
                <a:lnTo>
                  <a:pt x="346369" y="741941"/>
                </a:lnTo>
                <a:lnTo>
                  <a:pt x="360145" y="722260"/>
                </a:lnTo>
                <a:lnTo>
                  <a:pt x="387698" y="714388"/>
                </a:lnTo>
                <a:lnTo>
                  <a:pt x="399506" y="714388"/>
                </a:lnTo>
                <a:lnTo>
                  <a:pt x="425090" y="700613"/>
                </a:lnTo>
                <a:lnTo>
                  <a:pt x="454610" y="684869"/>
                </a:lnTo>
                <a:lnTo>
                  <a:pt x="458546" y="688805"/>
                </a:lnTo>
                <a:lnTo>
                  <a:pt x="490034" y="688805"/>
                </a:lnTo>
                <a:lnTo>
                  <a:pt x="527427" y="663220"/>
                </a:lnTo>
                <a:lnTo>
                  <a:pt x="543171" y="671093"/>
                </a:lnTo>
                <a:lnTo>
                  <a:pt x="554979" y="671093"/>
                </a:lnTo>
                <a:lnTo>
                  <a:pt x="535299" y="682900"/>
                </a:lnTo>
                <a:lnTo>
                  <a:pt x="551043" y="688805"/>
                </a:lnTo>
                <a:lnTo>
                  <a:pt x="556947" y="688805"/>
                </a:lnTo>
                <a:lnTo>
                  <a:pt x="560883" y="682900"/>
                </a:lnTo>
                <a:lnTo>
                  <a:pt x="576627" y="676997"/>
                </a:lnTo>
                <a:lnTo>
                  <a:pt x="600244" y="692741"/>
                </a:lnTo>
                <a:lnTo>
                  <a:pt x="617956" y="684869"/>
                </a:lnTo>
                <a:lnTo>
                  <a:pt x="645508" y="684869"/>
                </a:lnTo>
                <a:lnTo>
                  <a:pt x="637636" y="692741"/>
                </a:lnTo>
                <a:lnTo>
                  <a:pt x="667156" y="700613"/>
                </a:lnTo>
                <a:lnTo>
                  <a:pt x="653380" y="706516"/>
                </a:lnTo>
                <a:lnTo>
                  <a:pt x="667156" y="710452"/>
                </a:lnTo>
                <a:lnTo>
                  <a:pt x="686836" y="706516"/>
                </a:lnTo>
                <a:lnTo>
                  <a:pt x="716357" y="702580"/>
                </a:lnTo>
                <a:lnTo>
                  <a:pt x="743909" y="702580"/>
                </a:lnTo>
                <a:lnTo>
                  <a:pt x="765557" y="714388"/>
                </a:lnTo>
                <a:lnTo>
                  <a:pt x="800982" y="722260"/>
                </a:lnTo>
                <a:lnTo>
                  <a:pt x="808853" y="718324"/>
                </a:lnTo>
                <a:lnTo>
                  <a:pt x="826566" y="718324"/>
                </a:lnTo>
                <a:lnTo>
                  <a:pt x="861990" y="730132"/>
                </a:lnTo>
                <a:lnTo>
                  <a:pt x="895446" y="726196"/>
                </a:lnTo>
                <a:lnTo>
                  <a:pt x="921030" y="726196"/>
                </a:lnTo>
                <a:lnTo>
                  <a:pt x="928902" y="730132"/>
                </a:lnTo>
                <a:lnTo>
                  <a:pt x="940710" y="734068"/>
                </a:lnTo>
                <a:lnTo>
                  <a:pt x="974167" y="749813"/>
                </a:lnTo>
                <a:lnTo>
                  <a:pt x="974167" y="1275273"/>
                </a:lnTo>
                <a:lnTo>
                  <a:pt x="1005547" y="1292925"/>
                </a:lnTo>
                <a:lnTo>
                  <a:pt x="976127" y="1275272"/>
                </a:lnTo>
                <a:lnTo>
                  <a:pt x="976127" y="747844"/>
                </a:lnTo>
                <a:lnTo>
                  <a:pt x="983999" y="747844"/>
                </a:lnTo>
                <a:lnTo>
                  <a:pt x="989903" y="747844"/>
                </a:lnTo>
                <a:lnTo>
                  <a:pt x="1021391" y="747844"/>
                </a:lnTo>
                <a:lnTo>
                  <a:pt x="1043039" y="763588"/>
                </a:lnTo>
                <a:lnTo>
                  <a:pt x="1070591" y="773428"/>
                </a:lnTo>
                <a:lnTo>
                  <a:pt x="1090272" y="773428"/>
                </a:lnTo>
                <a:lnTo>
                  <a:pt x="1107984" y="785236"/>
                </a:lnTo>
                <a:lnTo>
                  <a:pt x="1135536" y="789172"/>
                </a:lnTo>
                <a:lnTo>
                  <a:pt x="1143408" y="785236"/>
                </a:lnTo>
                <a:lnTo>
                  <a:pt x="1143408" y="781300"/>
                </a:lnTo>
                <a:lnTo>
                  <a:pt x="1123728" y="773428"/>
                </a:lnTo>
                <a:lnTo>
                  <a:pt x="1119792" y="767524"/>
                </a:lnTo>
                <a:lnTo>
                  <a:pt x="1135536" y="759652"/>
                </a:lnTo>
                <a:lnTo>
                  <a:pt x="1143408" y="759652"/>
                </a:lnTo>
                <a:lnTo>
                  <a:pt x="1157184" y="743908"/>
                </a:lnTo>
                <a:lnTo>
                  <a:pt x="1180800" y="747844"/>
                </a:lnTo>
                <a:lnTo>
                  <a:pt x="1176864" y="751780"/>
                </a:lnTo>
                <a:lnTo>
                  <a:pt x="1194576" y="751780"/>
                </a:lnTo>
                <a:lnTo>
                  <a:pt x="1198512" y="747844"/>
                </a:lnTo>
                <a:lnTo>
                  <a:pt x="1218192" y="736036"/>
                </a:lnTo>
                <a:lnTo>
                  <a:pt x="1233937" y="736036"/>
                </a:lnTo>
                <a:lnTo>
                  <a:pt x="1249681" y="728164"/>
                </a:lnTo>
                <a:lnTo>
                  <a:pt x="1259521" y="728164"/>
                </a:lnTo>
                <a:lnTo>
                  <a:pt x="1275265" y="718324"/>
                </a:lnTo>
                <a:lnTo>
                  <a:pt x="1283137" y="722260"/>
                </a:lnTo>
                <a:lnTo>
                  <a:pt x="1298881" y="718324"/>
                </a:lnTo>
                <a:lnTo>
                  <a:pt x="1298881" y="724228"/>
                </a:lnTo>
                <a:lnTo>
                  <a:pt x="1259521" y="743908"/>
                </a:lnTo>
                <a:lnTo>
                  <a:pt x="1245745" y="743908"/>
                </a:lnTo>
                <a:lnTo>
                  <a:pt x="1218192" y="751780"/>
                </a:lnTo>
                <a:lnTo>
                  <a:pt x="1218192" y="759652"/>
                </a:lnTo>
                <a:lnTo>
                  <a:pt x="1198512" y="767524"/>
                </a:lnTo>
                <a:lnTo>
                  <a:pt x="1202448" y="771460"/>
                </a:lnTo>
                <a:lnTo>
                  <a:pt x="1192608" y="773428"/>
                </a:lnTo>
                <a:lnTo>
                  <a:pt x="1194576" y="781300"/>
                </a:lnTo>
                <a:lnTo>
                  <a:pt x="1210320" y="777364"/>
                </a:lnTo>
                <a:lnTo>
                  <a:pt x="1218192" y="771460"/>
                </a:lnTo>
                <a:lnTo>
                  <a:pt x="1251649" y="751780"/>
                </a:lnTo>
                <a:lnTo>
                  <a:pt x="1259521" y="755716"/>
                </a:lnTo>
                <a:lnTo>
                  <a:pt x="1275265" y="739972"/>
                </a:lnTo>
                <a:lnTo>
                  <a:pt x="1304785" y="732100"/>
                </a:lnTo>
                <a:lnTo>
                  <a:pt x="1320529" y="728164"/>
                </a:lnTo>
                <a:lnTo>
                  <a:pt x="1316593" y="736036"/>
                </a:lnTo>
                <a:lnTo>
                  <a:pt x="1336273" y="724228"/>
                </a:lnTo>
                <a:lnTo>
                  <a:pt x="1336273" y="716356"/>
                </a:lnTo>
                <a:lnTo>
                  <a:pt x="1348081" y="716356"/>
                </a:lnTo>
                <a:lnTo>
                  <a:pt x="1352017" y="710452"/>
                </a:lnTo>
                <a:lnTo>
                  <a:pt x="1340209" y="706516"/>
                </a:lnTo>
                <a:lnTo>
                  <a:pt x="1340209" y="694708"/>
                </a:lnTo>
                <a:lnTo>
                  <a:pt x="1375634" y="718324"/>
                </a:lnTo>
                <a:lnTo>
                  <a:pt x="1375634" y="736036"/>
                </a:lnTo>
                <a:lnTo>
                  <a:pt x="1399250" y="751780"/>
                </a:lnTo>
                <a:lnTo>
                  <a:pt x="1416962" y="755716"/>
                </a:lnTo>
                <a:lnTo>
                  <a:pt x="1416962" y="743908"/>
                </a:lnTo>
                <a:lnTo>
                  <a:pt x="1426802" y="743908"/>
                </a:lnTo>
                <a:lnTo>
                  <a:pt x="1420898" y="722260"/>
                </a:lnTo>
                <a:lnTo>
                  <a:pt x="1444514" y="718324"/>
                </a:lnTo>
                <a:lnTo>
                  <a:pt x="1450418" y="728164"/>
                </a:lnTo>
                <a:lnTo>
                  <a:pt x="1444514" y="728164"/>
                </a:lnTo>
                <a:lnTo>
                  <a:pt x="1438610" y="736036"/>
                </a:lnTo>
                <a:lnTo>
                  <a:pt x="1454354" y="743908"/>
                </a:lnTo>
                <a:lnTo>
                  <a:pt x="1444514" y="751780"/>
                </a:lnTo>
                <a:lnTo>
                  <a:pt x="1450418" y="755716"/>
                </a:lnTo>
                <a:lnTo>
                  <a:pt x="1466162" y="755716"/>
                </a:lnTo>
                <a:lnTo>
                  <a:pt x="1485843" y="743908"/>
                </a:lnTo>
                <a:lnTo>
                  <a:pt x="1485843" y="732100"/>
                </a:lnTo>
                <a:lnTo>
                  <a:pt x="1515363" y="728164"/>
                </a:lnTo>
                <a:lnTo>
                  <a:pt x="1564564" y="755716"/>
                </a:lnTo>
                <a:lnTo>
                  <a:pt x="1576372" y="755716"/>
                </a:lnTo>
                <a:lnTo>
                  <a:pt x="1603924" y="759652"/>
                </a:lnTo>
                <a:lnTo>
                  <a:pt x="1629509" y="773428"/>
                </a:lnTo>
                <a:lnTo>
                  <a:pt x="1645253" y="773428"/>
                </a:lnTo>
                <a:lnTo>
                  <a:pt x="1664933" y="777364"/>
                </a:lnTo>
                <a:lnTo>
                  <a:pt x="1678709" y="777364"/>
                </a:lnTo>
                <a:lnTo>
                  <a:pt x="1682645" y="773428"/>
                </a:lnTo>
                <a:lnTo>
                  <a:pt x="1702326" y="771460"/>
                </a:lnTo>
                <a:lnTo>
                  <a:pt x="1743654" y="800980"/>
                </a:lnTo>
                <a:lnTo>
                  <a:pt x="1720038" y="804916"/>
                </a:lnTo>
                <a:lnTo>
                  <a:pt x="1718070" y="808852"/>
                </a:lnTo>
                <a:lnTo>
                  <a:pt x="1706262" y="812789"/>
                </a:lnTo>
                <a:lnTo>
                  <a:pt x="1698389" y="820661"/>
                </a:lnTo>
                <a:lnTo>
                  <a:pt x="1702326" y="826565"/>
                </a:lnTo>
                <a:lnTo>
                  <a:pt x="1731846" y="826565"/>
                </a:lnTo>
                <a:lnTo>
                  <a:pt x="1743654" y="830501"/>
                </a:lnTo>
                <a:lnTo>
                  <a:pt x="1792855" y="834437"/>
                </a:lnTo>
                <a:lnTo>
                  <a:pt x="1816471" y="830501"/>
                </a:lnTo>
                <a:lnTo>
                  <a:pt x="1853864" y="820661"/>
                </a:lnTo>
                <a:lnTo>
                  <a:pt x="1861736" y="822629"/>
                </a:lnTo>
                <a:lnTo>
                  <a:pt x="1877480" y="830501"/>
                </a:lnTo>
                <a:lnTo>
                  <a:pt x="1887320" y="838373"/>
                </a:lnTo>
                <a:lnTo>
                  <a:pt x="1895192" y="838373"/>
                </a:lnTo>
                <a:lnTo>
                  <a:pt x="1910936" y="854117"/>
                </a:lnTo>
                <a:lnTo>
                  <a:pt x="1899128" y="861989"/>
                </a:lnTo>
                <a:lnTo>
                  <a:pt x="1910936" y="867893"/>
                </a:lnTo>
                <a:lnTo>
                  <a:pt x="1926680" y="879701"/>
                </a:lnTo>
                <a:lnTo>
                  <a:pt x="1926680" y="865925"/>
                </a:lnTo>
                <a:lnTo>
                  <a:pt x="1938489" y="858053"/>
                </a:lnTo>
                <a:lnTo>
                  <a:pt x="1926680" y="850181"/>
                </a:lnTo>
                <a:lnTo>
                  <a:pt x="1914872" y="830501"/>
                </a:lnTo>
                <a:lnTo>
                  <a:pt x="1918809" y="816725"/>
                </a:lnTo>
                <a:lnTo>
                  <a:pt x="1944393" y="816725"/>
                </a:lnTo>
                <a:lnTo>
                  <a:pt x="1968009" y="800980"/>
                </a:lnTo>
                <a:lnTo>
                  <a:pt x="1971945" y="797044"/>
                </a:lnTo>
                <a:lnTo>
                  <a:pt x="1979817" y="793108"/>
                </a:lnTo>
                <a:lnTo>
                  <a:pt x="1987689" y="793108"/>
                </a:lnTo>
                <a:lnTo>
                  <a:pt x="1987689" y="800980"/>
                </a:lnTo>
                <a:lnTo>
                  <a:pt x="2009337" y="812789"/>
                </a:lnTo>
                <a:lnTo>
                  <a:pt x="2021146" y="816725"/>
                </a:lnTo>
                <a:lnTo>
                  <a:pt x="2046730" y="816725"/>
                </a:lnTo>
                <a:lnTo>
                  <a:pt x="2058538" y="826565"/>
                </a:lnTo>
                <a:lnTo>
                  <a:pt x="2086090" y="830501"/>
                </a:lnTo>
                <a:lnTo>
                  <a:pt x="2095931" y="826565"/>
                </a:lnTo>
                <a:lnTo>
                  <a:pt x="2111675" y="830501"/>
                </a:lnTo>
                <a:lnTo>
                  <a:pt x="2143163" y="822629"/>
                </a:lnTo>
                <a:lnTo>
                  <a:pt x="2160875" y="826565"/>
                </a:lnTo>
                <a:lnTo>
                  <a:pt x="2172684" y="830501"/>
                </a:lnTo>
                <a:lnTo>
                  <a:pt x="2180556" y="800980"/>
                </a:lnTo>
                <a:lnTo>
                  <a:pt x="2200236" y="800980"/>
                </a:lnTo>
                <a:lnTo>
                  <a:pt x="2206140" y="797044"/>
                </a:lnTo>
                <a:lnTo>
                  <a:pt x="2221884" y="800980"/>
                </a:lnTo>
                <a:lnTo>
                  <a:pt x="2241564" y="808852"/>
                </a:lnTo>
                <a:lnTo>
                  <a:pt x="2255340" y="812789"/>
                </a:lnTo>
                <a:lnTo>
                  <a:pt x="2255340" y="822629"/>
                </a:lnTo>
                <a:lnTo>
                  <a:pt x="2249437" y="826565"/>
                </a:lnTo>
                <a:lnTo>
                  <a:pt x="2251405" y="842309"/>
                </a:lnTo>
                <a:lnTo>
                  <a:pt x="2275021" y="850181"/>
                </a:lnTo>
                <a:lnTo>
                  <a:pt x="2282893" y="838373"/>
                </a:lnTo>
                <a:lnTo>
                  <a:pt x="2263213" y="826565"/>
                </a:lnTo>
                <a:lnTo>
                  <a:pt x="2267149" y="820661"/>
                </a:lnTo>
                <a:lnTo>
                  <a:pt x="2282893" y="812789"/>
                </a:lnTo>
                <a:lnTo>
                  <a:pt x="2298637" y="812789"/>
                </a:lnTo>
                <a:lnTo>
                  <a:pt x="2308477" y="804916"/>
                </a:lnTo>
                <a:lnTo>
                  <a:pt x="2320285" y="793108"/>
                </a:lnTo>
                <a:lnTo>
                  <a:pt x="2324221" y="781300"/>
                </a:lnTo>
                <a:lnTo>
                  <a:pt x="2320285" y="773428"/>
                </a:lnTo>
                <a:lnTo>
                  <a:pt x="2312414" y="777364"/>
                </a:lnTo>
                <a:lnTo>
                  <a:pt x="2302573" y="781300"/>
                </a:lnTo>
                <a:lnTo>
                  <a:pt x="2294701" y="777364"/>
                </a:lnTo>
                <a:lnTo>
                  <a:pt x="2302573" y="759652"/>
                </a:lnTo>
                <a:lnTo>
                  <a:pt x="2324221" y="751780"/>
                </a:lnTo>
                <a:lnTo>
                  <a:pt x="2320285" y="743908"/>
                </a:lnTo>
                <a:lnTo>
                  <a:pt x="2308477" y="747844"/>
                </a:lnTo>
                <a:lnTo>
                  <a:pt x="2294701" y="743908"/>
                </a:lnTo>
                <a:lnTo>
                  <a:pt x="2290765" y="736036"/>
                </a:lnTo>
                <a:lnTo>
                  <a:pt x="2282893" y="736036"/>
                </a:lnTo>
                <a:lnTo>
                  <a:pt x="2267149" y="732100"/>
                </a:lnTo>
                <a:lnTo>
                  <a:pt x="2251405" y="724228"/>
                </a:lnTo>
                <a:lnTo>
                  <a:pt x="2237628" y="718324"/>
                </a:lnTo>
                <a:lnTo>
                  <a:pt x="2245501" y="694708"/>
                </a:lnTo>
                <a:lnTo>
                  <a:pt x="2255340" y="694708"/>
                </a:lnTo>
                <a:lnTo>
                  <a:pt x="2255340" y="692740"/>
                </a:lnTo>
                <a:lnTo>
                  <a:pt x="2249437" y="692740"/>
                </a:lnTo>
                <a:lnTo>
                  <a:pt x="2237628" y="682900"/>
                </a:lnTo>
                <a:lnTo>
                  <a:pt x="2249437" y="655348"/>
                </a:lnTo>
                <a:lnTo>
                  <a:pt x="2255340" y="655348"/>
                </a:lnTo>
                <a:lnTo>
                  <a:pt x="2263213" y="655348"/>
                </a:lnTo>
                <a:lnTo>
                  <a:pt x="2271085" y="647476"/>
                </a:lnTo>
                <a:lnTo>
                  <a:pt x="2263213" y="643540"/>
                </a:lnTo>
                <a:lnTo>
                  <a:pt x="2271085" y="635668"/>
                </a:lnTo>
                <a:lnTo>
                  <a:pt x="2282893" y="635668"/>
                </a:lnTo>
                <a:close/>
                <a:moveTo>
                  <a:pt x="9129614" y="594341"/>
                </a:moveTo>
                <a:lnTo>
                  <a:pt x="9135518" y="598280"/>
                </a:lnTo>
                <a:lnTo>
                  <a:pt x="9127646" y="610085"/>
                </a:lnTo>
                <a:lnTo>
                  <a:pt x="9117806" y="614022"/>
                </a:lnTo>
                <a:lnTo>
                  <a:pt x="9117806" y="608120"/>
                </a:lnTo>
                <a:lnTo>
                  <a:pt x="9125678" y="602213"/>
                </a:lnTo>
                <a:lnTo>
                  <a:pt x="9111902" y="602213"/>
                </a:lnTo>
                <a:lnTo>
                  <a:pt x="9113870" y="598280"/>
                </a:lnTo>
                <a:close/>
                <a:moveTo>
                  <a:pt x="7159628" y="582534"/>
                </a:moveTo>
                <a:lnTo>
                  <a:pt x="7169468" y="584501"/>
                </a:lnTo>
                <a:lnTo>
                  <a:pt x="7169468" y="588440"/>
                </a:lnTo>
                <a:lnTo>
                  <a:pt x="7153724" y="596312"/>
                </a:lnTo>
                <a:lnTo>
                  <a:pt x="7134044" y="596312"/>
                </a:lnTo>
                <a:lnTo>
                  <a:pt x="7134044" y="590405"/>
                </a:lnTo>
                <a:close/>
                <a:moveTo>
                  <a:pt x="2233699" y="554979"/>
                </a:moveTo>
                <a:lnTo>
                  <a:pt x="2241571" y="564819"/>
                </a:lnTo>
                <a:lnTo>
                  <a:pt x="2237635" y="570723"/>
                </a:lnTo>
                <a:lnTo>
                  <a:pt x="2225827" y="568756"/>
                </a:lnTo>
                <a:lnTo>
                  <a:pt x="2225827" y="560884"/>
                </a:lnTo>
                <a:close/>
                <a:moveTo>
                  <a:pt x="7208829" y="553013"/>
                </a:moveTo>
                <a:lnTo>
                  <a:pt x="7218669" y="554982"/>
                </a:lnTo>
                <a:lnTo>
                  <a:pt x="7220637" y="562854"/>
                </a:lnTo>
                <a:lnTo>
                  <a:pt x="7212765" y="570726"/>
                </a:lnTo>
                <a:lnTo>
                  <a:pt x="7197021" y="568760"/>
                </a:lnTo>
                <a:lnTo>
                  <a:pt x="7195053" y="562854"/>
                </a:lnTo>
                <a:close/>
                <a:moveTo>
                  <a:pt x="7075004" y="549081"/>
                </a:moveTo>
                <a:lnTo>
                  <a:pt x="7086812" y="549081"/>
                </a:lnTo>
                <a:lnTo>
                  <a:pt x="7084844" y="554982"/>
                </a:lnTo>
                <a:lnTo>
                  <a:pt x="7073036" y="554982"/>
                </a:lnTo>
                <a:lnTo>
                  <a:pt x="7069100" y="551046"/>
                </a:lnTo>
                <a:close/>
                <a:moveTo>
                  <a:pt x="1714141" y="547109"/>
                </a:moveTo>
                <a:lnTo>
                  <a:pt x="1733821" y="549076"/>
                </a:lnTo>
                <a:lnTo>
                  <a:pt x="1739726" y="560885"/>
                </a:lnTo>
                <a:lnTo>
                  <a:pt x="1725949" y="576629"/>
                </a:lnTo>
                <a:lnTo>
                  <a:pt x="1729885" y="588437"/>
                </a:lnTo>
                <a:lnTo>
                  <a:pt x="1739726" y="580565"/>
                </a:lnTo>
                <a:lnTo>
                  <a:pt x="1747597" y="584501"/>
                </a:lnTo>
                <a:lnTo>
                  <a:pt x="1759406" y="580565"/>
                </a:lnTo>
                <a:lnTo>
                  <a:pt x="1755470" y="568757"/>
                </a:lnTo>
                <a:lnTo>
                  <a:pt x="1767278" y="564821"/>
                </a:lnTo>
                <a:lnTo>
                  <a:pt x="1812542" y="576629"/>
                </a:lnTo>
                <a:lnTo>
                  <a:pt x="1816479" y="592373"/>
                </a:lnTo>
                <a:lnTo>
                  <a:pt x="1800734" y="598277"/>
                </a:lnTo>
                <a:lnTo>
                  <a:pt x="1800734" y="606149"/>
                </a:lnTo>
                <a:lnTo>
                  <a:pt x="1820415" y="606149"/>
                </a:lnTo>
                <a:lnTo>
                  <a:pt x="1824351" y="596308"/>
                </a:lnTo>
                <a:lnTo>
                  <a:pt x="1834191" y="588437"/>
                </a:lnTo>
                <a:lnTo>
                  <a:pt x="1849935" y="596308"/>
                </a:lnTo>
                <a:lnTo>
                  <a:pt x="1853871" y="588437"/>
                </a:lnTo>
                <a:lnTo>
                  <a:pt x="1845999" y="576629"/>
                </a:lnTo>
                <a:lnTo>
                  <a:pt x="1842063" y="564821"/>
                </a:lnTo>
                <a:lnTo>
                  <a:pt x="1861743" y="564821"/>
                </a:lnTo>
                <a:lnTo>
                  <a:pt x="1887328" y="588437"/>
                </a:lnTo>
                <a:lnTo>
                  <a:pt x="1891264" y="606149"/>
                </a:lnTo>
                <a:lnTo>
                  <a:pt x="1899136" y="633701"/>
                </a:lnTo>
                <a:lnTo>
                  <a:pt x="1910944" y="641573"/>
                </a:lnTo>
                <a:lnTo>
                  <a:pt x="1930624" y="621893"/>
                </a:lnTo>
                <a:lnTo>
                  <a:pt x="1922752" y="610085"/>
                </a:lnTo>
                <a:lnTo>
                  <a:pt x="1914880" y="592373"/>
                </a:lnTo>
                <a:lnTo>
                  <a:pt x="1918816" y="576629"/>
                </a:lnTo>
                <a:lnTo>
                  <a:pt x="1910944" y="560885"/>
                </a:lnTo>
                <a:lnTo>
                  <a:pt x="1910944" y="549076"/>
                </a:lnTo>
                <a:lnTo>
                  <a:pt x="1918816" y="547109"/>
                </a:lnTo>
                <a:lnTo>
                  <a:pt x="1930624" y="549076"/>
                </a:lnTo>
                <a:lnTo>
                  <a:pt x="1940464" y="553012"/>
                </a:lnTo>
                <a:lnTo>
                  <a:pt x="1956209" y="549076"/>
                </a:lnTo>
                <a:lnTo>
                  <a:pt x="1968017" y="556949"/>
                </a:lnTo>
                <a:lnTo>
                  <a:pt x="1968017" y="560885"/>
                </a:lnTo>
                <a:lnTo>
                  <a:pt x="1989665" y="572693"/>
                </a:lnTo>
                <a:lnTo>
                  <a:pt x="1989665" y="606149"/>
                </a:lnTo>
                <a:lnTo>
                  <a:pt x="2001474" y="629765"/>
                </a:lnTo>
                <a:lnTo>
                  <a:pt x="2017218" y="649445"/>
                </a:lnTo>
                <a:lnTo>
                  <a:pt x="2013281" y="671093"/>
                </a:lnTo>
                <a:lnTo>
                  <a:pt x="2050674" y="692741"/>
                </a:lnTo>
                <a:lnTo>
                  <a:pt x="2058546" y="684869"/>
                </a:lnTo>
                <a:lnTo>
                  <a:pt x="2074290" y="688806"/>
                </a:lnTo>
                <a:lnTo>
                  <a:pt x="2078226" y="704549"/>
                </a:lnTo>
                <a:lnTo>
                  <a:pt x="2115619" y="722261"/>
                </a:lnTo>
                <a:lnTo>
                  <a:pt x="2115619" y="730133"/>
                </a:lnTo>
                <a:lnTo>
                  <a:pt x="2111683" y="734069"/>
                </a:lnTo>
                <a:lnTo>
                  <a:pt x="2099875" y="734069"/>
                </a:lnTo>
                <a:lnTo>
                  <a:pt x="2088067" y="738005"/>
                </a:lnTo>
                <a:lnTo>
                  <a:pt x="2078226" y="734069"/>
                </a:lnTo>
                <a:lnTo>
                  <a:pt x="2066418" y="741941"/>
                </a:lnTo>
                <a:lnTo>
                  <a:pt x="2046738" y="738005"/>
                </a:lnTo>
                <a:lnTo>
                  <a:pt x="2042802" y="741941"/>
                </a:lnTo>
                <a:lnTo>
                  <a:pt x="2046738" y="757686"/>
                </a:lnTo>
                <a:lnTo>
                  <a:pt x="2066418" y="749814"/>
                </a:lnTo>
                <a:lnTo>
                  <a:pt x="2078226" y="753750"/>
                </a:lnTo>
                <a:lnTo>
                  <a:pt x="2084131" y="771462"/>
                </a:lnTo>
                <a:lnTo>
                  <a:pt x="2066418" y="775398"/>
                </a:lnTo>
                <a:lnTo>
                  <a:pt x="2038866" y="779334"/>
                </a:lnTo>
                <a:lnTo>
                  <a:pt x="2017218" y="779334"/>
                </a:lnTo>
                <a:lnTo>
                  <a:pt x="2001474" y="783270"/>
                </a:lnTo>
                <a:lnTo>
                  <a:pt x="1989665" y="771462"/>
                </a:lnTo>
                <a:lnTo>
                  <a:pt x="1964080" y="765558"/>
                </a:lnTo>
                <a:lnTo>
                  <a:pt x="1960145" y="753750"/>
                </a:lnTo>
                <a:lnTo>
                  <a:pt x="1948336" y="753750"/>
                </a:lnTo>
                <a:lnTo>
                  <a:pt x="1944400" y="767526"/>
                </a:lnTo>
                <a:lnTo>
                  <a:pt x="1926688" y="779334"/>
                </a:lnTo>
                <a:lnTo>
                  <a:pt x="1891264" y="779334"/>
                </a:lnTo>
                <a:lnTo>
                  <a:pt x="1861743" y="791142"/>
                </a:lnTo>
                <a:lnTo>
                  <a:pt x="1845999" y="791142"/>
                </a:lnTo>
                <a:lnTo>
                  <a:pt x="1771214" y="795078"/>
                </a:lnTo>
                <a:lnTo>
                  <a:pt x="1751534" y="783270"/>
                </a:lnTo>
                <a:lnTo>
                  <a:pt x="1751534" y="765558"/>
                </a:lnTo>
                <a:lnTo>
                  <a:pt x="1739726" y="757686"/>
                </a:lnTo>
                <a:lnTo>
                  <a:pt x="1702333" y="757686"/>
                </a:lnTo>
                <a:lnTo>
                  <a:pt x="1672813" y="753750"/>
                </a:lnTo>
                <a:lnTo>
                  <a:pt x="1645260" y="734069"/>
                </a:lnTo>
                <a:lnTo>
                  <a:pt x="1645260" y="722261"/>
                </a:lnTo>
                <a:lnTo>
                  <a:pt x="1668877" y="716357"/>
                </a:lnTo>
                <a:lnTo>
                  <a:pt x="1733821" y="708485"/>
                </a:lnTo>
                <a:lnTo>
                  <a:pt x="1767278" y="712421"/>
                </a:lnTo>
                <a:lnTo>
                  <a:pt x="1800734" y="708485"/>
                </a:lnTo>
                <a:lnTo>
                  <a:pt x="1804671" y="704549"/>
                </a:lnTo>
                <a:lnTo>
                  <a:pt x="1771214" y="696678"/>
                </a:lnTo>
                <a:lnTo>
                  <a:pt x="1759406" y="692741"/>
                </a:lnTo>
                <a:lnTo>
                  <a:pt x="1733821" y="688806"/>
                </a:lnTo>
                <a:lnTo>
                  <a:pt x="1694461" y="696678"/>
                </a:lnTo>
                <a:lnTo>
                  <a:pt x="1664940" y="696678"/>
                </a:lnTo>
                <a:lnTo>
                  <a:pt x="1639356" y="688806"/>
                </a:lnTo>
                <a:lnTo>
                  <a:pt x="1619676" y="671093"/>
                </a:lnTo>
                <a:lnTo>
                  <a:pt x="1645260" y="663221"/>
                </a:lnTo>
                <a:lnTo>
                  <a:pt x="1676748" y="663221"/>
                </a:lnTo>
                <a:lnTo>
                  <a:pt x="1690525" y="649445"/>
                </a:lnTo>
                <a:lnTo>
                  <a:pt x="1680684" y="645509"/>
                </a:lnTo>
                <a:lnTo>
                  <a:pt x="1645260" y="649445"/>
                </a:lnTo>
                <a:lnTo>
                  <a:pt x="1635420" y="657317"/>
                </a:lnTo>
                <a:lnTo>
                  <a:pt x="1627548" y="653381"/>
                </a:lnTo>
                <a:lnTo>
                  <a:pt x="1631484" y="641573"/>
                </a:lnTo>
                <a:lnTo>
                  <a:pt x="1607868" y="641573"/>
                </a:lnTo>
                <a:lnTo>
                  <a:pt x="1607868" y="617958"/>
                </a:lnTo>
                <a:lnTo>
                  <a:pt x="1631484" y="614021"/>
                </a:lnTo>
                <a:lnTo>
                  <a:pt x="1627548" y="606149"/>
                </a:lnTo>
                <a:lnTo>
                  <a:pt x="1611803" y="598277"/>
                </a:lnTo>
                <a:lnTo>
                  <a:pt x="1623612" y="580565"/>
                </a:lnTo>
                <a:lnTo>
                  <a:pt x="1645260" y="576629"/>
                </a:lnTo>
                <a:lnTo>
                  <a:pt x="1657069" y="572693"/>
                </a:lnTo>
                <a:lnTo>
                  <a:pt x="1690525" y="549076"/>
                </a:lnTo>
                <a:close/>
                <a:moveTo>
                  <a:pt x="6533799" y="541206"/>
                </a:moveTo>
                <a:lnTo>
                  <a:pt x="6559383" y="553013"/>
                </a:lnTo>
                <a:lnTo>
                  <a:pt x="6545607" y="578600"/>
                </a:lnTo>
                <a:lnTo>
                  <a:pt x="6527895" y="580570"/>
                </a:lnTo>
                <a:lnTo>
                  <a:pt x="6525927" y="625831"/>
                </a:lnTo>
                <a:lnTo>
                  <a:pt x="6535767" y="643542"/>
                </a:lnTo>
                <a:lnTo>
                  <a:pt x="6584967" y="675031"/>
                </a:lnTo>
                <a:lnTo>
                  <a:pt x="6581031" y="686840"/>
                </a:lnTo>
                <a:lnTo>
                  <a:pt x="6561351" y="688809"/>
                </a:lnTo>
                <a:lnTo>
                  <a:pt x="6527895" y="692743"/>
                </a:lnTo>
                <a:lnTo>
                  <a:pt x="6500343" y="682903"/>
                </a:lnTo>
                <a:lnTo>
                  <a:pt x="6478695" y="680935"/>
                </a:lnTo>
                <a:lnTo>
                  <a:pt x="6476727" y="669129"/>
                </a:lnTo>
                <a:lnTo>
                  <a:pt x="6488535" y="653382"/>
                </a:lnTo>
                <a:lnTo>
                  <a:pt x="6468855" y="647479"/>
                </a:lnTo>
                <a:lnTo>
                  <a:pt x="6449174" y="643542"/>
                </a:lnTo>
                <a:lnTo>
                  <a:pt x="6447206" y="635671"/>
                </a:lnTo>
                <a:lnTo>
                  <a:pt x="6435398" y="643542"/>
                </a:lnTo>
                <a:lnTo>
                  <a:pt x="6421622" y="639610"/>
                </a:lnTo>
                <a:lnTo>
                  <a:pt x="6417686" y="629769"/>
                </a:lnTo>
                <a:lnTo>
                  <a:pt x="6423590" y="608120"/>
                </a:lnTo>
                <a:lnTo>
                  <a:pt x="6441302" y="606151"/>
                </a:lnTo>
                <a:lnTo>
                  <a:pt x="6453110" y="596312"/>
                </a:lnTo>
                <a:lnTo>
                  <a:pt x="6455078" y="580570"/>
                </a:lnTo>
                <a:lnTo>
                  <a:pt x="6443270" y="570726"/>
                </a:lnTo>
                <a:lnTo>
                  <a:pt x="6453110" y="562854"/>
                </a:lnTo>
                <a:lnTo>
                  <a:pt x="6462951" y="560887"/>
                </a:lnTo>
                <a:lnTo>
                  <a:pt x="6474759" y="543173"/>
                </a:lnTo>
                <a:close/>
                <a:moveTo>
                  <a:pt x="7122236" y="537272"/>
                </a:moveTo>
                <a:lnTo>
                  <a:pt x="7141916" y="541206"/>
                </a:lnTo>
                <a:lnTo>
                  <a:pt x="7136012" y="547111"/>
                </a:lnTo>
                <a:lnTo>
                  <a:pt x="7126172" y="543173"/>
                </a:lnTo>
                <a:close/>
                <a:moveTo>
                  <a:pt x="6970699" y="527431"/>
                </a:moveTo>
                <a:lnTo>
                  <a:pt x="6990379" y="539241"/>
                </a:lnTo>
                <a:lnTo>
                  <a:pt x="6972667" y="547111"/>
                </a:lnTo>
                <a:lnTo>
                  <a:pt x="6960859" y="553013"/>
                </a:lnTo>
                <a:lnTo>
                  <a:pt x="6949051" y="547111"/>
                </a:lnTo>
                <a:lnTo>
                  <a:pt x="6949051" y="539241"/>
                </a:lnTo>
                <a:close/>
                <a:moveTo>
                  <a:pt x="7112396" y="523494"/>
                </a:moveTo>
                <a:lnTo>
                  <a:pt x="7126172" y="525462"/>
                </a:lnTo>
                <a:lnTo>
                  <a:pt x="7126172" y="527431"/>
                </a:lnTo>
                <a:lnTo>
                  <a:pt x="7108460" y="535301"/>
                </a:lnTo>
                <a:close/>
                <a:moveTo>
                  <a:pt x="2704058" y="523491"/>
                </a:moveTo>
                <a:lnTo>
                  <a:pt x="2711929" y="527428"/>
                </a:lnTo>
                <a:lnTo>
                  <a:pt x="2749322" y="523491"/>
                </a:lnTo>
                <a:lnTo>
                  <a:pt x="2780811" y="537267"/>
                </a:lnTo>
                <a:lnTo>
                  <a:pt x="2792618" y="537267"/>
                </a:lnTo>
                <a:lnTo>
                  <a:pt x="2804427" y="549075"/>
                </a:lnTo>
                <a:lnTo>
                  <a:pt x="2800491" y="560884"/>
                </a:lnTo>
                <a:lnTo>
                  <a:pt x="2822139" y="568756"/>
                </a:lnTo>
                <a:lnTo>
                  <a:pt x="2818203" y="576628"/>
                </a:lnTo>
                <a:lnTo>
                  <a:pt x="2780811" y="568756"/>
                </a:lnTo>
                <a:lnTo>
                  <a:pt x="2735546" y="572691"/>
                </a:lnTo>
                <a:lnTo>
                  <a:pt x="2731610" y="578596"/>
                </a:lnTo>
                <a:lnTo>
                  <a:pt x="2719802" y="582532"/>
                </a:lnTo>
                <a:lnTo>
                  <a:pt x="2704058" y="576628"/>
                </a:lnTo>
                <a:lnTo>
                  <a:pt x="2702090" y="545140"/>
                </a:lnTo>
                <a:lnTo>
                  <a:pt x="2692249" y="541204"/>
                </a:lnTo>
                <a:lnTo>
                  <a:pt x="2684377" y="527428"/>
                </a:lnTo>
                <a:close/>
                <a:moveTo>
                  <a:pt x="8566761" y="521526"/>
                </a:moveTo>
                <a:lnTo>
                  <a:pt x="8574633" y="521526"/>
                </a:lnTo>
                <a:lnTo>
                  <a:pt x="8578569" y="523494"/>
                </a:lnTo>
                <a:lnTo>
                  <a:pt x="8572665" y="525462"/>
                </a:lnTo>
                <a:close/>
                <a:moveTo>
                  <a:pt x="1981790" y="519556"/>
                </a:moveTo>
                <a:lnTo>
                  <a:pt x="1993599" y="521524"/>
                </a:lnTo>
                <a:lnTo>
                  <a:pt x="2005407" y="525460"/>
                </a:lnTo>
                <a:lnTo>
                  <a:pt x="2009343" y="529396"/>
                </a:lnTo>
                <a:lnTo>
                  <a:pt x="1993599" y="560884"/>
                </a:lnTo>
                <a:lnTo>
                  <a:pt x="1985727" y="560884"/>
                </a:lnTo>
                <a:lnTo>
                  <a:pt x="1964078" y="549076"/>
                </a:lnTo>
                <a:lnTo>
                  <a:pt x="1940461" y="537268"/>
                </a:lnTo>
                <a:lnTo>
                  <a:pt x="1948334" y="521524"/>
                </a:lnTo>
                <a:close/>
                <a:moveTo>
                  <a:pt x="2115618" y="515620"/>
                </a:moveTo>
                <a:lnTo>
                  <a:pt x="2127427" y="515620"/>
                </a:lnTo>
                <a:lnTo>
                  <a:pt x="2135298" y="519556"/>
                </a:lnTo>
                <a:lnTo>
                  <a:pt x="2149075" y="515620"/>
                </a:lnTo>
                <a:lnTo>
                  <a:pt x="2164819" y="521525"/>
                </a:lnTo>
                <a:lnTo>
                  <a:pt x="2184499" y="521525"/>
                </a:lnTo>
                <a:lnTo>
                  <a:pt x="2196308" y="519556"/>
                </a:lnTo>
                <a:lnTo>
                  <a:pt x="2206147" y="515620"/>
                </a:lnTo>
                <a:lnTo>
                  <a:pt x="2229764" y="515620"/>
                </a:lnTo>
                <a:lnTo>
                  <a:pt x="2225828" y="529397"/>
                </a:lnTo>
                <a:lnTo>
                  <a:pt x="2214020" y="533333"/>
                </a:lnTo>
                <a:lnTo>
                  <a:pt x="2210084" y="537268"/>
                </a:lnTo>
                <a:lnTo>
                  <a:pt x="2196308" y="560885"/>
                </a:lnTo>
                <a:lnTo>
                  <a:pt x="2188435" y="568757"/>
                </a:lnTo>
                <a:lnTo>
                  <a:pt x="2210084" y="568757"/>
                </a:lnTo>
                <a:lnTo>
                  <a:pt x="2221892" y="572693"/>
                </a:lnTo>
                <a:lnTo>
                  <a:pt x="2221892" y="582533"/>
                </a:lnTo>
                <a:lnTo>
                  <a:pt x="2237636" y="582533"/>
                </a:lnTo>
                <a:lnTo>
                  <a:pt x="2241572" y="586469"/>
                </a:lnTo>
                <a:lnTo>
                  <a:pt x="2249444" y="598278"/>
                </a:lnTo>
                <a:lnTo>
                  <a:pt x="2237636" y="606150"/>
                </a:lnTo>
                <a:lnTo>
                  <a:pt x="2241572" y="625830"/>
                </a:lnTo>
                <a:lnTo>
                  <a:pt x="2237636" y="637639"/>
                </a:lnTo>
                <a:lnTo>
                  <a:pt x="2202211" y="645511"/>
                </a:lnTo>
                <a:lnTo>
                  <a:pt x="2188435" y="637639"/>
                </a:lnTo>
                <a:lnTo>
                  <a:pt x="2188435" y="645511"/>
                </a:lnTo>
                <a:lnTo>
                  <a:pt x="2196308" y="649446"/>
                </a:lnTo>
                <a:lnTo>
                  <a:pt x="2196308" y="655351"/>
                </a:lnTo>
                <a:lnTo>
                  <a:pt x="2164819" y="659287"/>
                </a:lnTo>
                <a:lnTo>
                  <a:pt x="2149075" y="629766"/>
                </a:lnTo>
                <a:lnTo>
                  <a:pt x="2131362" y="625830"/>
                </a:lnTo>
                <a:lnTo>
                  <a:pt x="2123490" y="614022"/>
                </a:lnTo>
                <a:lnTo>
                  <a:pt x="2099873" y="610085"/>
                </a:lnTo>
                <a:lnTo>
                  <a:pt x="2095938" y="606150"/>
                </a:lnTo>
                <a:lnTo>
                  <a:pt x="2074289" y="594342"/>
                </a:lnTo>
                <a:lnTo>
                  <a:pt x="2070353" y="580565"/>
                </a:lnTo>
                <a:lnTo>
                  <a:pt x="2074289" y="568757"/>
                </a:lnTo>
                <a:lnTo>
                  <a:pt x="2088065" y="564821"/>
                </a:lnTo>
                <a:lnTo>
                  <a:pt x="2119554" y="582533"/>
                </a:lnTo>
                <a:lnTo>
                  <a:pt x="2127427" y="582533"/>
                </a:lnTo>
                <a:lnTo>
                  <a:pt x="2143171" y="576629"/>
                </a:lnTo>
                <a:lnTo>
                  <a:pt x="2131362" y="556950"/>
                </a:lnTo>
                <a:lnTo>
                  <a:pt x="2139234" y="556950"/>
                </a:lnTo>
                <a:lnTo>
                  <a:pt x="2139234" y="553013"/>
                </a:lnTo>
                <a:lnTo>
                  <a:pt x="2119554" y="549077"/>
                </a:lnTo>
                <a:lnTo>
                  <a:pt x="2111682" y="545141"/>
                </a:lnTo>
                <a:lnTo>
                  <a:pt x="2111682" y="537268"/>
                </a:lnTo>
                <a:lnTo>
                  <a:pt x="2127427" y="533333"/>
                </a:lnTo>
                <a:lnTo>
                  <a:pt x="2115618" y="525461"/>
                </a:lnTo>
                <a:close/>
                <a:moveTo>
                  <a:pt x="2511190" y="515619"/>
                </a:moveTo>
                <a:lnTo>
                  <a:pt x="2536774" y="515619"/>
                </a:lnTo>
                <a:lnTo>
                  <a:pt x="2544647" y="515619"/>
                </a:lnTo>
                <a:lnTo>
                  <a:pt x="2568263" y="517588"/>
                </a:lnTo>
                <a:lnTo>
                  <a:pt x="2576135" y="521523"/>
                </a:lnTo>
                <a:lnTo>
                  <a:pt x="2560391" y="537267"/>
                </a:lnTo>
                <a:lnTo>
                  <a:pt x="2556454" y="545140"/>
                </a:lnTo>
                <a:lnTo>
                  <a:pt x="2530871" y="574660"/>
                </a:lnTo>
                <a:lnTo>
                  <a:pt x="2530871" y="578596"/>
                </a:lnTo>
                <a:lnTo>
                  <a:pt x="2532838" y="623861"/>
                </a:lnTo>
                <a:lnTo>
                  <a:pt x="2556454" y="635669"/>
                </a:lnTo>
                <a:lnTo>
                  <a:pt x="2556454" y="663220"/>
                </a:lnTo>
                <a:lnTo>
                  <a:pt x="2572199" y="663220"/>
                </a:lnTo>
                <a:lnTo>
                  <a:pt x="2576135" y="643540"/>
                </a:lnTo>
                <a:lnTo>
                  <a:pt x="2560391" y="627797"/>
                </a:lnTo>
                <a:lnTo>
                  <a:pt x="2552519" y="610084"/>
                </a:lnTo>
                <a:lnTo>
                  <a:pt x="2568263" y="602212"/>
                </a:lnTo>
                <a:lnTo>
                  <a:pt x="2587943" y="610084"/>
                </a:lnTo>
                <a:lnTo>
                  <a:pt x="2593847" y="602212"/>
                </a:lnTo>
                <a:lnTo>
                  <a:pt x="2568263" y="590404"/>
                </a:lnTo>
                <a:lnTo>
                  <a:pt x="2560391" y="560884"/>
                </a:lnTo>
                <a:lnTo>
                  <a:pt x="2587943" y="553012"/>
                </a:lnTo>
                <a:lnTo>
                  <a:pt x="2576135" y="545140"/>
                </a:lnTo>
                <a:lnTo>
                  <a:pt x="2589911" y="537267"/>
                </a:lnTo>
                <a:lnTo>
                  <a:pt x="2601720" y="541204"/>
                </a:lnTo>
                <a:lnTo>
                  <a:pt x="2601720" y="529396"/>
                </a:lnTo>
                <a:lnTo>
                  <a:pt x="2643048" y="517588"/>
                </a:lnTo>
                <a:lnTo>
                  <a:pt x="2660760" y="517588"/>
                </a:lnTo>
                <a:lnTo>
                  <a:pt x="2670601" y="521523"/>
                </a:lnTo>
                <a:lnTo>
                  <a:pt x="2670601" y="533332"/>
                </a:lnTo>
                <a:lnTo>
                  <a:pt x="2684377" y="545140"/>
                </a:lnTo>
                <a:lnTo>
                  <a:pt x="2686345" y="564819"/>
                </a:lnTo>
                <a:lnTo>
                  <a:pt x="2690281" y="570724"/>
                </a:lnTo>
                <a:lnTo>
                  <a:pt x="2696185" y="582532"/>
                </a:lnTo>
                <a:lnTo>
                  <a:pt x="2684377" y="590404"/>
                </a:lnTo>
                <a:lnTo>
                  <a:pt x="2682409" y="617956"/>
                </a:lnTo>
                <a:lnTo>
                  <a:pt x="2690281" y="617956"/>
                </a:lnTo>
                <a:lnTo>
                  <a:pt x="2690281" y="606148"/>
                </a:lnTo>
                <a:lnTo>
                  <a:pt x="2707993" y="602212"/>
                </a:lnTo>
                <a:lnTo>
                  <a:pt x="2725705" y="602212"/>
                </a:lnTo>
                <a:lnTo>
                  <a:pt x="2729642" y="610084"/>
                </a:lnTo>
                <a:lnTo>
                  <a:pt x="2735546" y="623861"/>
                </a:lnTo>
                <a:lnTo>
                  <a:pt x="2751290" y="623861"/>
                </a:lnTo>
                <a:lnTo>
                  <a:pt x="2755226" y="606148"/>
                </a:lnTo>
                <a:lnTo>
                  <a:pt x="2767035" y="606148"/>
                </a:lnTo>
                <a:lnTo>
                  <a:pt x="2767035" y="598276"/>
                </a:lnTo>
                <a:lnTo>
                  <a:pt x="2747354" y="594340"/>
                </a:lnTo>
                <a:lnTo>
                  <a:pt x="2759162" y="582532"/>
                </a:lnTo>
                <a:lnTo>
                  <a:pt x="2792618" y="582532"/>
                </a:lnTo>
                <a:lnTo>
                  <a:pt x="2804427" y="586468"/>
                </a:lnTo>
                <a:lnTo>
                  <a:pt x="2820171" y="582532"/>
                </a:lnTo>
                <a:lnTo>
                  <a:pt x="2845755" y="594340"/>
                </a:lnTo>
                <a:lnTo>
                  <a:pt x="2831979" y="614020"/>
                </a:lnTo>
                <a:lnTo>
                  <a:pt x="2841819" y="623861"/>
                </a:lnTo>
                <a:lnTo>
                  <a:pt x="2857563" y="614020"/>
                </a:lnTo>
                <a:lnTo>
                  <a:pt x="2869372" y="617956"/>
                </a:lnTo>
                <a:lnTo>
                  <a:pt x="2849692" y="635669"/>
                </a:lnTo>
                <a:lnTo>
                  <a:pt x="2845755" y="647476"/>
                </a:lnTo>
                <a:lnTo>
                  <a:pt x="2857563" y="651413"/>
                </a:lnTo>
                <a:lnTo>
                  <a:pt x="2869372" y="635669"/>
                </a:lnTo>
                <a:lnTo>
                  <a:pt x="2881180" y="639604"/>
                </a:lnTo>
                <a:lnTo>
                  <a:pt x="2873308" y="651413"/>
                </a:lnTo>
                <a:lnTo>
                  <a:pt x="2881180" y="659284"/>
                </a:lnTo>
                <a:lnTo>
                  <a:pt x="2887084" y="651413"/>
                </a:lnTo>
                <a:lnTo>
                  <a:pt x="2894956" y="659284"/>
                </a:lnTo>
                <a:lnTo>
                  <a:pt x="2906764" y="651413"/>
                </a:lnTo>
                <a:lnTo>
                  <a:pt x="2910700" y="635669"/>
                </a:lnTo>
                <a:lnTo>
                  <a:pt x="2934317" y="635669"/>
                </a:lnTo>
                <a:lnTo>
                  <a:pt x="2948093" y="647476"/>
                </a:lnTo>
                <a:lnTo>
                  <a:pt x="2955965" y="671093"/>
                </a:lnTo>
                <a:lnTo>
                  <a:pt x="2922509" y="678965"/>
                </a:lnTo>
                <a:lnTo>
                  <a:pt x="2934317" y="688805"/>
                </a:lnTo>
                <a:lnTo>
                  <a:pt x="2952029" y="678965"/>
                </a:lnTo>
                <a:lnTo>
                  <a:pt x="2955965" y="682900"/>
                </a:lnTo>
                <a:lnTo>
                  <a:pt x="2948093" y="690773"/>
                </a:lnTo>
                <a:lnTo>
                  <a:pt x="2944157" y="702580"/>
                </a:lnTo>
                <a:lnTo>
                  <a:pt x="2955965" y="702580"/>
                </a:lnTo>
                <a:lnTo>
                  <a:pt x="2971710" y="682900"/>
                </a:lnTo>
                <a:lnTo>
                  <a:pt x="2993358" y="682900"/>
                </a:lnTo>
                <a:lnTo>
                  <a:pt x="3024846" y="694709"/>
                </a:lnTo>
                <a:lnTo>
                  <a:pt x="3005166" y="710452"/>
                </a:lnTo>
                <a:lnTo>
                  <a:pt x="2983518" y="718324"/>
                </a:lnTo>
                <a:lnTo>
                  <a:pt x="3005166" y="720292"/>
                </a:lnTo>
                <a:lnTo>
                  <a:pt x="3005166" y="728164"/>
                </a:lnTo>
                <a:lnTo>
                  <a:pt x="3024846" y="720292"/>
                </a:lnTo>
                <a:lnTo>
                  <a:pt x="3036654" y="710452"/>
                </a:lnTo>
                <a:lnTo>
                  <a:pt x="3062239" y="728164"/>
                </a:lnTo>
                <a:lnTo>
                  <a:pt x="3058303" y="739973"/>
                </a:lnTo>
                <a:lnTo>
                  <a:pt x="3044526" y="739973"/>
                </a:lnTo>
                <a:lnTo>
                  <a:pt x="3032719" y="743909"/>
                </a:lnTo>
                <a:lnTo>
                  <a:pt x="3070111" y="751781"/>
                </a:lnTo>
                <a:lnTo>
                  <a:pt x="3074047" y="763589"/>
                </a:lnTo>
                <a:lnTo>
                  <a:pt x="3032719" y="763589"/>
                </a:lnTo>
                <a:lnTo>
                  <a:pt x="3044526" y="771461"/>
                </a:lnTo>
                <a:lnTo>
                  <a:pt x="3040590" y="777365"/>
                </a:lnTo>
                <a:lnTo>
                  <a:pt x="3005166" y="773429"/>
                </a:lnTo>
                <a:lnTo>
                  <a:pt x="3001230" y="781301"/>
                </a:lnTo>
                <a:lnTo>
                  <a:pt x="3040590" y="789173"/>
                </a:lnTo>
                <a:lnTo>
                  <a:pt x="3066175" y="804917"/>
                </a:lnTo>
                <a:lnTo>
                  <a:pt x="3081919" y="826565"/>
                </a:lnTo>
                <a:lnTo>
                  <a:pt x="3095695" y="820661"/>
                </a:lnTo>
                <a:lnTo>
                  <a:pt x="3119312" y="816725"/>
                </a:lnTo>
                <a:lnTo>
                  <a:pt x="3119312" y="826565"/>
                </a:lnTo>
                <a:lnTo>
                  <a:pt x="3131120" y="830501"/>
                </a:lnTo>
                <a:lnTo>
                  <a:pt x="3142928" y="834437"/>
                </a:lnTo>
                <a:lnTo>
                  <a:pt x="3138992" y="854117"/>
                </a:lnTo>
                <a:lnTo>
                  <a:pt x="3168513" y="850181"/>
                </a:lnTo>
                <a:lnTo>
                  <a:pt x="3180320" y="858053"/>
                </a:lnTo>
                <a:lnTo>
                  <a:pt x="3168513" y="861989"/>
                </a:lnTo>
                <a:lnTo>
                  <a:pt x="3172449" y="869861"/>
                </a:lnTo>
                <a:lnTo>
                  <a:pt x="3198033" y="854117"/>
                </a:lnTo>
                <a:lnTo>
                  <a:pt x="3213777" y="861989"/>
                </a:lnTo>
                <a:lnTo>
                  <a:pt x="3213777" y="865925"/>
                </a:lnTo>
                <a:lnTo>
                  <a:pt x="3225585" y="869861"/>
                </a:lnTo>
                <a:lnTo>
                  <a:pt x="3221650" y="899382"/>
                </a:lnTo>
                <a:lnTo>
                  <a:pt x="3194097" y="899382"/>
                </a:lnTo>
                <a:lnTo>
                  <a:pt x="3201969" y="940710"/>
                </a:lnTo>
                <a:lnTo>
                  <a:pt x="3180320" y="952518"/>
                </a:lnTo>
                <a:lnTo>
                  <a:pt x="3164576" y="940710"/>
                </a:lnTo>
                <a:lnTo>
                  <a:pt x="3164576" y="956454"/>
                </a:lnTo>
                <a:lnTo>
                  <a:pt x="3172449" y="978102"/>
                </a:lnTo>
                <a:lnTo>
                  <a:pt x="3164576" y="997782"/>
                </a:lnTo>
                <a:lnTo>
                  <a:pt x="3152769" y="982038"/>
                </a:lnTo>
                <a:lnTo>
                  <a:pt x="3138992" y="978102"/>
                </a:lnTo>
                <a:lnTo>
                  <a:pt x="3131120" y="972198"/>
                </a:lnTo>
                <a:lnTo>
                  <a:pt x="3107503" y="944646"/>
                </a:lnTo>
                <a:lnTo>
                  <a:pt x="3123248" y="922998"/>
                </a:lnTo>
                <a:lnTo>
                  <a:pt x="3119312" y="915126"/>
                </a:lnTo>
                <a:lnTo>
                  <a:pt x="3095695" y="915126"/>
                </a:lnTo>
                <a:lnTo>
                  <a:pt x="3089791" y="903318"/>
                </a:lnTo>
                <a:lnTo>
                  <a:pt x="3070111" y="879702"/>
                </a:lnTo>
                <a:lnTo>
                  <a:pt x="3044526" y="891510"/>
                </a:lnTo>
                <a:lnTo>
                  <a:pt x="3054367" y="915126"/>
                </a:lnTo>
                <a:lnTo>
                  <a:pt x="3062239" y="922998"/>
                </a:lnTo>
                <a:lnTo>
                  <a:pt x="3046494" y="932838"/>
                </a:lnTo>
                <a:lnTo>
                  <a:pt x="3032719" y="915126"/>
                </a:lnTo>
                <a:lnTo>
                  <a:pt x="3024846" y="928902"/>
                </a:lnTo>
                <a:lnTo>
                  <a:pt x="3044526" y="952518"/>
                </a:lnTo>
                <a:lnTo>
                  <a:pt x="3058303" y="964326"/>
                </a:lnTo>
                <a:lnTo>
                  <a:pt x="3062239" y="976134"/>
                </a:lnTo>
                <a:lnTo>
                  <a:pt x="3081919" y="1001718"/>
                </a:lnTo>
                <a:lnTo>
                  <a:pt x="3095695" y="1005655"/>
                </a:lnTo>
                <a:lnTo>
                  <a:pt x="3119312" y="1031239"/>
                </a:lnTo>
                <a:lnTo>
                  <a:pt x="3119312" y="1043047"/>
                </a:lnTo>
                <a:lnTo>
                  <a:pt x="3127184" y="1046983"/>
                </a:lnTo>
                <a:lnTo>
                  <a:pt x="3127184" y="1058791"/>
                </a:lnTo>
                <a:lnTo>
                  <a:pt x="3142928" y="1078471"/>
                </a:lnTo>
                <a:lnTo>
                  <a:pt x="3142928" y="1092247"/>
                </a:lnTo>
                <a:lnTo>
                  <a:pt x="3123248" y="1092247"/>
                </a:lnTo>
                <a:lnTo>
                  <a:pt x="3119312" y="1100119"/>
                </a:lnTo>
                <a:lnTo>
                  <a:pt x="3135056" y="1111927"/>
                </a:lnTo>
                <a:lnTo>
                  <a:pt x="3127184" y="1127671"/>
                </a:lnTo>
                <a:lnTo>
                  <a:pt x="3127184" y="1145384"/>
                </a:lnTo>
                <a:lnTo>
                  <a:pt x="3111440" y="1145384"/>
                </a:lnTo>
                <a:lnTo>
                  <a:pt x="3095695" y="1119799"/>
                </a:lnTo>
                <a:lnTo>
                  <a:pt x="3074047" y="1092247"/>
                </a:lnTo>
                <a:lnTo>
                  <a:pt x="3058303" y="1096183"/>
                </a:lnTo>
                <a:lnTo>
                  <a:pt x="3046494" y="1080439"/>
                </a:lnTo>
                <a:lnTo>
                  <a:pt x="3036654" y="1084375"/>
                </a:lnTo>
                <a:lnTo>
                  <a:pt x="3020910" y="1062727"/>
                </a:lnTo>
                <a:lnTo>
                  <a:pt x="3013038" y="1066663"/>
                </a:lnTo>
                <a:lnTo>
                  <a:pt x="3009102" y="1078471"/>
                </a:lnTo>
                <a:lnTo>
                  <a:pt x="3040590" y="1119799"/>
                </a:lnTo>
                <a:lnTo>
                  <a:pt x="3054367" y="1137511"/>
                </a:lnTo>
                <a:lnTo>
                  <a:pt x="3085855" y="1161128"/>
                </a:lnTo>
                <a:lnTo>
                  <a:pt x="3095695" y="1184744"/>
                </a:lnTo>
                <a:lnTo>
                  <a:pt x="3077983" y="1186712"/>
                </a:lnTo>
                <a:lnTo>
                  <a:pt x="3036654" y="1172936"/>
                </a:lnTo>
                <a:lnTo>
                  <a:pt x="3016974" y="1172936"/>
                </a:lnTo>
                <a:lnTo>
                  <a:pt x="2993358" y="1157192"/>
                </a:lnTo>
                <a:lnTo>
                  <a:pt x="2997294" y="1133575"/>
                </a:lnTo>
                <a:lnTo>
                  <a:pt x="2983518" y="1129639"/>
                </a:lnTo>
                <a:lnTo>
                  <a:pt x="2971710" y="1133575"/>
                </a:lnTo>
                <a:lnTo>
                  <a:pt x="2944157" y="1107991"/>
                </a:lnTo>
                <a:lnTo>
                  <a:pt x="2934317" y="1104055"/>
                </a:lnTo>
                <a:lnTo>
                  <a:pt x="2926444" y="1088311"/>
                </a:lnTo>
                <a:lnTo>
                  <a:pt x="2940221" y="1088311"/>
                </a:lnTo>
                <a:lnTo>
                  <a:pt x="2938253" y="1074535"/>
                </a:lnTo>
                <a:lnTo>
                  <a:pt x="2918573" y="1070599"/>
                </a:lnTo>
                <a:lnTo>
                  <a:pt x="2894956" y="1050919"/>
                </a:lnTo>
                <a:lnTo>
                  <a:pt x="2891020" y="1025335"/>
                </a:lnTo>
                <a:lnTo>
                  <a:pt x="2869372" y="1025335"/>
                </a:lnTo>
                <a:lnTo>
                  <a:pt x="2865436" y="1017463"/>
                </a:lnTo>
                <a:lnTo>
                  <a:pt x="2853628" y="1013527"/>
                </a:lnTo>
                <a:lnTo>
                  <a:pt x="2853628" y="1029271"/>
                </a:lnTo>
                <a:lnTo>
                  <a:pt x="2849692" y="1035175"/>
                </a:lnTo>
                <a:lnTo>
                  <a:pt x="2828043" y="1013527"/>
                </a:lnTo>
                <a:lnTo>
                  <a:pt x="2820171" y="1017463"/>
                </a:lnTo>
                <a:lnTo>
                  <a:pt x="2800491" y="1039111"/>
                </a:lnTo>
                <a:lnTo>
                  <a:pt x="2774906" y="1039111"/>
                </a:lnTo>
                <a:lnTo>
                  <a:pt x="2751290" y="1021399"/>
                </a:lnTo>
                <a:lnTo>
                  <a:pt x="2751290" y="997782"/>
                </a:lnTo>
                <a:lnTo>
                  <a:pt x="2770970" y="982038"/>
                </a:lnTo>
                <a:lnTo>
                  <a:pt x="2770970" y="972198"/>
                </a:lnTo>
                <a:lnTo>
                  <a:pt x="2782779" y="960390"/>
                </a:lnTo>
                <a:lnTo>
                  <a:pt x="2792618" y="968262"/>
                </a:lnTo>
                <a:lnTo>
                  <a:pt x="2804427" y="976134"/>
                </a:lnTo>
                <a:lnTo>
                  <a:pt x="2837883" y="972198"/>
                </a:lnTo>
                <a:lnTo>
                  <a:pt x="2861500" y="960390"/>
                </a:lnTo>
                <a:lnTo>
                  <a:pt x="2877244" y="964326"/>
                </a:lnTo>
                <a:lnTo>
                  <a:pt x="2877244" y="944646"/>
                </a:lnTo>
                <a:lnTo>
                  <a:pt x="2857563" y="928902"/>
                </a:lnTo>
                <a:lnTo>
                  <a:pt x="2853628" y="911190"/>
                </a:lnTo>
                <a:lnTo>
                  <a:pt x="2891020" y="879702"/>
                </a:lnTo>
                <a:lnTo>
                  <a:pt x="2902828" y="865925"/>
                </a:lnTo>
                <a:lnTo>
                  <a:pt x="2914637" y="861989"/>
                </a:lnTo>
                <a:lnTo>
                  <a:pt x="2914637" y="838373"/>
                </a:lnTo>
                <a:lnTo>
                  <a:pt x="2906764" y="834437"/>
                </a:lnTo>
                <a:lnTo>
                  <a:pt x="2906764" y="822629"/>
                </a:lnTo>
                <a:lnTo>
                  <a:pt x="2902828" y="816725"/>
                </a:lnTo>
                <a:lnTo>
                  <a:pt x="2885116" y="804917"/>
                </a:lnTo>
                <a:lnTo>
                  <a:pt x="2877244" y="789173"/>
                </a:lnTo>
                <a:lnTo>
                  <a:pt x="2857563" y="793109"/>
                </a:lnTo>
                <a:lnTo>
                  <a:pt x="2845755" y="777365"/>
                </a:lnTo>
                <a:lnTo>
                  <a:pt x="2853628" y="771461"/>
                </a:lnTo>
                <a:lnTo>
                  <a:pt x="2841819" y="771461"/>
                </a:lnTo>
                <a:lnTo>
                  <a:pt x="2820171" y="777365"/>
                </a:lnTo>
                <a:lnTo>
                  <a:pt x="2808362" y="785237"/>
                </a:lnTo>
                <a:lnTo>
                  <a:pt x="2792618" y="781301"/>
                </a:lnTo>
                <a:lnTo>
                  <a:pt x="2792618" y="773429"/>
                </a:lnTo>
                <a:lnTo>
                  <a:pt x="2828043" y="763589"/>
                </a:lnTo>
                <a:lnTo>
                  <a:pt x="2824107" y="759653"/>
                </a:lnTo>
                <a:lnTo>
                  <a:pt x="2792618" y="747845"/>
                </a:lnTo>
                <a:lnTo>
                  <a:pt x="2786714" y="732100"/>
                </a:lnTo>
                <a:lnTo>
                  <a:pt x="2770970" y="728164"/>
                </a:lnTo>
                <a:lnTo>
                  <a:pt x="2774906" y="714388"/>
                </a:lnTo>
                <a:lnTo>
                  <a:pt x="2759162" y="698645"/>
                </a:lnTo>
                <a:lnTo>
                  <a:pt x="2747354" y="698645"/>
                </a:lnTo>
                <a:lnTo>
                  <a:pt x="2735546" y="690773"/>
                </a:lnTo>
                <a:lnTo>
                  <a:pt x="2721769" y="694709"/>
                </a:lnTo>
                <a:lnTo>
                  <a:pt x="2721769" y="698645"/>
                </a:lnTo>
                <a:lnTo>
                  <a:pt x="2743418" y="714388"/>
                </a:lnTo>
                <a:lnTo>
                  <a:pt x="2735546" y="720292"/>
                </a:lnTo>
                <a:lnTo>
                  <a:pt x="2713898" y="724228"/>
                </a:lnTo>
                <a:lnTo>
                  <a:pt x="2690281" y="714388"/>
                </a:lnTo>
                <a:lnTo>
                  <a:pt x="2678473" y="718324"/>
                </a:lnTo>
                <a:lnTo>
                  <a:pt x="2684377" y="720292"/>
                </a:lnTo>
                <a:lnTo>
                  <a:pt x="2678473" y="728164"/>
                </a:lnTo>
                <a:lnTo>
                  <a:pt x="2658792" y="720292"/>
                </a:lnTo>
                <a:lnTo>
                  <a:pt x="2646985" y="714388"/>
                </a:lnTo>
                <a:lnTo>
                  <a:pt x="2635176" y="710452"/>
                </a:lnTo>
                <a:lnTo>
                  <a:pt x="2633208" y="714388"/>
                </a:lnTo>
                <a:lnTo>
                  <a:pt x="2635176" y="718324"/>
                </a:lnTo>
                <a:lnTo>
                  <a:pt x="2646985" y="724228"/>
                </a:lnTo>
                <a:lnTo>
                  <a:pt x="2646985" y="732100"/>
                </a:lnTo>
                <a:lnTo>
                  <a:pt x="2633208" y="728164"/>
                </a:lnTo>
                <a:lnTo>
                  <a:pt x="2617464" y="724228"/>
                </a:lnTo>
                <a:lnTo>
                  <a:pt x="2605655" y="724228"/>
                </a:lnTo>
                <a:lnTo>
                  <a:pt x="2587943" y="718324"/>
                </a:lnTo>
                <a:lnTo>
                  <a:pt x="2572199" y="718324"/>
                </a:lnTo>
                <a:lnTo>
                  <a:pt x="2548583" y="718324"/>
                </a:lnTo>
                <a:lnTo>
                  <a:pt x="2532838" y="714388"/>
                </a:lnTo>
                <a:lnTo>
                  <a:pt x="2532838" y="702580"/>
                </a:lnTo>
                <a:lnTo>
                  <a:pt x="2522998" y="698645"/>
                </a:lnTo>
                <a:lnTo>
                  <a:pt x="2507254" y="710452"/>
                </a:lnTo>
                <a:lnTo>
                  <a:pt x="2487574" y="710452"/>
                </a:lnTo>
                <a:lnTo>
                  <a:pt x="2477734" y="698645"/>
                </a:lnTo>
                <a:lnTo>
                  <a:pt x="2458053" y="688805"/>
                </a:lnTo>
                <a:lnTo>
                  <a:pt x="2446245" y="678965"/>
                </a:lnTo>
                <a:lnTo>
                  <a:pt x="2442309" y="665188"/>
                </a:lnTo>
                <a:lnTo>
                  <a:pt x="2454117" y="665188"/>
                </a:lnTo>
                <a:lnTo>
                  <a:pt x="2473797" y="671093"/>
                </a:lnTo>
                <a:lnTo>
                  <a:pt x="2487574" y="671093"/>
                </a:lnTo>
                <a:lnTo>
                  <a:pt x="2503318" y="671093"/>
                </a:lnTo>
                <a:lnTo>
                  <a:pt x="2499382" y="665188"/>
                </a:lnTo>
                <a:lnTo>
                  <a:pt x="2473797" y="659284"/>
                </a:lnTo>
                <a:lnTo>
                  <a:pt x="2438373" y="655349"/>
                </a:lnTo>
                <a:lnTo>
                  <a:pt x="2424597" y="639604"/>
                </a:lnTo>
                <a:lnTo>
                  <a:pt x="2430501" y="627797"/>
                </a:lnTo>
                <a:lnTo>
                  <a:pt x="2428533" y="614020"/>
                </a:lnTo>
                <a:lnTo>
                  <a:pt x="2438373" y="606148"/>
                </a:lnTo>
                <a:lnTo>
                  <a:pt x="2428533" y="598276"/>
                </a:lnTo>
                <a:lnTo>
                  <a:pt x="2430501" y="590404"/>
                </a:lnTo>
                <a:lnTo>
                  <a:pt x="2446245" y="578596"/>
                </a:lnTo>
                <a:lnTo>
                  <a:pt x="2446245" y="556948"/>
                </a:lnTo>
                <a:lnTo>
                  <a:pt x="2473797" y="537267"/>
                </a:lnTo>
                <a:lnTo>
                  <a:pt x="2477734" y="533332"/>
                </a:lnTo>
                <a:close/>
                <a:moveTo>
                  <a:pt x="8545113" y="511685"/>
                </a:moveTo>
                <a:lnTo>
                  <a:pt x="8537241" y="517592"/>
                </a:lnTo>
                <a:lnTo>
                  <a:pt x="8537241" y="523494"/>
                </a:lnTo>
                <a:lnTo>
                  <a:pt x="8529369" y="521524"/>
                </a:lnTo>
                <a:lnTo>
                  <a:pt x="8533305" y="513653"/>
                </a:lnTo>
                <a:close/>
                <a:moveTo>
                  <a:pt x="8978076" y="499877"/>
                </a:moveTo>
                <a:lnTo>
                  <a:pt x="9013501" y="499877"/>
                </a:lnTo>
                <a:lnTo>
                  <a:pt x="9015469" y="503812"/>
                </a:lnTo>
                <a:lnTo>
                  <a:pt x="9037117" y="515622"/>
                </a:lnTo>
                <a:lnTo>
                  <a:pt x="9050893" y="527431"/>
                </a:lnTo>
                <a:lnTo>
                  <a:pt x="9043021" y="541205"/>
                </a:lnTo>
                <a:lnTo>
                  <a:pt x="9003661" y="537272"/>
                </a:lnTo>
                <a:lnTo>
                  <a:pt x="8983980" y="535301"/>
                </a:lnTo>
                <a:lnTo>
                  <a:pt x="8978076" y="531365"/>
                </a:lnTo>
                <a:lnTo>
                  <a:pt x="8956428" y="529396"/>
                </a:lnTo>
                <a:lnTo>
                  <a:pt x="8954460" y="523494"/>
                </a:lnTo>
                <a:lnTo>
                  <a:pt x="8966268" y="519556"/>
                </a:lnTo>
                <a:lnTo>
                  <a:pt x="8966268" y="511685"/>
                </a:lnTo>
                <a:close/>
                <a:moveTo>
                  <a:pt x="8488040" y="499877"/>
                </a:moveTo>
                <a:lnTo>
                  <a:pt x="8497880" y="499877"/>
                </a:lnTo>
                <a:lnTo>
                  <a:pt x="8503784" y="503812"/>
                </a:lnTo>
                <a:lnTo>
                  <a:pt x="8493944" y="501845"/>
                </a:lnTo>
                <a:lnTo>
                  <a:pt x="8484104" y="503812"/>
                </a:lnTo>
                <a:close/>
                <a:moveTo>
                  <a:pt x="2182530" y="499874"/>
                </a:moveTo>
                <a:lnTo>
                  <a:pt x="2202211" y="499874"/>
                </a:lnTo>
                <a:lnTo>
                  <a:pt x="2206147" y="503809"/>
                </a:lnTo>
                <a:lnTo>
                  <a:pt x="2198274" y="515618"/>
                </a:lnTo>
                <a:lnTo>
                  <a:pt x="2182530" y="519553"/>
                </a:lnTo>
                <a:lnTo>
                  <a:pt x="2168754" y="515618"/>
                </a:lnTo>
                <a:lnTo>
                  <a:pt x="2168754" y="507745"/>
                </a:lnTo>
                <a:close/>
                <a:moveTo>
                  <a:pt x="7344622" y="495942"/>
                </a:moveTo>
                <a:lnTo>
                  <a:pt x="7356430" y="495942"/>
                </a:lnTo>
                <a:lnTo>
                  <a:pt x="7358398" y="497911"/>
                </a:lnTo>
                <a:lnTo>
                  <a:pt x="7348558" y="499877"/>
                </a:lnTo>
                <a:close/>
                <a:moveTo>
                  <a:pt x="2338005" y="493971"/>
                </a:moveTo>
                <a:lnTo>
                  <a:pt x="2357685" y="503811"/>
                </a:lnTo>
                <a:lnTo>
                  <a:pt x="2371461" y="499874"/>
                </a:lnTo>
                <a:lnTo>
                  <a:pt x="2410822" y="503811"/>
                </a:lnTo>
                <a:lnTo>
                  <a:pt x="2414758" y="519555"/>
                </a:lnTo>
                <a:lnTo>
                  <a:pt x="2361621" y="580563"/>
                </a:lnTo>
                <a:lnTo>
                  <a:pt x="2349813" y="576627"/>
                </a:lnTo>
                <a:lnTo>
                  <a:pt x="2326197" y="576627"/>
                </a:lnTo>
                <a:lnTo>
                  <a:pt x="2316356" y="576627"/>
                </a:lnTo>
                <a:lnTo>
                  <a:pt x="2304548" y="576627"/>
                </a:lnTo>
                <a:lnTo>
                  <a:pt x="2322261" y="596307"/>
                </a:lnTo>
                <a:lnTo>
                  <a:pt x="2304548" y="621891"/>
                </a:lnTo>
                <a:lnTo>
                  <a:pt x="2288804" y="621891"/>
                </a:lnTo>
                <a:lnTo>
                  <a:pt x="2280931" y="621891"/>
                </a:lnTo>
                <a:lnTo>
                  <a:pt x="2273060" y="592371"/>
                </a:lnTo>
                <a:lnTo>
                  <a:pt x="2263219" y="572691"/>
                </a:lnTo>
                <a:lnTo>
                  <a:pt x="2267155" y="568755"/>
                </a:lnTo>
                <a:lnTo>
                  <a:pt x="2267155" y="519555"/>
                </a:lnTo>
                <a:lnTo>
                  <a:pt x="2273060" y="519555"/>
                </a:lnTo>
                <a:lnTo>
                  <a:pt x="2284868" y="519555"/>
                </a:lnTo>
                <a:lnTo>
                  <a:pt x="2284868" y="515618"/>
                </a:lnTo>
                <a:lnTo>
                  <a:pt x="2269124" y="507747"/>
                </a:lnTo>
                <a:lnTo>
                  <a:pt x="2296676" y="497906"/>
                </a:lnTo>
                <a:lnTo>
                  <a:pt x="2312420" y="497906"/>
                </a:lnTo>
                <a:close/>
                <a:moveTo>
                  <a:pt x="7305262" y="490037"/>
                </a:moveTo>
                <a:lnTo>
                  <a:pt x="7315102" y="490037"/>
                </a:lnTo>
                <a:lnTo>
                  <a:pt x="7309198" y="492005"/>
                </a:lnTo>
                <a:lnTo>
                  <a:pt x="7295422" y="492005"/>
                </a:lnTo>
                <a:close/>
                <a:moveTo>
                  <a:pt x="7319038" y="488071"/>
                </a:moveTo>
                <a:lnTo>
                  <a:pt x="7338718" y="488071"/>
                </a:lnTo>
                <a:lnTo>
                  <a:pt x="7328878" y="492005"/>
                </a:lnTo>
                <a:close/>
                <a:moveTo>
                  <a:pt x="7387919" y="486103"/>
                </a:moveTo>
                <a:lnTo>
                  <a:pt x="7397759" y="486103"/>
                </a:lnTo>
                <a:lnTo>
                  <a:pt x="7403663" y="488071"/>
                </a:lnTo>
                <a:lnTo>
                  <a:pt x="7385951" y="490037"/>
                </a:lnTo>
                <a:close/>
                <a:moveTo>
                  <a:pt x="8804891" y="478231"/>
                </a:moveTo>
                <a:lnTo>
                  <a:pt x="8818667" y="480197"/>
                </a:lnTo>
                <a:lnTo>
                  <a:pt x="8838347" y="493972"/>
                </a:lnTo>
                <a:lnTo>
                  <a:pt x="8836379" y="497911"/>
                </a:lnTo>
                <a:close/>
                <a:moveTo>
                  <a:pt x="8960364" y="472324"/>
                </a:moveTo>
                <a:lnTo>
                  <a:pt x="8976108" y="478231"/>
                </a:lnTo>
                <a:lnTo>
                  <a:pt x="8972172" y="484132"/>
                </a:lnTo>
                <a:lnTo>
                  <a:pt x="8978076" y="486103"/>
                </a:lnTo>
                <a:lnTo>
                  <a:pt x="8976108" y="492005"/>
                </a:lnTo>
                <a:lnTo>
                  <a:pt x="8960364" y="501845"/>
                </a:lnTo>
                <a:lnTo>
                  <a:pt x="8944620" y="490037"/>
                </a:lnTo>
                <a:lnTo>
                  <a:pt x="8946588" y="480197"/>
                </a:lnTo>
                <a:close/>
                <a:moveTo>
                  <a:pt x="8261718" y="468391"/>
                </a:moveTo>
                <a:lnTo>
                  <a:pt x="8269590" y="470357"/>
                </a:lnTo>
                <a:lnTo>
                  <a:pt x="8257782" y="480197"/>
                </a:lnTo>
                <a:lnTo>
                  <a:pt x="8257782" y="486103"/>
                </a:lnTo>
                <a:lnTo>
                  <a:pt x="8249910" y="486103"/>
                </a:lnTo>
                <a:lnTo>
                  <a:pt x="8245974" y="480197"/>
                </a:lnTo>
                <a:lnTo>
                  <a:pt x="8253846" y="472324"/>
                </a:lnTo>
                <a:close/>
                <a:moveTo>
                  <a:pt x="1515369" y="466420"/>
                </a:moveTo>
                <a:lnTo>
                  <a:pt x="1538985" y="466420"/>
                </a:lnTo>
                <a:lnTo>
                  <a:pt x="1568506" y="488068"/>
                </a:lnTo>
                <a:lnTo>
                  <a:pt x="1576378" y="495940"/>
                </a:lnTo>
                <a:lnTo>
                  <a:pt x="1584250" y="488068"/>
                </a:lnTo>
                <a:lnTo>
                  <a:pt x="1592122" y="488068"/>
                </a:lnTo>
                <a:lnTo>
                  <a:pt x="1596058" y="499875"/>
                </a:lnTo>
                <a:lnTo>
                  <a:pt x="1603930" y="495940"/>
                </a:lnTo>
                <a:lnTo>
                  <a:pt x="1603930" y="488068"/>
                </a:lnTo>
                <a:lnTo>
                  <a:pt x="1637387" y="488068"/>
                </a:lnTo>
                <a:lnTo>
                  <a:pt x="1694460" y="527428"/>
                </a:lnTo>
                <a:lnTo>
                  <a:pt x="1694460" y="537268"/>
                </a:lnTo>
                <a:lnTo>
                  <a:pt x="1682652" y="537268"/>
                </a:lnTo>
                <a:lnTo>
                  <a:pt x="1674780" y="545140"/>
                </a:lnTo>
                <a:lnTo>
                  <a:pt x="1629515" y="568756"/>
                </a:lnTo>
                <a:lnTo>
                  <a:pt x="1615739" y="576628"/>
                </a:lnTo>
                <a:lnTo>
                  <a:pt x="1588186" y="588436"/>
                </a:lnTo>
                <a:lnTo>
                  <a:pt x="1584250" y="606149"/>
                </a:lnTo>
                <a:lnTo>
                  <a:pt x="1576378" y="606149"/>
                </a:lnTo>
                <a:lnTo>
                  <a:pt x="1572442" y="602212"/>
                </a:lnTo>
                <a:lnTo>
                  <a:pt x="1554729" y="610084"/>
                </a:lnTo>
                <a:lnTo>
                  <a:pt x="1554729" y="641572"/>
                </a:lnTo>
                <a:lnTo>
                  <a:pt x="1535049" y="653380"/>
                </a:lnTo>
                <a:lnTo>
                  <a:pt x="1527177" y="649444"/>
                </a:lnTo>
                <a:lnTo>
                  <a:pt x="1503561" y="663220"/>
                </a:lnTo>
                <a:lnTo>
                  <a:pt x="1489785" y="671092"/>
                </a:lnTo>
                <a:lnTo>
                  <a:pt x="1474040" y="671092"/>
                </a:lnTo>
                <a:lnTo>
                  <a:pt x="1466168" y="645509"/>
                </a:lnTo>
                <a:lnTo>
                  <a:pt x="1420903" y="625828"/>
                </a:lnTo>
                <a:lnTo>
                  <a:pt x="1405159" y="621892"/>
                </a:lnTo>
                <a:lnTo>
                  <a:pt x="1409095" y="602212"/>
                </a:lnTo>
                <a:lnTo>
                  <a:pt x="1432711" y="592372"/>
                </a:lnTo>
                <a:lnTo>
                  <a:pt x="1428775" y="584501"/>
                </a:lnTo>
                <a:lnTo>
                  <a:pt x="1420903" y="576628"/>
                </a:lnTo>
                <a:lnTo>
                  <a:pt x="1420903" y="564820"/>
                </a:lnTo>
                <a:lnTo>
                  <a:pt x="1432711" y="568756"/>
                </a:lnTo>
                <a:lnTo>
                  <a:pt x="1444520" y="560884"/>
                </a:lnTo>
                <a:lnTo>
                  <a:pt x="1428775" y="553012"/>
                </a:lnTo>
                <a:lnTo>
                  <a:pt x="1428775" y="541204"/>
                </a:lnTo>
                <a:lnTo>
                  <a:pt x="1454360" y="523492"/>
                </a:lnTo>
                <a:lnTo>
                  <a:pt x="1436647" y="476259"/>
                </a:lnTo>
                <a:lnTo>
                  <a:pt x="1497656" y="472323"/>
                </a:lnTo>
                <a:close/>
                <a:moveTo>
                  <a:pt x="8143637" y="464453"/>
                </a:moveTo>
                <a:lnTo>
                  <a:pt x="8161349" y="464453"/>
                </a:lnTo>
                <a:lnTo>
                  <a:pt x="8182997" y="464453"/>
                </a:lnTo>
                <a:lnTo>
                  <a:pt x="8184965" y="468391"/>
                </a:lnTo>
                <a:lnTo>
                  <a:pt x="8173157" y="476262"/>
                </a:lnTo>
                <a:lnTo>
                  <a:pt x="8173157" y="482165"/>
                </a:lnTo>
                <a:lnTo>
                  <a:pt x="8155445" y="490037"/>
                </a:lnTo>
                <a:lnTo>
                  <a:pt x="8141669" y="478231"/>
                </a:lnTo>
                <a:lnTo>
                  <a:pt x="8129861" y="476262"/>
                </a:lnTo>
                <a:lnTo>
                  <a:pt x="8137733" y="468391"/>
                </a:lnTo>
                <a:close/>
                <a:moveTo>
                  <a:pt x="7417439" y="434933"/>
                </a:moveTo>
                <a:lnTo>
                  <a:pt x="7427279" y="438872"/>
                </a:lnTo>
                <a:lnTo>
                  <a:pt x="7421375" y="442805"/>
                </a:lnTo>
                <a:lnTo>
                  <a:pt x="7409567" y="440837"/>
                </a:lnTo>
                <a:lnTo>
                  <a:pt x="7409567" y="436902"/>
                </a:lnTo>
                <a:close/>
                <a:moveTo>
                  <a:pt x="7277709" y="405413"/>
                </a:moveTo>
                <a:lnTo>
                  <a:pt x="7289517" y="407382"/>
                </a:lnTo>
                <a:lnTo>
                  <a:pt x="7295421" y="417222"/>
                </a:lnTo>
                <a:lnTo>
                  <a:pt x="7283613" y="423124"/>
                </a:lnTo>
                <a:lnTo>
                  <a:pt x="7265901" y="413284"/>
                </a:lnTo>
                <a:close/>
                <a:moveTo>
                  <a:pt x="9127646" y="401477"/>
                </a:moveTo>
                <a:lnTo>
                  <a:pt x="9135518" y="403445"/>
                </a:lnTo>
                <a:lnTo>
                  <a:pt x="9151262" y="411316"/>
                </a:lnTo>
                <a:lnTo>
                  <a:pt x="9188654" y="411316"/>
                </a:lnTo>
                <a:lnTo>
                  <a:pt x="9196527" y="415253"/>
                </a:lnTo>
                <a:lnTo>
                  <a:pt x="9220143" y="417222"/>
                </a:lnTo>
                <a:lnTo>
                  <a:pt x="9249663" y="423124"/>
                </a:lnTo>
                <a:lnTo>
                  <a:pt x="9257535" y="430996"/>
                </a:lnTo>
                <a:lnTo>
                  <a:pt x="9251631" y="440837"/>
                </a:lnTo>
                <a:lnTo>
                  <a:pt x="9222111" y="448712"/>
                </a:lnTo>
                <a:lnTo>
                  <a:pt x="9196527" y="448712"/>
                </a:lnTo>
                <a:lnTo>
                  <a:pt x="9167006" y="434933"/>
                </a:lnTo>
                <a:lnTo>
                  <a:pt x="9149294" y="427063"/>
                </a:lnTo>
                <a:lnTo>
                  <a:pt x="9147326" y="417222"/>
                </a:lnTo>
                <a:lnTo>
                  <a:pt x="9129614" y="407382"/>
                </a:lnTo>
                <a:close/>
                <a:moveTo>
                  <a:pt x="7287550" y="381796"/>
                </a:moveTo>
                <a:lnTo>
                  <a:pt x="7299358" y="387702"/>
                </a:lnTo>
                <a:lnTo>
                  <a:pt x="7299358" y="391636"/>
                </a:lnTo>
                <a:lnTo>
                  <a:pt x="7283614" y="391636"/>
                </a:lnTo>
                <a:lnTo>
                  <a:pt x="7277710" y="383764"/>
                </a:lnTo>
                <a:close/>
                <a:moveTo>
                  <a:pt x="7293454" y="379828"/>
                </a:moveTo>
                <a:lnTo>
                  <a:pt x="7311166" y="379828"/>
                </a:lnTo>
                <a:lnTo>
                  <a:pt x="7322974" y="383764"/>
                </a:lnTo>
                <a:lnTo>
                  <a:pt x="7317070" y="387702"/>
                </a:lnTo>
                <a:lnTo>
                  <a:pt x="7305262" y="387702"/>
                </a:lnTo>
                <a:close/>
                <a:moveTo>
                  <a:pt x="9304768" y="373924"/>
                </a:moveTo>
                <a:lnTo>
                  <a:pt x="9316576" y="373924"/>
                </a:lnTo>
                <a:lnTo>
                  <a:pt x="9312640" y="375894"/>
                </a:lnTo>
                <a:close/>
                <a:moveTo>
                  <a:pt x="7716577" y="373924"/>
                </a:moveTo>
                <a:lnTo>
                  <a:pt x="7720513" y="375894"/>
                </a:lnTo>
                <a:lnTo>
                  <a:pt x="7716577" y="377862"/>
                </a:lnTo>
                <a:lnTo>
                  <a:pt x="7708705" y="375894"/>
                </a:lnTo>
                <a:close/>
                <a:moveTo>
                  <a:pt x="8989885" y="369988"/>
                </a:moveTo>
                <a:lnTo>
                  <a:pt x="8997757" y="373924"/>
                </a:lnTo>
                <a:lnTo>
                  <a:pt x="9005629" y="381796"/>
                </a:lnTo>
                <a:lnTo>
                  <a:pt x="9021373" y="387702"/>
                </a:lnTo>
                <a:lnTo>
                  <a:pt x="9039086" y="387702"/>
                </a:lnTo>
                <a:lnTo>
                  <a:pt x="9044990" y="387702"/>
                </a:lnTo>
                <a:lnTo>
                  <a:pt x="9064670" y="397542"/>
                </a:lnTo>
                <a:lnTo>
                  <a:pt x="9086318" y="399512"/>
                </a:lnTo>
                <a:lnTo>
                  <a:pt x="9092222" y="405413"/>
                </a:lnTo>
                <a:lnTo>
                  <a:pt x="9074510" y="411316"/>
                </a:lnTo>
                <a:lnTo>
                  <a:pt x="9080414" y="413284"/>
                </a:lnTo>
                <a:lnTo>
                  <a:pt x="9060734" y="429031"/>
                </a:lnTo>
                <a:lnTo>
                  <a:pt x="9048926" y="423124"/>
                </a:lnTo>
                <a:lnTo>
                  <a:pt x="9031213" y="427063"/>
                </a:lnTo>
                <a:lnTo>
                  <a:pt x="9015469" y="417222"/>
                </a:lnTo>
                <a:lnTo>
                  <a:pt x="9015469" y="407382"/>
                </a:lnTo>
                <a:lnTo>
                  <a:pt x="9025309" y="403445"/>
                </a:lnTo>
                <a:lnTo>
                  <a:pt x="9023341" y="397542"/>
                </a:lnTo>
                <a:lnTo>
                  <a:pt x="9013501" y="397542"/>
                </a:lnTo>
                <a:lnTo>
                  <a:pt x="9001693" y="407382"/>
                </a:lnTo>
                <a:lnTo>
                  <a:pt x="9007597" y="423124"/>
                </a:lnTo>
                <a:lnTo>
                  <a:pt x="9029245" y="432964"/>
                </a:lnTo>
                <a:lnTo>
                  <a:pt x="9044990" y="432964"/>
                </a:lnTo>
                <a:lnTo>
                  <a:pt x="9023341" y="444773"/>
                </a:lnTo>
                <a:lnTo>
                  <a:pt x="9005629" y="442805"/>
                </a:lnTo>
                <a:lnTo>
                  <a:pt x="9001693" y="430996"/>
                </a:lnTo>
                <a:lnTo>
                  <a:pt x="8989885" y="430996"/>
                </a:lnTo>
                <a:lnTo>
                  <a:pt x="8968237" y="442805"/>
                </a:lnTo>
                <a:lnTo>
                  <a:pt x="8944621" y="442805"/>
                </a:lnTo>
                <a:lnTo>
                  <a:pt x="8942653" y="434933"/>
                </a:lnTo>
                <a:lnTo>
                  <a:pt x="8936749" y="432964"/>
                </a:lnTo>
                <a:lnTo>
                  <a:pt x="8926909" y="436902"/>
                </a:lnTo>
                <a:lnTo>
                  <a:pt x="8932813" y="450678"/>
                </a:lnTo>
                <a:lnTo>
                  <a:pt x="8922973" y="458552"/>
                </a:lnTo>
                <a:lnTo>
                  <a:pt x="8885580" y="446742"/>
                </a:lnTo>
                <a:lnTo>
                  <a:pt x="8887548" y="438872"/>
                </a:lnTo>
                <a:lnTo>
                  <a:pt x="8877708" y="432964"/>
                </a:lnTo>
                <a:lnTo>
                  <a:pt x="8865900" y="432964"/>
                </a:lnTo>
                <a:lnTo>
                  <a:pt x="8854092" y="417222"/>
                </a:lnTo>
                <a:lnTo>
                  <a:pt x="8865900" y="411316"/>
                </a:lnTo>
                <a:lnTo>
                  <a:pt x="8859996" y="397542"/>
                </a:lnTo>
                <a:lnTo>
                  <a:pt x="8861964" y="393604"/>
                </a:lnTo>
                <a:lnTo>
                  <a:pt x="8873772" y="391636"/>
                </a:lnTo>
                <a:lnTo>
                  <a:pt x="8869836" y="385733"/>
                </a:lnTo>
                <a:lnTo>
                  <a:pt x="8869836" y="381796"/>
                </a:lnTo>
                <a:lnTo>
                  <a:pt x="8887548" y="381796"/>
                </a:lnTo>
                <a:lnTo>
                  <a:pt x="8887548" y="379828"/>
                </a:lnTo>
                <a:lnTo>
                  <a:pt x="8907228" y="371955"/>
                </a:lnTo>
                <a:lnTo>
                  <a:pt x="8940685" y="381796"/>
                </a:lnTo>
                <a:lnTo>
                  <a:pt x="8932813" y="385733"/>
                </a:lnTo>
                <a:lnTo>
                  <a:pt x="8932813" y="387702"/>
                </a:lnTo>
                <a:lnTo>
                  <a:pt x="8946589" y="391636"/>
                </a:lnTo>
                <a:lnTo>
                  <a:pt x="8946589" y="397542"/>
                </a:lnTo>
                <a:lnTo>
                  <a:pt x="8954461" y="401476"/>
                </a:lnTo>
                <a:lnTo>
                  <a:pt x="8972173" y="401476"/>
                </a:lnTo>
                <a:lnTo>
                  <a:pt x="8972173" y="381796"/>
                </a:lnTo>
                <a:lnTo>
                  <a:pt x="8980045" y="371955"/>
                </a:lnTo>
                <a:close/>
                <a:moveTo>
                  <a:pt x="7698865" y="366053"/>
                </a:moveTo>
                <a:lnTo>
                  <a:pt x="7696897" y="371955"/>
                </a:lnTo>
                <a:lnTo>
                  <a:pt x="7690993" y="373924"/>
                </a:lnTo>
                <a:lnTo>
                  <a:pt x="7665409" y="369988"/>
                </a:lnTo>
                <a:lnTo>
                  <a:pt x="7669345" y="368022"/>
                </a:lnTo>
                <a:lnTo>
                  <a:pt x="7685089" y="368022"/>
                </a:lnTo>
                <a:close/>
                <a:moveTo>
                  <a:pt x="8175126" y="356213"/>
                </a:moveTo>
                <a:lnTo>
                  <a:pt x="8179062" y="358183"/>
                </a:lnTo>
                <a:lnTo>
                  <a:pt x="8173158" y="362115"/>
                </a:lnTo>
                <a:close/>
                <a:moveTo>
                  <a:pt x="8145605" y="350309"/>
                </a:moveTo>
                <a:lnTo>
                  <a:pt x="8153477" y="352276"/>
                </a:lnTo>
                <a:lnTo>
                  <a:pt x="8165285" y="358183"/>
                </a:lnTo>
                <a:lnTo>
                  <a:pt x="8157413" y="358183"/>
                </a:lnTo>
                <a:lnTo>
                  <a:pt x="8141669" y="352276"/>
                </a:lnTo>
                <a:close/>
                <a:moveTo>
                  <a:pt x="7689025" y="346373"/>
                </a:moveTo>
                <a:lnTo>
                  <a:pt x="7696897" y="348343"/>
                </a:lnTo>
                <a:lnTo>
                  <a:pt x="7696897" y="352276"/>
                </a:lnTo>
                <a:lnTo>
                  <a:pt x="7683121" y="348343"/>
                </a:lnTo>
                <a:close/>
                <a:moveTo>
                  <a:pt x="7657537" y="344403"/>
                </a:moveTo>
                <a:lnTo>
                  <a:pt x="7665409" y="344403"/>
                </a:lnTo>
                <a:lnTo>
                  <a:pt x="7665409" y="350309"/>
                </a:lnTo>
                <a:lnTo>
                  <a:pt x="7657537" y="350309"/>
                </a:lnTo>
                <a:close/>
                <a:moveTo>
                  <a:pt x="7647697" y="344403"/>
                </a:moveTo>
                <a:lnTo>
                  <a:pt x="7649665" y="348343"/>
                </a:lnTo>
                <a:lnTo>
                  <a:pt x="7639825" y="350309"/>
                </a:lnTo>
                <a:lnTo>
                  <a:pt x="7635889" y="352276"/>
                </a:lnTo>
                <a:lnTo>
                  <a:pt x="7631953" y="350309"/>
                </a:lnTo>
                <a:close/>
                <a:moveTo>
                  <a:pt x="9210303" y="342436"/>
                </a:moveTo>
                <a:lnTo>
                  <a:pt x="9210303" y="348343"/>
                </a:lnTo>
                <a:lnTo>
                  <a:pt x="9188655" y="350309"/>
                </a:lnTo>
                <a:lnTo>
                  <a:pt x="9190623" y="344403"/>
                </a:lnTo>
                <a:close/>
                <a:moveTo>
                  <a:pt x="6876234" y="328662"/>
                </a:moveTo>
                <a:lnTo>
                  <a:pt x="6911658" y="334564"/>
                </a:lnTo>
                <a:lnTo>
                  <a:pt x="6915594" y="348343"/>
                </a:lnTo>
                <a:lnTo>
                  <a:pt x="6901818" y="358183"/>
                </a:lnTo>
                <a:lnTo>
                  <a:pt x="6905754" y="366053"/>
                </a:lnTo>
                <a:lnTo>
                  <a:pt x="6878202" y="371956"/>
                </a:lnTo>
                <a:lnTo>
                  <a:pt x="6840810" y="381796"/>
                </a:lnTo>
                <a:lnTo>
                  <a:pt x="6801449" y="387702"/>
                </a:lnTo>
                <a:lnTo>
                  <a:pt x="6791609" y="391636"/>
                </a:lnTo>
                <a:lnTo>
                  <a:pt x="6760121" y="395573"/>
                </a:lnTo>
                <a:lnTo>
                  <a:pt x="6758153" y="403445"/>
                </a:lnTo>
                <a:lnTo>
                  <a:pt x="6732569" y="407382"/>
                </a:lnTo>
                <a:lnTo>
                  <a:pt x="6718792" y="411316"/>
                </a:lnTo>
                <a:lnTo>
                  <a:pt x="6705016" y="421156"/>
                </a:lnTo>
                <a:lnTo>
                  <a:pt x="6673528" y="432965"/>
                </a:lnTo>
                <a:lnTo>
                  <a:pt x="6673528" y="442805"/>
                </a:lnTo>
                <a:lnTo>
                  <a:pt x="6661720" y="444773"/>
                </a:lnTo>
                <a:lnTo>
                  <a:pt x="6661720" y="456582"/>
                </a:lnTo>
                <a:lnTo>
                  <a:pt x="6634168" y="456582"/>
                </a:lnTo>
                <a:lnTo>
                  <a:pt x="6628264" y="466421"/>
                </a:lnTo>
                <a:lnTo>
                  <a:pt x="6616456" y="466421"/>
                </a:lnTo>
                <a:lnTo>
                  <a:pt x="6616456" y="480201"/>
                </a:lnTo>
                <a:lnTo>
                  <a:pt x="6604647" y="488071"/>
                </a:lnTo>
                <a:lnTo>
                  <a:pt x="6596775" y="488071"/>
                </a:lnTo>
                <a:lnTo>
                  <a:pt x="6592839" y="509721"/>
                </a:lnTo>
                <a:lnTo>
                  <a:pt x="6565287" y="541206"/>
                </a:lnTo>
                <a:lnTo>
                  <a:pt x="6541671" y="535301"/>
                </a:lnTo>
                <a:lnTo>
                  <a:pt x="6537735" y="531365"/>
                </a:lnTo>
                <a:lnTo>
                  <a:pt x="6504278" y="533334"/>
                </a:lnTo>
                <a:lnTo>
                  <a:pt x="6502310" y="525462"/>
                </a:lnTo>
                <a:lnTo>
                  <a:pt x="6514119" y="517592"/>
                </a:lnTo>
                <a:lnTo>
                  <a:pt x="6529863" y="513653"/>
                </a:lnTo>
                <a:lnTo>
                  <a:pt x="6527895" y="509721"/>
                </a:lnTo>
                <a:lnTo>
                  <a:pt x="6496406" y="515622"/>
                </a:lnTo>
                <a:lnTo>
                  <a:pt x="6478694" y="505782"/>
                </a:lnTo>
                <a:lnTo>
                  <a:pt x="6484598" y="499880"/>
                </a:lnTo>
                <a:lnTo>
                  <a:pt x="6502310" y="499880"/>
                </a:lnTo>
                <a:lnTo>
                  <a:pt x="6506247" y="488071"/>
                </a:lnTo>
                <a:lnTo>
                  <a:pt x="6516087" y="484134"/>
                </a:lnTo>
                <a:lnTo>
                  <a:pt x="6520023" y="486103"/>
                </a:lnTo>
                <a:lnTo>
                  <a:pt x="6531831" y="488071"/>
                </a:lnTo>
                <a:lnTo>
                  <a:pt x="6535767" y="488071"/>
                </a:lnTo>
                <a:lnTo>
                  <a:pt x="6539703" y="488071"/>
                </a:lnTo>
                <a:lnTo>
                  <a:pt x="6541671" y="486103"/>
                </a:lnTo>
                <a:lnTo>
                  <a:pt x="6529863" y="474293"/>
                </a:lnTo>
                <a:lnTo>
                  <a:pt x="6533799" y="466421"/>
                </a:lnTo>
                <a:lnTo>
                  <a:pt x="6551511" y="464453"/>
                </a:lnTo>
                <a:lnTo>
                  <a:pt x="6539703" y="456582"/>
                </a:lnTo>
                <a:lnTo>
                  <a:pt x="6547575" y="452645"/>
                </a:lnTo>
                <a:lnTo>
                  <a:pt x="6555447" y="448712"/>
                </a:lnTo>
                <a:lnTo>
                  <a:pt x="6539703" y="442805"/>
                </a:lnTo>
                <a:lnTo>
                  <a:pt x="6537735" y="429031"/>
                </a:lnTo>
                <a:lnTo>
                  <a:pt x="6529863" y="425093"/>
                </a:lnTo>
                <a:lnTo>
                  <a:pt x="6541671" y="423124"/>
                </a:lnTo>
                <a:lnTo>
                  <a:pt x="6557415" y="425093"/>
                </a:lnTo>
                <a:lnTo>
                  <a:pt x="6577095" y="419191"/>
                </a:lnTo>
                <a:lnTo>
                  <a:pt x="6577095" y="413284"/>
                </a:lnTo>
                <a:lnTo>
                  <a:pt x="6598743" y="413284"/>
                </a:lnTo>
                <a:lnTo>
                  <a:pt x="6608583" y="397542"/>
                </a:lnTo>
                <a:lnTo>
                  <a:pt x="6620392" y="397542"/>
                </a:lnTo>
                <a:lnTo>
                  <a:pt x="6620392" y="391636"/>
                </a:lnTo>
                <a:lnTo>
                  <a:pt x="6644008" y="387702"/>
                </a:lnTo>
                <a:lnTo>
                  <a:pt x="6661720" y="377862"/>
                </a:lnTo>
                <a:lnTo>
                  <a:pt x="6679432" y="375894"/>
                </a:lnTo>
                <a:lnTo>
                  <a:pt x="6679432" y="381796"/>
                </a:lnTo>
                <a:lnTo>
                  <a:pt x="6695176" y="379832"/>
                </a:lnTo>
                <a:lnTo>
                  <a:pt x="6681400" y="373924"/>
                </a:lnTo>
                <a:lnTo>
                  <a:pt x="6691240" y="366053"/>
                </a:lnTo>
                <a:lnTo>
                  <a:pt x="6720760" y="366053"/>
                </a:lnTo>
                <a:lnTo>
                  <a:pt x="6724696" y="371956"/>
                </a:lnTo>
                <a:lnTo>
                  <a:pt x="6754217" y="364084"/>
                </a:lnTo>
                <a:lnTo>
                  <a:pt x="6825065" y="350309"/>
                </a:lnTo>
                <a:lnTo>
                  <a:pt x="6829001" y="336534"/>
                </a:lnTo>
                <a:lnTo>
                  <a:pt x="6850650" y="334564"/>
                </a:lnTo>
                <a:close/>
                <a:moveTo>
                  <a:pt x="7482383" y="320788"/>
                </a:moveTo>
                <a:lnTo>
                  <a:pt x="7484351" y="322755"/>
                </a:lnTo>
                <a:lnTo>
                  <a:pt x="7480415" y="328662"/>
                </a:lnTo>
                <a:lnTo>
                  <a:pt x="7476479" y="328662"/>
                </a:lnTo>
                <a:lnTo>
                  <a:pt x="7476479" y="322755"/>
                </a:lnTo>
                <a:close/>
                <a:moveTo>
                  <a:pt x="7704769" y="318822"/>
                </a:moveTo>
                <a:lnTo>
                  <a:pt x="7704769" y="324724"/>
                </a:lnTo>
                <a:lnTo>
                  <a:pt x="7679185" y="330627"/>
                </a:lnTo>
                <a:lnTo>
                  <a:pt x="7667377" y="328662"/>
                </a:lnTo>
                <a:lnTo>
                  <a:pt x="7669345" y="322755"/>
                </a:lnTo>
                <a:close/>
                <a:moveTo>
                  <a:pt x="8015716" y="308982"/>
                </a:moveTo>
                <a:lnTo>
                  <a:pt x="8023588" y="310947"/>
                </a:lnTo>
                <a:lnTo>
                  <a:pt x="8017684" y="318822"/>
                </a:lnTo>
                <a:lnTo>
                  <a:pt x="8003908" y="318822"/>
                </a:lnTo>
                <a:lnTo>
                  <a:pt x="8007844" y="314884"/>
                </a:lnTo>
                <a:close/>
                <a:moveTo>
                  <a:pt x="7505999" y="308982"/>
                </a:moveTo>
                <a:lnTo>
                  <a:pt x="7511903" y="314884"/>
                </a:lnTo>
                <a:lnTo>
                  <a:pt x="7500095" y="320788"/>
                </a:lnTo>
                <a:lnTo>
                  <a:pt x="7488287" y="314884"/>
                </a:lnTo>
                <a:lnTo>
                  <a:pt x="7490255" y="310947"/>
                </a:lnTo>
                <a:close/>
                <a:moveTo>
                  <a:pt x="8001940" y="301108"/>
                </a:moveTo>
                <a:lnTo>
                  <a:pt x="8001940" y="305044"/>
                </a:lnTo>
                <a:lnTo>
                  <a:pt x="7988164" y="305044"/>
                </a:lnTo>
                <a:lnTo>
                  <a:pt x="7988164" y="303076"/>
                </a:lnTo>
                <a:close/>
                <a:moveTo>
                  <a:pt x="7289518" y="301108"/>
                </a:moveTo>
                <a:lnTo>
                  <a:pt x="7303294" y="301108"/>
                </a:lnTo>
                <a:lnTo>
                  <a:pt x="7305262" y="307013"/>
                </a:lnTo>
                <a:lnTo>
                  <a:pt x="7295422" y="305044"/>
                </a:lnTo>
                <a:close/>
                <a:moveTo>
                  <a:pt x="7917315" y="289302"/>
                </a:moveTo>
                <a:lnTo>
                  <a:pt x="7948803" y="299143"/>
                </a:lnTo>
                <a:lnTo>
                  <a:pt x="7966516" y="295204"/>
                </a:lnTo>
                <a:lnTo>
                  <a:pt x="7976356" y="305044"/>
                </a:lnTo>
                <a:lnTo>
                  <a:pt x="7960612" y="316854"/>
                </a:lnTo>
                <a:lnTo>
                  <a:pt x="7929123" y="318822"/>
                </a:lnTo>
                <a:lnTo>
                  <a:pt x="7929123" y="322756"/>
                </a:lnTo>
                <a:lnTo>
                  <a:pt x="7956676" y="324724"/>
                </a:lnTo>
                <a:lnTo>
                  <a:pt x="7956676" y="332597"/>
                </a:lnTo>
                <a:lnTo>
                  <a:pt x="7968484" y="334564"/>
                </a:lnTo>
                <a:lnTo>
                  <a:pt x="7982260" y="326694"/>
                </a:lnTo>
                <a:lnTo>
                  <a:pt x="8003908" y="330629"/>
                </a:lnTo>
                <a:lnTo>
                  <a:pt x="7999972" y="342436"/>
                </a:lnTo>
                <a:lnTo>
                  <a:pt x="7978324" y="352276"/>
                </a:lnTo>
                <a:lnTo>
                  <a:pt x="7994068" y="356213"/>
                </a:lnTo>
                <a:lnTo>
                  <a:pt x="8019652" y="354244"/>
                </a:lnTo>
                <a:lnTo>
                  <a:pt x="8027524" y="348343"/>
                </a:lnTo>
                <a:lnTo>
                  <a:pt x="8106245" y="342436"/>
                </a:lnTo>
                <a:lnTo>
                  <a:pt x="8118053" y="348343"/>
                </a:lnTo>
                <a:lnTo>
                  <a:pt x="8129861" y="350309"/>
                </a:lnTo>
                <a:lnTo>
                  <a:pt x="8159381" y="366053"/>
                </a:lnTo>
                <a:lnTo>
                  <a:pt x="8153477" y="373924"/>
                </a:lnTo>
                <a:lnTo>
                  <a:pt x="8159381" y="375894"/>
                </a:lnTo>
                <a:lnTo>
                  <a:pt x="8175125" y="366053"/>
                </a:lnTo>
                <a:lnTo>
                  <a:pt x="8186934" y="368022"/>
                </a:lnTo>
                <a:lnTo>
                  <a:pt x="8184966" y="383765"/>
                </a:lnTo>
                <a:lnTo>
                  <a:pt x="8194806" y="385733"/>
                </a:lnTo>
                <a:lnTo>
                  <a:pt x="8194806" y="401477"/>
                </a:lnTo>
                <a:lnTo>
                  <a:pt x="8171189" y="397542"/>
                </a:lnTo>
                <a:lnTo>
                  <a:pt x="8159381" y="387702"/>
                </a:lnTo>
                <a:lnTo>
                  <a:pt x="8153477" y="387702"/>
                </a:lnTo>
                <a:lnTo>
                  <a:pt x="8153477" y="391636"/>
                </a:lnTo>
                <a:lnTo>
                  <a:pt x="8157413" y="399512"/>
                </a:lnTo>
                <a:lnTo>
                  <a:pt x="8186934" y="411316"/>
                </a:lnTo>
                <a:lnTo>
                  <a:pt x="8173157" y="425093"/>
                </a:lnTo>
                <a:lnTo>
                  <a:pt x="8147573" y="442805"/>
                </a:lnTo>
                <a:lnTo>
                  <a:pt x="8145605" y="452645"/>
                </a:lnTo>
                <a:lnTo>
                  <a:pt x="8121989" y="452645"/>
                </a:lnTo>
                <a:lnTo>
                  <a:pt x="8084597" y="476262"/>
                </a:lnTo>
                <a:lnTo>
                  <a:pt x="8082629" y="484134"/>
                </a:lnTo>
                <a:lnTo>
                  <a:pt x="8070821" y="486103"/>
                </a:lnTo>
                <a:lnTo>
                  <a:pt x="8043269" y="497911"/>
                </a:lnTo>
                <a:lnTo>
                  <a:pt x="8027524" y="515622"/>
                </a:lnTo>
                <a:lnTo>
                  <a:pt x="8007844" y="515622"/>
                </a:lnTo>
                <a:lnTo>
                  <a:pt x="7994068" y="519560"/>
                </a:lnTo>
                <a:lnTo>
                  <a:pt x="7994068" y="533334"/>
                </a:lnTo>
                <a:lnTo>
                  <a:pt x="7982260" y="533334"/>
                </a:lnTo>
                <a:lnTo>
                  <a:pt x="7968484" y="541206"/>
                </a:lnTo>
                <a:lnTo>
                  <a:pt x="7968484" y="554982"/>
                </a:lnTo>
                <a:lnTo>
                  <a:pt x="7946835" y="568760"/>
                </a:lnTo>
                <a:lnTo>
                  <a:pt x="7964548" y="568760"/>
                </a:lnTo>
                <a:lnTo>
                  <a:pt x="7990132" y="558920"/>
                </a:lnTo>
                <a:lnTo>
                  <a:pt x="7994068" y="547111"/>
                </a:lnTo>
                <a:lnTo>
                  <a:pt x="8027524" y="547111"/>
                </a:lnTo>
                <a:lnTo>
                  <a:pt x="8027524" y="541206"/>
                </a:lnTo>
                <a:lnTo>
                  <a:pt x="8043269" y="533334"/>
                </a:lnTo>
                <a:lnTo>
                  <a:pt x="8059013" y="533334"/>
                </a:lnTo>
                <a:lnTo>
                  <a:pt x="8066885" y="529400"/>
                </a:lnTo>
                <a:lnTo>
                  <a:pt x="8084597" y="529400"/>
                </a:lnTo>
                <a:lnTo>
                  <a:pt x="8106245" y="509721"/>
                </a:lnTo>
                <a:lnTo>
                  <a:pt x="8090501" y="513654"/>
                </a:lnTo>
                <a:lnTo>
                  <a:pt x="8076725" y="513654"/>
                </a:lnTo>
                <a:lnTo>
                  <a:pt x="8072789" y="503813"/>
                </a:lnTo>
                <a:lnTo>
                  <a:pt x="8088533" y="493973"/>
                </a:lnTo>
                <a:lnTo>
                  <a:pt x="8106245" y="497911"/>
                </a:lnTo>
                <a:lnTo>
                  <a:pt x="8125925" y="493973"/>
                </a:lnTo>
                <a:lnTo>
                  <a:pt x="8123957" y="507751"/>
                </a:lnTo>
                <a:lnTo>
                  <a:pt x="8149541" y="513654"/>
                </a:lnTo>
                <a:lnTo>
                  <a:pt x="8167253" y="511686"/>
                </a:lnTo>
                <a:lnTo>
                  <a:pt x="8167253" y="497911"/>
                </a:lnTo>
                <a:lnTo>
                  <a:pt x="8182998" y="501846"/>
                </a:lnTo>
                <a:lnTo>
                  <a:pt x="8188902" y="509721"/>
                </a:lnTo>
                <a:lnTo>
                  <a:pt x="8184966" y="517592"/>
                </a:lnTo>
                <a:lnTo>
                  <a:pt x="8173157" y="525462"/>
                </a:lnTo>
                <a:lnTo>
                  <a:pt x="8179062" y="533334"/>
                </a:lnTo>
                <a:lnTo>
                  <a:pt x="8194806" y="531366"/>
                </a:lnTo>
                <a:lnTo>
                  <a:pt x="8196774" y="519560"/>
                </a:lnTo>
                <a:lnTo>
                  <a:pt x="8245974" y="511686"/>
                </a:lnTo>
                <a:lnTo>
                  <a:pt x="8267623" y="515622"/>
                </a:lnTo>
                <a:lnTo>
                  <a:pt x="8312887" y="517592"/>
                </a:lnTo>
                <a:lnTo>
                  <a:pt x="8340439" y="519560"/>
                </a:lnTo>
                <a:lnTo>
                  <a:pt x="8344375" y="525462"/>
                </a:lnTo>
                <a:lnTo>
                  <a:pt x="8326663" y="527431"/>
                </a:lnTo>
                <a:lnTo>
                  <a:pt x="8318791" y="529400"/>
                </a:lnTo>
                <a:lnTo>
                  <a:pt x="8318791" y="541206"/>
                </a:lnTo>
                <a:lnTo>
                  <a:pt x="8373895" y="554982"/>
                </a:lnTo>
                <a:lnTo>
                  <a:pt x="8383735" y="551046"/>
                </a:lnTo>
                <a:lnTo>
                  <a:pt x="8399479" y="551046"/>
                </a:lnTo>
                <a:lnTo>
                  <a:pt x="8423096" y="558920"/>
                </a:lnTo>
                <a:lnTo>
                  <a:pt x="8440808" y="558920"/>
                </a:lnTo>
                <a:lnTo>
                  <a:pt x="8450648" y="549081"/>
                </a:lnTo>
                <a:lnTo>
                  <a:pt x="8462456" y="549081"/>
                </a:lnTo>
                <a:lnTo>
                  <a:pt x="8474264" y="547111"/>
                </a:lnTo>
                <a:lnTo>
                  <a:pt x="8474264" y="531366"/>
                </a:lnTo>
                <a:lnTo>
                  <a:pt x="8468360" y="525462"/>
                </a:lnTo>
                <a:lnTo>
                  <a:pt x="8468360" y="515622"/>
                </a:lnTo>
                <a:lnTo>
                  <a:pt x="8472296" y="511686"/>
                </a:lnTo>
                <a:lnTo>
                  <a:pt x="8484104" y="513654"/>
                </a:lnTo>
                <a:lnTo>
                  <a:pt x="8490009" y="509721"/>
                </a:lnTo>
                <a:lnTo>
                  <a:pt x="8519529" y="515622"/>
                </a:lnTo>
                <a:lnTo>
                  <a:pt x="8517561" y="521526"/>
                </a:lnTo>
                <a:lnTo>
                  <a:pt x="8531337" y="529400"/>
                </a:lnTo>
                <a:lnTo>
                  <a:pt x="8549049" y="521526"/>
                </a:lnTo>
                <a:lnTo>
                  <a:pt x="8566761" y="535301"/>
                </a:lnTo>
                <a:lnTo>
                  <a:pt x="8584473" y="525462"/>
                </a:lnTo>
                <a:lnTo>
                  <a:pt x="8598249" y="529400"/>
                </a:lnTo>
                <a:lnTo>
                  <a:pt x="8627769" y="554982"/>
                </a:lnTo>
                <a:lnTo>
                  <a:pt x="8627769" y="564822"/>
                </a:lnTo>
                <a:lnTo>
                  <a:pt x="8643514" y="568760"/>
                </a:lnTo>
                <a:lnTo>
                  <a:pt x="8629738" y="580570"/>
                </a:lnTo>
                <a:lnTo>
                  <a:pt x="8610057" y="576630"/>
                </a:lnTo>
                <a:lnTo>
                  <a:pt x="8610057" y="582534"/>
                </a:lnTo>
                <a:lnTo>
                  <a:pt x="8617929" y="586471"/>
                </a:lnTo>
                <a:lnTo>
                  <a:pt x="8641546" y="590410"/>
                </a:lnTo>
                <a:lnTo>
                  <a:pt x="8639578" y="606151"/>
                </a:lnTo>
                <a:lnTo>
                  <a:pt x="8627769" y="606151"/>
                </a:lnTo>
                <a:lnTo>
                  <a:pt x="8608089" y="598280"/>
                </a:lnTo>
                <a:lnTo>
                  <a:pt x="8610057" y="610089"/>
                </a:lnTo>
                <a:lnTo>
                  <a:pt x="8621865" y="619929"/>
                </a:lnTo>
                <a:lnTo>
                  <a:pt x="8629738" y="614022"/>
                </a:lnTo>
                <a:lnTo>
                  <a:pt x="8639578" y="623863"/>
                </a:lnTo>
                <a:lnTo>
                  <a:pt x="8629738" y="627800"/>
                </a:lnTo>
                <a:lnTo>
                  <a:pt x="8635642" y="639610"/>
                </a:lnTo>
                <a:lnTo>
                  <a:pt x="8694682" y="673063"/>
                </a:lnTo>
                <a:lnTo>
                  <a:pt x="8708458" y="661255"/>
                </a:lnTo>
                <a:lnTo>
                  <a:pt x="8718299" y="631734"/>
                </a:lnTo>
                <a:lnTo>
                  <a:pt x="8734043" y="614022"/>
                </a:lnTo>
                <a:lnTo>
                  <a:pt x="8741915" y="623863"/>
                </a:lnTo>
                <a:lnTo>
                  <a:pt x="8767499" y="639610"/>
                </a:lnTo>
                <a:lnTo>
                  <a:pt x="8789147" y="641575"/>
                </a:lnTo>
                <a:lnTo>
                  <a:pt x="8816699" y="629769"/>
                </a:lnTo>
                <a:lnTo>
                  <a:pt x="8850155" y="631734"/>
                </a:lnTo>
                <a:lnTo>
                  <a:pt x="8875740" y="647479"/>
                </a:lnTo>
                <a:lnTo>
                  <a:pt x="8891484" y="647479"/>
                </a:lnTo>
                <a:lnTo>
                  <a:pt x="8893452" y="633702"/>
                </a:lnTo>
                <a:lnTo>
                  <a:pt x="8903292" y="625831"/>
                </a:lnTo>
                <a:lnTo>
                  <a:pt x="8917068" y="629769"/>
                </a:lnTo>
                <a:lnTo>
                  <a:pt x="8921004" y="639610"/>
                </a:lnTo>
                <a:lnTo>
                  <a:pt x="8946589" y="631734"/>
                </a:lnTo>
                <a:lnTo>
                  <a:pt x="8934780" y="619929"/>
                </a:lnTo>
                <a:lnTo>
                  <a:pt x="8938717" y="600249"/>
                </a:lnTo>
                <a:lnTo>
                  <a:pt x="8946589" y="594343"/>
                </a:lnTo>
                <a:lnTo>
                  <a:pt x="8921004" y="594343"/>
                </a:lnTo>
                <a:lnTo>
                  <a:pt x="8924940" y="580570"/>
                </a:lnTo>
                <a:lnTo>
                  <a:pt x="8934780" y="582534"/>
                </a:lnTo>
                <a:lnTo>
                  <a:pt x="8952493" y="582534"/>
                </a:lnTo>
                <a:lnTo>
                  <a:pt x="8974141" y="572695"/>
                </a:lnTo>
                <a:lnTo>
                  <a:pt x="8970205" y="564822"/>
                </a:lnTo>
                <a:lnTo>
                  <a:pt x="8972173" y="560890"/>
                </a:lnTo>
                <a:lnTo>
                  <a:pt x="8980045" y="562854"/>
                </a:lnTo>
                <a:lnTo>
                  <a:pt x="8985949" y="566791"/>
                </a:lnTo>
                <a:lnTo>
                  <a:pt x="9007597" y="566791"/>
                </a:lnTo>
                <a:lnTo>
                  <a:pt x="9043021" y="572695"/>
                </a:lnTo>
                <a:lnTo>
                  <a:pt x="9070573" y="574662"/>
                </a:lnTo>
                <a:lnTo>
                  <a:pt x="9125678" y="590410"/>
                </a:lnTo>
                <a:lnTo>
                  <a:pt x="9098126" y="586471"/>
                </a:lnTo>
                <a:lnTo>
                  <a:pt x="9070573" y="586471"/>
                </a:lnTo>
                <a:lnTo>
                  <a:pt x="9058765" y="596312"/>
                </a:lnTo>
                <a:lnTo>
                  <a:pt x="9068605" y="600249"/>
                </a:lnTo>
                <a:lnTo>
                  <a:pt x="9102062" y="598280"/>
                </a:lnTo>
                <a:lnTo>
                  <a:pt x="9098126" y="612054"/>
                </a:lnTo>
                <a:lnTo>
                  <a:pt x="9076477" y="612054"/>
                </a:lnTo>
                <a:lnTo>
                  <a:pt x="9082382" y="627800"/>
                </a:lnTo>
                <a:lnTo>
                  <a:pt x="9111902" y="623863"/>
                </a:lnTo>
                <a:lnTo>
                  <a:pt x="9135518" y="612054"/>
                </a:lnTo>
                <a:lnTo>
                  <a:pt x="9151262" y="594343"/>
                </a:lnTo>
                <a:lnTo>
                  <a:pt x="9194559" y="594343"/>
                </a:lnTo>
                <a:lnTo>
                  <a:pt x="9216207" y="604182"/>
                </a:lnTo>
                <a:lnTo>
                  <a:pt x="9229983" y="606151"/>
                </a:lnTo>
                <a:lnTo>
                  <a:pt x="9228015" y="621895"/>
                </a:lnTo>
                <a:lnTo>
                  <a:pt x="9214239" y="615991"/>
                </a:lnTo>
                <a:lnTo>
                  <a:pt x="9202431" y="615991"/>
                </a:lnTo>
                <a:lnTo>
                  <a:pt x="9206367" y="625831"/>
                </a:lnTo>
                <a:lnTo>
                  <a:pt x="9231951" y="629769"/>
                </a:lnTo>
                <a:lnTo>
                  <a:pt x="9261471" y="641575"/>
                </a:lnTo>
                <a:lnTo>
                  <a:pt x="9285087" y="655351"/>
                </a:lnTo>
                <a:lnTo>
                  <a:pt x="9287055" y="663223"/>
                </a:lnTo>
                <a:lnTo>
                  <a:pt x="9304768" y="673063"/>
                </a:lnTo>
                <a:lnTo>
                  <a:pt x="9340192" y="669129"/>
                </a:lnTo>
                <a:lnTo>
                  <a:pt x="9391361" y="655351"/>
                </a:lnTo>
                <a:lnTo>
                  <a:pt x="9420881" y="653383"/>
                </a:lnTo>
                <a:lnTo>
                  <a:pt x="9450401" y="659289"/>
                </a:lnTo>
                <a:lnTo>
                  <a:pt x="9470081" y="661255"/>
                </a:lnTo>
                <a:lnTo>
                  <a:pt x="9507473" y="676999"/>
                </a:lnTo>
                <a:lnTo>
                  <a:pt x="9511409" y="696680"/>
                </a:lnTo>
                <a:lnTo>
                  <a:pt x="9499601" y="708486"/>
                </a:lnTo>
                <a:lnTo>
                  <a:pt x="9503537" y="720294"/>
                </a:lnTo>
                <a:lnTo>
                  <a:pt x="9523217" y="732102"/>
                </a:lnTo>
                <a:lnTo>
                  <a:pt x="9531090" y="728166"/>
                </a:lnTo>
                <a:lnTo>
                  <a:pt x="9538962" y="732102"/>
                </a:lnTo>
                <a:lnTo>
                  <a:pt x="9544866" y="732102"/>
                </a:lnTo>
                <a:lnTo>
                  <a:pt x="9554706" y="732102"/>
                </a:lnTo>
                <a:lnTo>
                  <a:pt x="9560610" y="732102"/>
                </a:lnTo>
                <a:lnTo>
                  <a:pt x="9572418" y="732102"/>
                </a:lnTo>
                <a:lnTo>
                  <a:pt x="9590130" y="722262"/>
                </a:lnTo>
                <a:lnTo>
                  <a:pt x="9607842" y="728166"/>
                </a:lnTo>
                <a:lnTo>
                  <a:pt x="9621619" y="720294"/>
                </a:lnTo>
                <a:lnTo>
                  <a:pt x="9649171" y="732102"/>
                </a:lnTo>
                <a:lnTo>
                  <a:pt x="9706243" y="736038"/>
                </a:lnTo>
                <a:lnTo>
                  <a:pt x="9725923" y="722262"/>
                </a:lnTo>
                <a:lnTo>
                  <a:pt x="9733795" y="732102"/>
                </a:lnTo>
                <a:lnTo>
                  <a:pt x="9747571" y="747846"/>
                </a:lnTo>
                <a:lnTo>
                  <a:pt x="9773156" y="751782"/>
                </a:lnTo>
                <a:lnTo>
                  <a:pt x="9777092" y="765558"/>
                </a:lnTo>
                <a:lnTo>
                  <a:pt x="9816452" y="765558"/>
                </a:lnTo>
                <a:lnTo>
                  <a:pt x="9824324" y="747846"/>
                </a:lnTo>
                <a:lnTo>
                  <a:pt x="9792836" y="732102"/>
                </a:lnTo>
                <a:lnTo>
                  <a:pt x="9794804" y="722262"/>
                </a:lnTo>
                <a:lnTo>
                  <a:pt x="9802676" y="720294"/>
                </a:lnTo>
                <a:lnTo>
                  <a:pt x="9810548" y="718326"/>
                </a:lnTo>
                <a:lnTo>
                  <a:pt x="9798740" y="710454"/>
                </a:lnTo>
                <a:lnTo>
                  <a:pt x="9808580" y="704549"/>
                </a:lnTo>
                <a:lnTo>
                  <a:pt x="9871557" y="716358"/>
                </a:lnTo>
                <a:lnTo>
                  <a:pt x="9887301" y="718326"/>
                </a:lnTo>
                <a:lnTo>
                  <a:pt x="9899109" y="716358"/>
                </a:lnTo>
                <a:lnTo>
                  <a:pt x="9920757" y="718326"/>
                </a:lnTo>
                <a:lnTo>
                  <a:pt x="9938469" y="718326"/>
                </a:lnTo>
                <a:lnTo>
                  <a:pt x="9952245" y="720294"/>
                </a:lnTo>
                <a:lnTo>
                  <a:pt x="9958149" y="720294"/>
                </a:lnTo>
                <a:lnTo>
                  <a:pt x="9993573" y="732102"/>
                </a:lnTo>
                <a:lnTo>
                  <a:pt x="10007350" y="732102"/>
                </a:lnTo>
                <a:lnTo>
                  <a:pt x="10028998" y="739974"/>
                </a:lnTo>
                <a:lnTo>
                  <a:pt x="10046710" y="741942"/>
                </a:lnTo>
                <a:lnTo>
                  <a:pt x="10072295" y="755718"/>
                </a:lnTo>
                <a:lnTo>
                  <a:pt x="10072295" y="765558"/>
                </a:lnTo>
                <a:lnTo>
                  <a:pt x="10093943" y="765558"/>
                </a:lnTo>
                <a:lnTo>
                  <a:pt x="10107719" y="771462"/>
                </a:lnTo>
                <a:lnTo>
                  <a:pt x="10107719" y="779334"/>
                </a:lnTo>
                <a:lnTo>
                  <a:pt x="10147079" y="797046"/>
                </a:lnTo>
                <a:lnTo>
                  <a:pt x="10164791" y="800982"/>
                </a:lnTo>
                <a:lnTo>
                  <a:pt x="10164791" y="806886"/>
                </a:lnTo>
                <a:lnTo>
                  <a:pt x="10178567" y="810822"/>
                </a:lnTo>
                <a:lnTo>
                  <a:pt x="10178567" y="818694"/>
                </a:lnTo>
                <a:lnTo>
                  <a:pt x="10194311" y="816726"/>
                </a:lnTo>
                <a:lnTo>
                  <a:pt x="10219895" y="834439"/>
                </a:lnTo>
                <a:lnTo>
                  <a:pt x="10223832" y="852151"/>
                </a:lnTo>
                <a:lnTo>
                  <a:pt x="10212023" y="861991"/>
                </a:lnTo>
                <a:lnTo>
                  <a:pt x="10237608" y="877735"/>
                </a:lnTo>
                <a:lnTo>
                  <a:pt x="10243512" y="869863"/>
                </a:lnTo>
                <a:lnTo>
                  <a:pt x="10235640" y="865927"/>
                </a:lnTo>
                <a:lnTo>
                  <a:pt x="10237608" y="858055"/>
                </a:lnTo>
                <a:lnTo>
                  <a:pt x="10233672" y="844279"/>
                </a:lnTo>
                <a:lnTo>
                  <a:pt x="10259256" y="844279"/>
                </a:lnTo>
                <a:lnTo>
                  <a:pt x="10275000" y="848215"/>
                </a:lnTo>
                <a:lnTo>
                  <a:pt x="10292713" y="846247"/>
                </a:lnTo>
                <a:lnTo>
                  <a:pt x="10328137" y="869863"/>
                </a:lnTo>
                <a:lnTo>
                  <a:pt x="10361593" y="889543"/>
                </a:lnTo>
                <a:lnTo>
                  <a:pt x="10355689" y="901351"/>
                </a:lnTo>
                <a:lnTo>
                  <a:pt x="10337977" y="903319"/>
                </a:lnTo>
                <a:lnTo>
                  <a:pt x="10336009" y="919063"/>
                </a:lnTo>
                <a:lnTo>
                  <a:pt x="10328137" y="928903"/>
                </a:lnTo>
                <a:lnTo>
                  <a:pt x="10290745" y="936775"/>
                </a:lnTo>
                <a:lnTo>
                  <a:pt x="10286809" y="946616"/>
                </a:lnTo>
                <a:lnTo>
                  <a:pt x="10280905" y="954488"/>
                </a:lnTo>
                <a:lnTo>
                  <a:pt x="10290745" y="964328"/>
                </a:lnTo>
                <a:lnTo>
                  <a:pt x="10271064" y="980072"/>
                </a:lnTo>
                <a:lnTo>
                  <a:pt x="10271064" y="995816"/>
                </a:lnTo>
                <a:lnTo>
                  <a:pt x="10284841" y="1007624"/>
                </a:lnTo>
                <a:lnTo>
                  <a:pt x="10257288" y="1019432"/>
                </a:lnTo>
                <a:lnTo>
                  <a:pt x="10241544" y="1009592"/>
                </a:lnTo>
                <a:lnTo>
                  <a:pt x="10227768" y="989912"/>
                </a:lnTo>
                <a:lnTo>
                  <a:pt x="10213991" y="980072"/>
                </a:lnTo>
                <a:lnTo>
                  <a:pt x="10190375" y="984008"/>
                </a:lnTo>
                <a:lnTo>
                  <a:pt x="10188407" y="950552"/>
                </a:lnTo>
                <a:lnTo>
                  <a:pt x="10180535" y="942680"/>
                </a:lnTo>
                <a:lnTo>
                  <a:pt x="10160855" y="934807"/>
                </a:lnTo>
                <a:lnTo>
                  <a:pt x="10141175" y="936775"/>
                </a:lnTo>
                <a:lnTo>
                  <a:pt x="10119527" y="940712"/>
                </a:lnTo>
                <a:lnTo>
                  <a:pt x="10111655" y="928903"/>
                </a:lnTo>
                <a:lnTo>
                  <a:pt x="10113623" y="907255"/>
                </a:lnTo>
                <a:lnTo>
                  <a:pt x="10115591" y="895447"/>
                </a:lnTo>
                <a:lnTo>
                  <a:pt x="10113623" y="881671"/>
                </a:lnTo>
                <a:lnTo>
                  <a:pt x="10099847" y="889543"/>
                </a:lnTo>
                <a:lnTo>
                  <a:pt x="10093943" y="885607"/>
                </a:lnTo>
                <a:lnTo>
                  <a:pt x="10076231" y="895447"/>
                </a:lnTo>
                <a:lnTo>
                  <a:pt x="10086071" y="926935"/>
                </a:lnTo>
                <a:lnTo>
                  <a:pt x="10093943" y="942680"/>
                </a:lnTo>
                <a:lnTo>
                  <a:pt x="10072295" y="968264"/>
                </a:lnTo>
                <a:lnTo>
                  <a:pt x="10062455" y="974168"/>
                </a:lnTo>
                <a:lnTo>
                  <a:pt x="10050646" y="989912"/>
                </a:lnTo>
                <a:lnTo>
                  <a:pt x="10013254" y="991880"/>
                </a:lnTo>
                <a:lnTo>
                  <a:pt x="10005382" y="978104"/>
                </a:lnTo>
                <a:lnTo>
                  <a:pt x="9991605" y="962360"/>
                </a:lnTo>
                <a:lnTo>
                  <a:pt x="9981765" y="968264"/>
                </a:lnTo>
                <a:lnTo>
                  <a:pt x="9991605" y="980072"/>
                </a:lnTo>
                <a:lnTo>
                  <a:pt x="9987669" y="987944"/>
                </a:lnTo>
                <a:lnTo>
                  <a:pt x="9981765" y="976136"/>
                </a:lnTo>
                <a:lnTo>
                  <a:pt x="9967989" y="976136"/>
                </a:lnTo>
                <a:lnTo>
                  <a:pt x="9973893" y="993848"/>
                </a:lnTo>
                <a:lnTo>
                  <a:pt x="9991605" y="997784"/>
                </a:lnTo>
                <a:lnTo>
                  <a:pt x="10001446" y="1005656"/>
                </a:lnTo>
                <a:lnTo>
                  <a:pt x="10019158" y="1019432"/>
                </a:lnTo>
                <a:lnTo>
                  <a:pt x="10021126" y="1007624"/>
                </a:lnTo>
                <a:lnTo>
                  <a:pt x="10032934" y="1009592"/>
                </a:lnTo>
                <a:lnTo>
                  <a:pt x="10030966" y="1023368"/>
                </a:lnTo>
                <a:lnTo>
                  <a:pt x="10042774" y="1029272"/>
                </a:lnTo>
                <a:lnTo>
                  <a:pt x="10042774" y="1064697"/>
                </a:lnTo>
                <a:lnTo>
                  <a:pt x="10052615" y="1074537"/>
                </a:lnTo>
                <a:lnTo>
                  <a:pt x="10054583" y="1102089"/>
                </a:lnTo>
                <a:lnTo>
                  <a:pt x="10062455" y="1107993"/>
                </a:lnTo>
                <a:lnTo>
                  <a:pt x="10054583" y="1127673"/>
                </a:lnTo>
                <a:lnTo>
                  <a:pt x="10052615" y="1139481"/>
                </a:lnTo>
                <a:lnTo>
                  <a:pt x="10025062" y="1135545"/>
                </a:lnTo>
                <a:lnTo>
                  <a:pt x="10011286" y="1123737"/>
                </a:lnTo>
                <a:lnTo>
                  <a:pt x="9979797" y="1129641"/>
                </a:lnTo>
                <a:lnTo>
                  <a:pt x="9967989" y="1149321"/>
                </a:lnTo>
                <a:lnTo>
                  <a:pt x="9932565" y="1155225"/>
                </a:lnTo>
                <a:lnTo>
                  <a:pt x="9910917" y="1174906"/>
                </a:lnTo>
                <a:lnTo>
                  <a:pt x="9893205" y="1176874"/>
                </a:lnTo>
                <a:lnTo>
                  <a:pt x="9891237" y="1182778"/>
                </a:lnTo>
                <a:lnTo>
                  <a:pt x="9877461" y="1198522"/>
                </a:lnTo>
                <a:lnTo>
                  <a:pt x="9863685" y="1202458"/>
                </a:lnTo>
                <a:lnTo>
                  <a:pt x="9855813" y="1218202"/>
                </a:lnTo>
                <a:lnTo>
                  <a:pt x="9826292" y="1233946"/>
                </a:lnTo>
                <a:lnTo>
                  <a:pt x="9808580" y="1253626"/>
                </a:lnTo>
                <a:lnTo>
                  <a:pt x="9802676" y="1267402"/>
                </a:lnTo>
                <a:lnTo>
                  <a:pt x="9790868" y="1277242"/>
                </a:lnTo>
                <a:lnTo>
                  <a:pt x="9786932" y="1261498"/>
                </a:lnTo>
                <a:lnTo>
                  <a:pt x="9781028" y="1247722"/>
                </a:lnTo>
                <a:lnTo>
                  <a:pt x="9755443" y="1233946"/>
                </a:lnTo>
                <a:lnTo>
                  <a:pt x="9704275" y="1255594"/>
                </a:lnTo>
                <a:lnTo>
                  <a:pt x="9694435" y="1281178"/>
                </a:lnTo>
                <a:lnTo>
                  <a:pt x="9678691" y="1292987"/>
                </a:lnTo>
                <a:lnTo>
                  <a:pt x="9678691" y="1271338"/>
                </a:lnTo>
                <a:lnTo>
                  <a:pt x="9688531" y="1251658"/>
                </a:lnTo>
                <a:lnTo>
                  <a:pt x="9684595" y="1245754"/>
                </a:lnTo>
                <a:lnTo>
                  <a:pt x="9670819" y="1259530"/>
                </a:lnTo>
                <a:lnTo>
                  <a:pt x="9657043" y="1267402"/>
                </a:lnTo>
                <a:lnTo>
                  <a:pt x="9649171" y="1283146"/>
                </a:lnTo>
                <a:lnTo>
                  <a:pt x="9637363" y="1277242"/>
                </a:lnTo>
                <a:lnTo>
                  <a:pt x="9623587" y="1273306"/>
                </a:lnTo>
                <a:lnTo>
                  <a:pt x="9603906" y="1294955"/>
                </a:lnTo>
                <a:lnTo>
                  <a:pt x="9599970" y="1320539"/>
                </a:lnTo>
                <a:lnTo>
                  <a:pt x="9582258" y="1346123"/>
                </a:lnTo>
                <a:lnTo>
                  <a:pt x="9572418" y="1348091"/>
                </a:lnTo>
                <a:lnTo>
                  <a:pt x="9564546" y="1379579"/>
                </a:lnTo>
                <a:lnTo>
                  <a:pt x="9578322" y="1393355"/>
                </a:lnTo>
                <a:lnTo>
                  <a:pt x="9582258" y="1383515"/>
                </a:lnTo>
                <a:lnTo>
                  <a:pt x="9601938" y="1393355"/>
                </a:lnTo>
                <a:lnTo>
                  <a:pt x="9605874" y="1401227"/>
                </a:lnTo>
                <a:lnTo>
                  <a:pt x="9586194" y="1418940"/>
                </a:lnTo>
                <a:lnTo>
                  <a:pt x="9588162" y="1440588"/>
                </a:lnTo>
                <a:lnTo>
                  <a:pt x="9601938" y="1446492"/>
                </a:lnTo>
                <a:lnTo>
                  <a:pt x="9607842" y="1476012"/>
                </a:lnTo>
                <a:lnTo>
                  <a:pt x="9601938" y="1483884"/>
                </a:lnTo>
                <a:lnTo>
                  <a:pt x="9588162" y="1483884"/>
                </a:lnTo>
                <a:lnTo>
                  <a:pt x="9588162" y="1462236"/>
                </a:lnTo>
                <a:lnTo>
                  <a:pt x="9568482" y="1483884"/>
                </a:lnTo>
                <a:lnTo>
                  <a:pt x="9556674" y="1515372"/>
                </a:lnTo>
                <a:lnTo>
                  <a:pt x="9560610" y="1523245"/>
                </a:lnTo>
                <a:lnTo>
                  <a:pt x="9570450" y="1537021"/>
                </a:lnTo>
                <a:lnTo>
                  <a:pt x="9560610" y="1556701"/>
                </a:lnTo>
                <a:lnTo>
                  <a:pt x="9548802" y="1560637"/>
                </a:lnTo>
                <a:lnTo>
                  <a:pt x="9544866" y="1552765"/>
                </a:lnTo>
                <a:lnTo>
                  <a:pt x="9507473" y="1582285"/>
                </a:lnTo>
                <a:lnTo>
                  <a:pt x="9513377" y="1617709"/>
                </a:lnTo>
                <a:lnTo>
                  <a:pt x="9509441" y="1629517"/>
                </a:lnTo>
                <a:lnTo>
                  <a:pt x="9493697" y="1621645"/>
                </a:lnTo>
                <a:lnTo>
                  <a:pt x="9475985" y="1629517"/>
                </a:lnTo>
                <a:lnTo>
                  <a:pt x="9470081" y="1653134"/>
                </a:lnTo>
                <a:lnTo>
                  <a:pt x="9466145" y="1668878"/>
                </a:lnTo>
                <a:lnTo>
                  <a:pt x="9420881" y="1727918"/>
                </a:lnTo>
                <a:lnTo>
                  <a:pt x="9411041" y="1729886"/>
                </a:lnTo>
                <a:lnTo>
                  <a:pt x="9414977" y="1722014"/>
                </a:lnTo>
                <a:lnTo>
                  <a:pt x="9407105" y="1702334"/>
                </a:lnTo>
                <a:lnTo>
                  <a:pt x="9411041" y="1678718"/>
                </a:lnTo>
                <a:lnTo>
                  <a:pt x="9405137" y="1653134"/>
                </a:lnTo>
                <a:lnTo>
                  <a:pt x="9397265" y="1607869"/>
                </a:lnTo>
                <a:lnTo>
                  <a:pt x="9391361" y="1590157"/>
                </a:lnTo>
                <a:lnTo>
                  <a:pt x="9387424" y="1566541"/>
                </a:lnTo>
                <a:lnTo>
                  <a:pt x="9383488" y="1517340"/>
                </a:lnTo>
                <a:lnTo>
                  <a:pt x="9387424" y="1468140"/>
                </a:lnTo>
                <a:lnTo>
                  <a:pt x="9407105" y="1442556"/>
                </a:lnTo>
                <a:lnTo>
                  <a:pt x="9414977" y="1432716"/>
                </a:lnTo>
                <a:lnTo>
                  <a:pt x="9416945" y="1389419"/>
                </a:lnTo>
                <a:lnTo>
                  <a:pt x="9442529" y="1389419"/>
                </a:lnTo>
                <a:lnTo>
                  <a:pt x="9450401" y="1377611"/>
                </a:lnTo>
                <a:lnTo>
                  <a:pt x="9462209" y="1371707"/>
                </a:lnTo>
                <a:lnTo>
                  <a:pt x="9479921" y="1357931"/>
                </a:lnTo>
                <a:lnTo>
                  <a:pt x="9479921" y="1346123"/>
                </a:lnTo>
                <a:lnTo>
                  <a:pt x="9511409" y="1320539"/>
                </a:lnTo>
                <a:lnTo>
                  <a:pt x="9513377" y="1298891"/>
                </a:lnTo>
                <a:lnTo>
                  <a:pt x="9529121" y="1296923"/>
                </a:lnTo>
                <a:lnTo>
                  <a:pt x="9556674" y="1261498"/>
                </a:lnTo>
                <a:lnTo>
                  <a:pt x="9562578" y="1245754"/>
                </a:lnTo>
                <a:lnTo>
                  <a:pt x="9607842" y="1228042"/>
                </a:lnTo>
                <a:lnTo>
                  <a:pt x="9609810" y="1212298"/>
                </a:lnTo>
                <a:lnTo>
                  <a:pt x="9615715" y="1204426"/>
                </a:lnTo>
                <a:lnTo>
                  <a:pt x="9617683" y="1182778"/>
                </a:lnTo>
                <a:lnTo>
                  <a:pt x="9619651" y="1170970"/>
                </a:lnTo>
                <a:lnTo>
                  <a:pt x="9623587" y="1157193"/>
                </a:lnTo>
                <a:lnTo>
                  <a:pt x="9631459" y="1135545"/>
                </a:lnTo>
                <a:lnTo>
                  <a:pt x="9649171" y="1127673"/>
                </a:lnTo>
                <a:lnTo>
                  <a:pt x="9633427" y="1109961"/>
                </a:lnTo>
                <a:lnTo>
                  <a:pt x="9605874" y="1121769"/>
                </a:lnTo>
                <a:lnTo>
                  <a:pt x="9590130" y="1159161"/>
                </a:lnTo>
                <a:lnTo>
                  <a:pt x="9596034" y="1169001"/>
                </a:lnTo>
                <a:lnTo>
                  <a:pt x="9592098" y="1182778"/>
                </a:lnTo>
                <a:lnTo>
                  <a:pt x="9568482" y="1182778"/>
                </a:lnTo>
                <a:lnTo>
                  <a:pt x="9562578" y="1190650"/>
                </a:lnTo>
                <a:lnTo>
                  <a:pt x="9535026" y="1214266"/>
                </a:lnTo>
                <a:lnTo>
                  <a:pt x="9527153" y="1235914"/>
                </a:lnTo>
                <a:lnTo>
                  <a:pt x="9513377" y="1235914"/>
                </a:lnTo>
                <a:lnTo>
                  <a:pt x="9513377" y="1216234"/>
                </a:lnTo>
                <a:lnTo>
                  <a:pt x="9507473" y="1214266"/>
                </a:lnTo>
                <a:lnTo>
                  <a:pt x="9499601" y="1204426"/>
                </a:lnTo>
                <a:lnTo>
                  <a:pt x="9513377" y="1188682"/>
                </a:lnTo>
                <a:lnTo>
                  <a:pt x="9515345" y="1182778"/>
                </a:lnTo>
                <a:lnTo>
                  <a:pt x="9519281" y="1169001"/>
                </a:lnTo>
                <a:lnTo>
                  <a:pt x="9507473" y="1159161"/>
                </a:lnTo>
                <a:lnTo>
                  <a:pt x="9499601" y="1169001"/>
                </a:lnTo>
                <a:lnTo>
                  <a:pt x="9493697" y="1170970"/>
                </a:lnTo>
                <a:lnTo>
                  <a:pt x="9477953" y="1159161"/>
                </a:lnTo>
                <a:lnTo>
                  <a:pt x="9466145" y="1170970"/>
                </a:lnTo>
                <a:lnTo>
                  <a:pt x="9430721" y="1170970"/>
                </a:lnTo>
                <a:lnTo>
                  <a:pt x="9416945" y="1182778"/>
                </a:lnTo>
                <a:lnTo>
                  <a:pt x="9411041" y="1186714"/>
                </a:lnTo>
                <a:lnTo>
                  <a:pt x="9414977" y="1204426"/>
                </a:lnTo>
                <a:lnTo>
                  <a:pt x="9385456" y="1230010"/>
                </a:lnTo>
                <a:lnTo>
                  <a:pt x="9385456" y="1239850"/>
                </a:lnTo>
                <a:lnTo>
                  <a:pt x="9367744" y="1255594"/>
                </a:lnTo>
                <a:lnTo>
                  <a:pt x="9355936" y="1271338"/>
                </a:lnTo>
                <a:lnTo>
                  <a:pt x="9344128" y="1281178"/>
                </a:lnTo>
                <a:lnTo>
                  <a:pt x="9346096" y="1298891"/>
                </a:lnTo>
                <a:lnTo>
                  <a:pt x="9359872" y="1294955"/>
                </a:lnTo>
                <a:lnTo>
                  <a:pt x="9369712" y="1300859"/>
                </a:lnTo>
                <a:lnTo>
                  <a:pt x="9369712" y="1316603"/>
                </a:lnTo>
                <a:lnTo>
                  <a:pt x="9350032" y="1320539"/>
                </a:lnTo>
                <a:lnTo>
                  <a:pt x="9346096" y="1332347"/>
                </a:lnTo>
                <a:lnTo>
                  <a:pt x="9336256" y="1332347"/>
                </a:lnTo>
                <a:lnTo>
                  <a:pt x="9324448" y="1316603"/>
                </a:lnTo>
                <a:lnTo>
                  <a:pt x="9302799" y="1332347"/>
                </a:lnTo>
                <a:lnTo>
                  <a:pt x="9287055" y="1328411"/>
                </a:lnTo>
                <a:lnTo>
                  <a:pt x="9273279" y="1334315"/>
                </a:lnTo>
                <a:lnTo>
                  <a:pt x="9263439" y="1328411"/>
                </a:lnTo>
                <a:lnTo>
                  <a:pt x="9269343" y="1318571"/>
                </a:lnTo>
                <a:lnTo>
                  <a:pt x="9279183" y="1312667"/>
                </a:lnTo>
                <a:lnTo>
                  <a:pt x="9273279" y="1298891"/>
                </a:lnTo>
                <a:lnTo>
                  <a:pt x="9239823" y="1296923"/>
                </a:lnTo>
                <a:lnTo>
                  <a:pt x="9222111" y="1294955"/>
                </a:lnTo>
                <a:lnTo>
                  <a:pt x="9202431" y="1294955"/>
                </a:lnTo>
                <a:lnTo>
                  <a:pt x="9188655" y="1318571"/>
                </a:lnTo>
                <a:lnTo>
                  <a:pt x="9178815" y="1312667"/>
                </a:lnTo>
                <a:lnTo>
                  <a:pt x="9147326" y="1318571"/>
                </a:lnTo>
                <a:lnTo>
                  <a:pt x="9135518" y="1310699"/>
                </a:lnTo>
                <a:lnTo>
                  <a:pt x="9125678" y="1324475"/>
                </a:lnTo>
                <a:lnTo>
                  <a:pt x="9111902" y="1328411"/>
                </a:lnTo>
                <a:lnTo>
                  <a:pt x="9104030" y="1318571"/>
                </a:lnTo>
                <a:lnTo>
                  <a:pt x="9111902" y="1308731"/>
                </a:lnTo>
                <a:lnTo>
                  <a:pt x="9084350" y="1308731"/>
                </a:lnTo>
                <a:lnTo>
                  <a:pt x="9068605" y="1312667"/>
                </a:lnTo>
                <a:lnTo>
                  <a:pt x="9046957" y="1312667"/>
                </a:lnTo>
                <a:lnTo>
                  <a:pt x="9021373" y="1316603"/>
                </a:lnTo>
                <a:lnTo>
                  <a:pt x="8995789" y="1334315"/>
                </a:lnTo>
                <a:lnTo>
                  <a:pt x="8989885" y="1352027"/>
                </a:lnTo>
                <a:lnTo>
                  <a:pt x="8960365" y="1379579"/>
                </a:lnTo>
                <a:lnTo>
                  <a:pt x="8954461" y="1393355"/>
                </a:lnTo>
                <a:lnTo>
                  <a:pt x="8928876" y="1422876"/>
                </a:lnTo>
                <a:lnTo>
                  <a:pt x="8897388" y="1444524"/>
                </a:lnTo>
                <a:lnTo>
                  <a:pt x="8895420" y="1458300"/>
                </a:lnTo>
                <a:lnTo>
                  <a:pt x="8873772" y="1485852"/>
                </a:lnTo>
                <a:lnTo>
                  <a:pt x="8865900" y="1497660"/>
                </a:lnTo>
                <a:lnTo>
                  <a:pt x="8842283" y="1515372"/>
                </a:lnTo>
                <a:lnTo>
                  <a:pt x="8826539" y="1531117"/>
                </a:lnTo>
                <a:lnTo>
                  <a:pt x="8804891" y="1537021"/>
                </a:lnTo>
                <a:lnTo>
                  <a:pt x="8802923" y="1544893"/>
                </a:lnTo>
                <a:lnTo>
                  <a:pt x="8818667" y="1554733"/>
                </a:lnTo>
                <a:lnTo>
                  <a:pt x="8830475" y="1552765"/>
                </a:lnTo>
                <a:lnTo>
                  <a:pt x="8850155" y="1558669"/>
                </a:lnTo>
                <a:lnTo>
                  <a:pt x="8852123" y="1594093"/>
                </a:lnTo>
                <a:lnTo>
                  <a:pt x="8861964" y="1582285"/>
                </a:lnTo>
                <a:lnTo>
                  <a:pt x="8873772" y="1574413"/>
                </a:lnTo>
                <a:lnTo>
                  <a:pt x="8879676" y="1588189"/>
                </a:lnTo>
                <a:lnTo>
                  <a:pt x="8875740" y="1601965"/>
                </a:lnTo>
                <a:lnTo>
                  <a:pt x="8877708" y="1607869"/>
                </a:lnTo>
                <a:lnTo>
                  <a:pt x="8891484" y="1601965"/>
                </a:lnTo>
                <a:lnTo>
                  <a:pt x="8903292" y="1599997"/>
                </a:lnTo>
                <a:lnTo>
                  <a:pt x="8911164" y="1572445"/>
                </a:lnTo>
                <a:lnTo>
                  <a:pt x="8944621" y="1580317"/>
                </a:lnTo>
                <a:lnTo>
                  <a:pt x="8954461" y="1598029"/>
                </a:lnTo>
                <a:lnTo>
                  <a:pt x="8968237" y="1611805"/>
                </a:lnTo>
                <a:lnTo>
                  <a:pt x="8976109" y="1631485"/>
                </a:lnTo>
                <a:lnTo>
                  <a:pt x="8976109" y="1641326"/>
                </a:lnTo>
                <a:lnTo>
                  <a:pt x="8962333" y="1635422"/>
                </a:lnTo>
                <a:lnTo>
                  <a:pt x="8964301" y="1645262"/>
                </a:lnTo>
                <a:lnTo>
                  <a:pt x="8980045" y="1657070"/>
                </a:lnTo>
                <a:lnTo>
                  <a:pt x="8980045" y="1682654"/>
                </a:lnTo>
                <a:lnTo>
                  <a:pt x="8958397" y="1716110"/>
                </a:lnTo>
                <a:lnTo>
                  <a:pt x="8954461" y="1749567"/>
                </a:lnTo>
                <a:lnTo>
                  <a:pt x="8958397" y="1763343"/>
                </a:lnTo>
                <a:lnTo>
                  <a:pt x="8954461" y="1792863"/>
                </a:lnTo>
                <a:lnTo>
                  <a:pt x="8954461" y="1808607"/>
                </a:lnTo>
                <a:lnTo>
                  <a:pt x="8940685" y="1847968"/>
                </a:lnTo>
                <a:lnTo>
                  <a:pt x="8930844" y="1859776"/>
                </a:lnTo>
                <a:lnTo>
                  <a:pt x="8903292" y="1889296"/>
                </a:lnTo>
                <a:lnTo>
                  <a:pt x="8889516" y="1916848"/>
                </a:lnTo>
                <a:lnTo>
                  <a:pt x="8883612" y="1946369"/>
                </a:lnTo>
                <a:lnTo>
                  <a:pt x="8859996" y="1969985"/>
                </a:lnTo>
                <a:lnTo>
                  <a:pt x="8834411" y="1995569"/>
                </a:lnTo>
                <a:lnTo>
                  <a:pt x="8804891" y="2046737"/>
                </a:lnTo>
                <a:lnTo>
                  <a:pt x="8773403" y="2054610"/>
                </a:lnTo>
                <a:lnTo>
                  <a:pt x="8759627" y="2068386"/>
                </a:lnTo>
                <a:lnTo>
                  <a:pt x="8751755" y="2064450"/>
                </a:lnTo>
                <a:lnTo>
                  <a:pt x="8734043" y="2062482"/>
                </a:lnTo>
                <a:lnTo>
                  <a:pt x="8730107" y="2054610"/>
                </a:lnTo>
                <a:lnTo>
                  <a:pt x="8716331" y="2048705"/>
                </a:lnTo>
                <a:lnTo>
                  <a:pt x="8706490" y="2054610"/>
                </a:lnTo>
                <a:lnTo>
                  <a:pt x="8702554" y="2068386"/>
                </a:lnTo>
                <a:lnTo>
                  <a:pt x="8682874" y="2074290"/>
                </a:lnTo>
                <a:lnTo>
                  <a:pt x="8677960" y="2071341"/>
                </a:lnTo>
                <a:lnTo>
                  <a:pt x="8680907" y="2074288"/>
                </a:lnTo>
                <a:lnTo>
                  <a:pt x="8661227" y="2092000"/>
                </a:lnTo>
                <a:lnTo>
                  <a:pt x="8655323" y="2111681"/>
                </a:lnTo>
                <a:lnTo>
                  <a:pt x="8655323" y="2127425"/>
                </a:lnTo>
                <a:lnTo>
                  <a:pt x="8635643" y="2153009"/>
                </a:lnTo>
                <a:lnTo>
                  <a:pt x="8610058" y="2168753"/>
                </a:lnTo>
                <a:lnTo>
                  <a:pt x="8590378" y="2172689"/>
                </a:lnTo>
                <a:lnTo>
                  <a:pt x="8586442" y="2180561"/>
                </a:lnTo>
                <a:lnTo>
                  <a:pt x="8586442" y="2200242"/>
                </a:lnTo>
                <a:lnTo>
                  <a:pt x="8598250" y="2204178"/>
                </a:lnTo>
                <a:lnTo>
                  <a:pt x="8615962" y="2217954"/>
                </a:lnTo>
                <a:lnTo>
                  <a:pt x="8615961" y="2217954"/>
                </a:lnTo>
                <a:lnTo>
                  <a:pt x="8619897" y="2231729"/>
                </a:lnTo>
                <a:lnTo>
                  <a:pt x="8635641" y="2259281"/>
                </a:lnTo>
                <a:lnTo>
                  <a:pt x="8635641" y="2280930"/>
                </a:lnTo>
                <a:lnTo>
                  <a:pt x="8643513" y="2316354"/>
                </a:lnTo>
                <a:lnTo>
                  <a:pt x="8639577" y="2326194"/>
                </a:lnTo>
                <a:lnTo>
                  <a:pt x="8635641" y="2334066"/>
                </a:lnTo>
                <a:lnTo>
                  <a:pt x="8631705" y="2341938"/>
                </a:lnTo>
                <a:lnTo>
                  <a:pt x="8619897" y="2345874"/>
                </a:lnTo>
                <a:lnTo>
                  <a:pt x="8610057" y="2353746"/>
                </a:lnTo>
                <a:lnTo>
                  <a:pt x="8598249" y="2357682"/>
                </a:lnTo>
                <a:lnTo>
                  <a:pt x="8580536" y="2365554"/>
                </a:lnTo>
                <a:lnTo>
                  <a:pt x="8572664" y="2367522"/>
                </a:lnTo>
                <a:lnTo>
                  <a:pt x="8560856" y="2367522"/>
                </a:lnTo>
                <a:lnTo>
                  <a:pt x="8549048" y="2349810"/>
                </a:lnTo>
                <a:lnTo>
                  <a:pt x="8556920" y="2345874"/>
                </a:lnTo>
                <a:lnTo>
                  <a:pt x="8560856" y="2330130"/>
                </a:lnTo>
                <a:lnTo>
                  <a:pt x="8560856" y="2320290"/>
                </a:lnTo>
                <a:lnTo>
                  <a:pt x="8556920" y="2292738"/>
                </a:lnTo>
                <a:lnTo>
                  <a:pt x="8552984" y="2280930"/>
                </a:lnTo>
                <a:lnTo>
                  <a:pt x="8560856" y="2273057"/>
                </a:lnTo>
                <a:lnTo>
                  <a:pt x="8564792" y="2259281"/>
                </a:lnTo>
                <a:lnTo>
                  <a:pt x="8554403" y="2251489"/>
                </a:lnTo>
                <a:lnTo>
                  <a:pt x="8552986" y="2253378"/>
                </a:lnTo>
                <a:lnTo>
                  <a:pt x="8549050" y="2249442"/>
                </a:lnTo>
                <a:lnTo>
                  <a:pt x="8533305" y="2253378"/>
                </a:lnTo>
                <a:lnTo>
                  <a:pt x="8519529" y="2253378"/>
                </a:lnTo>
                <a:lnTo>
                  <a:pt x="8507721" y="2241570"/>
                </a:lnTo>
                <a:lnTo>
                  <a:pt x="8525433" y="2221890"/>
                </a:lnTo>
                <a:lnTo>
                  <a:pt x="8523465" y="2206146"/>
                </a:lnTo>
                <a:lnTo>
                  <a:pt x="8525433" y="2192370"/>
                </a:lnTo>
                <a:lnTo>
                  <a:pt x="8511657" y="2188433"/>
                </a:lnTo>
                <a:lnTo>
                  <a:pt x="8503785" y="2184497"/>
                </a:lnTo>
                <a:lnTo>
                  <a:pt x="8495913" y="2180561"/>
                </a:lnTo>
                <a:lnTo>
                  <a:pt x="8507721" y="2153009"/>
                </a:lnTo>
                <a:lnTo>
                  <a:pt x="8545114" y="2139233"/>
                </a:lnTo>
                <a:lnTo>
                  <a:pt x="8568730" y="2099873"/>
                </a:lnTo>
                <a:lnTo>
                  <a:pt x="8545114" y="2137265"/>
                </a:lnTo>
                <a:lnTo>
                  <a:pt x="8507721" y="2153009"/>
                </a:lnTo>
                <a:lnTo>
                  <a:pt x="8495913" y="2178593"/>
                </a:lnTo>
                <a:lnTo>
                  <a:pt x="8474265" y="2182529"/>
                </a:lnTo>
                <a:lnTo>
                  <a:pt x="8442777" y="2202210"/>
                </a:lnTo>
                <a:lnTo>
                  <a:pt x="8421129" y="2210082"/>
                </a:lnTo>
                <a:lnTo>
                  <a:pt x="8423097" y="2198274"/>
                </a:lnTo>
                <a:lnTo>
                  <a:pt x="8409320" y="2190402"/>
                </a:lnTo>
                <a:lnTo>
                  <a:pt x="8430969" y="2164817"/>
                </a:lnTo>
                <a:lnTo>
                  <a:pt x="8427033" y="2145137"/>
                </a:lnTo>
                <a:lnTo>
                  <a:pt x="8405384" y="2141201"/>
                </a:lnTo>
                <a:lnTo>
                  <a:pt x="8381768" y="2164817"/>
                </a:lnTo>
                <a:lnTo>
                  <a:pt x="8360120" y="2170721"/>
                </a:lnTo>
                <a:lnTo>
                  <a:pt x="8356184" y="2182529"/>
                </a:lnTo>
                <a:lnTo>
                  <a:pt x="8344376" y="2194338"/>
                </a:lnTo>
                <a:lnTo>
                  <a:pt x="8344376" y="2202210"/>
                </a:lnTo>
                <a:lnTo>
                  <a:pt x="8336504" y="2206146"/>
                </a:lnTo>
                <a:lnTo>
                  <a:pt x="8316823" y="2210082"/>
                </a:lnTo>
                <a:lnTo>
                  <a:pt x="8310919" y="2223858"/>
                </a:lnTo>
                <a:lnTo>
                  <a:pt x="8320760" y="2247474"/>
                </a:lnTo>
                <a:lnTo>
                  <a:pt x="8344376" y="2251410"/>
                </a:lnTo>
                <a:lnTo>
                  <a:pt x="8344376" y="2271090"/>
                </a:lnTo>
                <a:lnTo>
                  <a:pt x="8360120" y="2271090"/>
                </a:lnTo>
                <a:lnTo>
                  <a:pt x="8389640" y="2255346"/>
                </a:lnTo>
                <a:lnTo>
                  <a:pt x="8397512" y="2251410"/>
                </a:lnTo>
                <a:lnTo>
                  <a:pt x="8409320" y="2259282"/>
                </a:lnTo>
                <a:lnTo>
                  <a:pt x="8442777" y="2263218"/>
                </a:lnTo>
                <a:lnTo>
                  <a:pt x="8446713" y="2273058"/>
                </a:lnTo>
                <a:lnTo>
                  <a:pt x="8442777" y="2280930"/>
                </a:lnTo>
                <a:lnTo>
                  <a:pt x="8427033" y="2280930"/>
                </a:lnTo>
                <a:lnTo>
                  <a:pt x="8417193" y="2284866"/>
                </a:lnTo>
                <a:lnTo>
                  <a:pt x="8417193" y="2292738"/>
                </a:lnTo>
                <a:lnTo>
                  <a:pt x="8401448" y="2308483"/>
                </a:lnTo>
                <a:lnTo>
                  <a:pt x="8389640" y="2308483"/>
                </a:lnTo>
                <a:lnTo>
                  <a:pt x="8381768" y="2300611"/>
                </a:lnTo>
                <a:lnTo>
                  <a:pt x="8369960" y="2312419"/>
                </a:lnTo>
                <a:lnTo>
                  <a:pt x="8369960" y="2320291"/>
                </a:lnTo>
                <a:lnTo>
                  <a:pt x="8356184" y="2330131"/>
                </a:lnTo>
                <a:lnTo>
                  <a:pt x="8352248" y="2345875"/>
                </a:lnTo>
                <a:lnTo>
                  <a:pt x="8366024" y="2361619"/>
                </a:lnTo>
                <a:lnTo>
                  <a:pt x="8385704" y="2367523"/>
                </a:lnTo>
                <a:lnTo>
                  <a:pt x="8389640" y="2387203"/>
                </a:lnTo>
                <a:lnTo>
                  <a:pt x="8401448" y="2399011"/>
                </a:lnTo>
                <a:lnTo>
                  <a:pt x="8401448" y="2420660"/>
                </a:lnTo>
                <a:lnTo>
                  <a:pt x="8417193" y="2432468"/>
                </a:lnTo>
                <a:lnTo>
                  <a:pt x="8423097" y="2448212"/>
                </a:lnTo>
                <a:lnTo>
                  <a:pt x="8423097" y="2456084"/>
                </a:lnTo>
                <a:lnTo>
                  <a:pt x="8413256" y="2456084"/>
                </a:lnTo>
                <a:lnTo>
                  <a:pt x="8423097" y="2465924"/>
                </a:lnTo>
                <a:lnTo>
                  <a:pt x="8427033" y="2481668"/>
                </a:lnTo>
                <a:lnTo>
                  <a:pt x="8417193" y="2485604"/>
                </a:lnTo>
                <a:lnTo>
                  <a:pt x="8397512" y="2497412"/>
                </a:lnTo>
                <a:lnTo>
                  <a:pt x="8397512" y="2509220"/>
                </a:lnTo>
                <a:lnTo>
                  <a:pt x="8401448" y="2513156"/>
                </a:lnTo>
                <a:lnTo>
                  <a:pt x="8417193" y="2505284"/>
                </a:lnTo>
                <a:lnTo>
                  <a:pt x="8423097" y="2513156"/>
                </a:lnTo>
                <a:lnTo>
                  <a:pt x="8427033" y="2530869"/>
                </a:lnTo>
                <a:lnTo>
                  <a:pt x="8417193" y="2546613"/>
                </a:lnTo>
                <a:lnTo>
                  <a:pt x="8417193" y="2562357"/>
                </a:lnTo>
                <a:lnTo>
                  <a:pt x="8413256" y="2568261"/>
                </a:lnTo>
                <a:lnTo>
                  <a:pt x="8401448" y="2576133"/>
                </a:lnTo>
                <a:lnTo>
                  <a:pt x="8397512" y="2587941"/>
                </a:lnTo>
                <a:lnTo>
                  <a:pt x="8377832" y="2605653"/>
                </a:lnTo>
                <a:lnTo>
                  <a:pt x="8377832" y="2619429"/>
                </a:lnTo>
                <a:lnTo>
                  <a:pt x="8366024" y="2625333"/>
                </a:lnTo>
                <a:lnTo>
                  <a:pt x="8366024" y="2654854"/>
                </a:lnTo>
                <a:lnTo>
                  <a:pt x="8352248" y="2662726"/>
                </a:lnTo>
                <a:lnTo>
                  <a:pt x="8344376" y="2672566"/>
                </a:lnTo>
                <a:lnTo>
                  <a:pt x="8332568" y="2676502"/>
                </a:lnTo>
                <a:lnTo>
                  <a:pt x="8316823" y="2688310"/>
                </a:lnTo>
                <a:lnTo>
                  <a:pt x="8316823" y="2704054"/>
                </a:lnTo>
                <a:lnTo>
                  <a:pt x="8287303" y="2715862"/>
                </a:lnTo>
                <a:lnTo>
                  <a:pt x="8283367" y="2729638"/>
                </a:lnTo>
                <a:lnTo>
                  <a:pt x="8267623" y="2729638"/>
                </a:lnTo>
                <a:lnTo>
                  <a:pt x="8253847" y="2745383"/>
                </a:lnTo>
                <a:lnTo>
                  <a:pt x="8238103" y="2745383"/>
                </a:lnTo>
                <a:lnTo>
                  <a:pt x="8214487" y="2757191"/>
                </a:lnTo>
                <a:lnTo>
                  <a:pt x="8204647" y="2749319"/>
                </a:lnTo>
                <a:lnTo>
                  <a:pt x="8204647" y="2741447"/>
                </a:lnTo>
                <a:lnTo>
                  <a:pt x="8196775" y="2737511"/>
                </a:lnTo>
                <a:lnTo>
                  <a:pt x="8184966" y="2741447"/>
                </a:lnTo>
                <a:lnTo>
                  <a:pt x="8177094" y="2761127"/>
                </a:lnTo>
                <a:lnTo>
                  <a:pt x="8159382" y="2774903"/>
                </a:lnTo>
                <a:lnTo>
                  <a:pt x="8147574" y="2774903"/>
                </a:lnTo>
                <a:lnTo>
                  <a:pt x="8135766" y="2782775"/>
                </a:lnTo>
                <a:lnTo>
                  <a:pt x="8123958" y="2782775"/>
                </a:lnTo>
                <a:lnTo>
                  <a:pt x="8118054" y="2790647"/>
                </a:lnTo>
                <a:lnTo>
                  <a:pt x="8098374" y="2798519"/>
                </a:lnTo>
                <a:lnTo>
                  <a:pt x="8096406" y="2810327"/>
                </a:lnTo>
                <a:lnTo>
                  <a:pt x="8086565" y="2810327"/>
                </a:lnTo>
                <a:lnTo>
                  <a:pt x="8078693" y="2802455"/>
                </a:lnTo>
                <a:lnTo>
                  <a:pt x="8084597" y="2782775"/>
                </a:lnTo>
                <a:lnTo>
                  <a:pt x="8066885" y="2778839"/>
                </a:lnTo>
                <a:lnTo>
                  <a:pt x="8041301" y="2778839"/>
                </a:lnTo>
                <a:lnTo>
                  <a:pt x="8035397" y="2770967"/>
                </a:lnTo>
                <a:lnTo>
                  <a:pt x="8015717" y="2770967"/>
                </a:lnTo>
                <a:lnTo>
                  <a:pt x="8001941" y="2757191"/>
                </a:lnTo>
                <a:lnTo>
                  <a:pt x="8003909" y="2741447"/>
                </a:lnTo>
                <a:lnTo>
                  <a:pt x="8001941" y="2729638"/>
                </a:lnTo>
                <a:lnTo>
                  <a:pt x="7970452" y="2729638"/>
                </a:lnTo>
                <a:lnTo>
                  <a:pt x="7962659" y="2724679"/>
                </a:lnTo>
                <a:lnTo>
                  <a:pt x="7970452" y="2731606"/>
                </a:lnTo>
                <a:lnTo>
                  <a:pt x="8001940" y="2731606"/>
                </a:lnTo>
                <a:lnTo>
                  <a:pt x="8003908" y="2741446"/>
                </a:lnTo>
                <a:lnTo>
                  <a:pt x="8001940" y="2757190"/>
                </a:lnTo>
                <a:lnTo>
                  <a:pt x="8015716" y="2772935"/>
                </a:lnTo>
                <a:lnTo>
                  <a:pt x="8035397" y="2772935"/>
                </a:lnTo>
                <a:lnTo>
                  <a:pt x="8041301" y="2780807"/>
                </a:lnTo>
                <a:lnTo>
                  <a:pt x="8029493" y="2788679"/>
                </a:lnTo>
                <a:lnTo>
                  <a:pt x="8007844" y="2794583"/>
                </a:lnTo>
                <a:lnTo>
                  <a:pt x="7990132" y="2822135"/>
                </a:lnTo>
                <a:lnTo>
                  <a:pt x="7982260" y="2826071"/>
                </a:lnTo>
                <a:lnTo>
                  <a:pt x="7970452" y="2841815"/>
                </a:lnTo>
                <a:lnTo>
                  <a:pt x="7976356" y="2871336"/>
                </a:lnTo>
                <a:lnTo>
                  <a:pt x="7984228" y="2879208"/>
                </a:lnTo>
                <a:lnTo>
                  <a:pt x="8013748" y="2920536"/>
                </a:lnTo>
                <a:lnTo>
                  <a:pt x="8027525" y="2928408"/>
                </a:lnTo>
                <a:lnTo>
                  <a:pt x="8047205" y="2946120"/>
                </a:lnTo>
                <a:lnTo>
                  <a:pt x="8070821" y="2977609"/>
                </a:lnTo>
                <a:lnTo>
                  <a:pt x="8072789" y="3034681"/>
                </a:lnTo>
                <a:lnTo>
                  <a:pt x="8070821" y="3060265"/>
                </a:lnTo>
                <a:lnTo>
                  <a:pt x="8064917" y="3079945"/>
                </a:lnTo>
                <a:lnTo>
                  <a:pt x="8035397" y="3101594"/>
                </a:lnTo>
                <a:lnTo>
                  <a:pt x="8007844" y="3109466"/>
                </a:lnTo>
                <a:lnTo>
                  <a:pt x="8003908" y="3121274"/>
                </a:lnTo>
                <a:lnTo>
                  <a:pt x="7990132" y="3137018"/>
                </a:lnTo>
                <a:lnTo>
                  <a:pt x="7978324" y="3140954"/>
                </a:lnTo>
                <a:lnTo>
                  <a:pt x="7952740" y="3162602"/>
                </a:lnTo>
                <a:lnTo>
                  <a:pt x="7944868" y="3158666"/>
                </a:lnTo>
                <a:lnTo>
                  <a:pt x="7944868" y="3117338"/>
                </a:lnTo>
                <a:lnTo>
                  <a:pt x="7936996" y="3109466"/>
                </a:lnTo>
                <a:lnTo>
                  <a:pt x="7940932" y="3101594"/>
                </a:lnTo>
                <a:lnTo>
                  <a:pt x="7952740" y="3097658"/>
                </a:lnTo>
                <a:lnTo>
                  <a:pt x="7976356" y="3083882"/>
                </a:lnTo>
                <a:lnTo>
                  <a:pt x="7976356" y="3083881"/>
                </a:lnTo>
                <a:lnTo>
                  <a:pt x="7952740" y="3097657"/>
                </a:lnTo>
                <a:lnTo>
                  <a:pt x="7940931" y="3101593"/>
                </a:lnTo>
                <a:lnTo>
                  <a:pt x="7936995" y="3109465"/>
                </a:lnTo>
                <a:lnTo>
                  <a:pt x="7919283" y="3109465"/>
                </a:lnTo>
                <a:lnTo>
                  <a:pt x="7899603" y="3097657"/>
                </a:lnTo>
                <a:lnTo>
                  <a:pt x="7891731" y="3079945"/>
                </a:lnTo>
                <a:lnTo>
                  <a:pt x="7879923" y="3060265"/>
                </a:lnTo>
                <a:lnTo>
                  <a:pt x="7887795" y="3034681"/>
                </a:lnTo>
                <a:lnTo>
                  <a:pt x="7875987" y="3026809"/>
                </a:lnTo>
                <a:lnTo>
                  <a:pt x="7875987" y="3026809"/>
                </a:lnTo>
                <a:lnTo>
                  <a:pt x="7885827" y="3034681"/>
                </a:lnTo>
                <a:lnTo>
                  <a:pt x="7877955" y="3060266"/>
                </a:lnTo>
                <a:lnTo>
                  <a:pt x="7868115" y="3050425"/>
                </a:lnTo>
                <a:lnTo>
                  <a:pt x="7844499" y="3042553"/>
                </a:lnTo>
                <a:lnTo>
                  <a:pt x="7838595" y="3022873"/>
                </a:lnTo>
                <a:lnTo>
                  <a:pt x="7822851" y="3018937"/>
                </a:lnTo>
                <a:lnTo>
                  <a:pt x="7811043" y="3030745"/>
                </a:lnTo>
                <a:lnTo>
                  <a:pt x="7807107" y="3060266"/>
                </a:lnTo>
                <a:lnTo>
                  <a:pt x="7793330" y="3083882"/>
                </a:lnTo>
                <a:lnTo>
                  <a:pt x="7785458" y="3121274"/>
                </a:lnTo>
                <a:lnTo>
                  <a:pt x="7793330" y="3144890"/>
                </a:lnTo>
                <a:lnTo>
                  <a:pt x="7803171" y="3152762"/>
                </a:lnTo>
                <a:lnTo>
                  <a:pt x="7814979" y="3182283"/>
                </a:lnTo>
                <a:lnTo>
                  <a:pt x="7832691" y="3205899"/>
                </a:lnTo>
                <a:lnTo>
                  <a:pt x="7848435" y="3213771"/>
                </a:lnTo>
                <a:lnTo>
                  <a:pt x="7868115" y="3231483"/>
                </a:lnTo>
                <a:lnTo>
                  <a:pt x="7879176" y="3237804"/>
                </a:lnTo>
                <a:lnTo>
                  <a:pt x="7881892" y="3237386"/>
                </a:lnTo>
                <a:lnTo>
                  <a:pt x="7901572" y="3274779"/>
                </a:lnTo>
                <a:lnTo>
                  <a:pt x="7901572" y="3312171"/>
                </a:lnTo>
                <a:lnTo>
                  <a:pt x="7913380" y="3323979"/>
                </a:lnTo>
                <a:lnTo>
                  <a:pt x="7925188" y="3345627"/>
                </a:lnTo>
                <a:lnTo>
                  <a:pt x="7933060" y="3373179"/>
                </a:lnTo>
                <a:lnTo>
                  <a:pt x="7913380" y="3369243"/>
                </a:lnTo>
                <a:lnTo>
                  <a:pt x="7893700" y="3361371"/>
                </a:lnTo>
                <a:lnTo>
                  <a:pt x="7875988" y="3341691"/>
                </a:lnTo>
                <a:lnTo>
                  <a:pt x="7868115" y="3339723"/>
                </a:lnTo>
                <a:lnTo>
                  <a:pt x="7852371" y="3329883"/>
                </a:lnTo>
                <a:lnTo>
                  <a:pt x="7836627" y="3308235"/>
                </a:lnTo>
                <a:lnTo>
                  <a:pt x="7832691" y="3290523"/>
                </a:lnTo>
                <a:lnTo>
                  <a:pt x="7818915" y="3261003"/>
                </a:lnTo>
                <a:lnTo>
                  <a:pt x="7818915" y="3237386"/>
                </a:lnTo>
                <a:lnTo>
                  <a:pt x="7811044" y="3223611"/>
                </a:lnTo>
                <a:lnTo>
                  <a:pt x="7811043" y="3223611"/>
                </a:lnTo>
                <a:lnTo>
                  <a:pt x="7793330" y="3201963"/>
                </a:lnTo>
                <a:lnTo>
                  <a:pt x="7777586" y="3178347"/>
                </a:lnTo>
                <a:lnTo>
                  <a:pt x="7761842" y="3174411"/>
                </a:lnTo>
                <a:lnTo>
                  <a:pt x="7761842" y="3144890"/>
                </a:lnTo>
                <a:lnTo>
                  <a:pt x="7765778" y="3129146"/>
                </a:lnTo>
                <a:lnTo>
                  <a:pt x="7765778" y="3113402"/>
                </a:lnTo>
                <a:lnTo>
                  <a:pt x="7767745" y="3108976"/>
                </a:lnTo>
                <a:lnTo>
                  <a:pt x="7767745" y="3083882"/>
                </a:lnTo>
                <a:lnTo>
                  <a:pt x="7771681" y="3050426"/>
                </a:lnTo>
                <a:lnTo>
                  <a:pt x="7771681" y="3030745"/>
                </a:lnTo>
                <a:lnTo>
                  <a:pt x="7767745" y="3018937"/>
                </a:lnTo>
                <a:lnTo>
                  <a:pt x="7748065" y="2997289"/>
                </a:lnTo>
                <a:lnTo>
                  <a:pt x="7744129" y="2969737"/>
                </a:lnTo>
                <a:lnTo>
                  <a:pt x="7740193" y="2932345"/>
                </a:lnTo>
                <a:lnTo>
                  <a:pt x="7732321" y="2924473"/>
                </a:lnTo>
                <a:lnTo>
                  <a:pt x="7720513" y="2912664"/>
                </a:lnTo>
                <a:lnTo>
                  <a:pt x="7708705" y="2928409"/>
                </a:lnTo>
                <a:lnTo>
                  <a:pt x="7694929" y="2948089"/>
                </a:lnTo>
                <a:lnTo>
                  <a:pt x="7659505" y="2952025"/>
                </a:lnTo>
                <a:lnTo>
                  <a:pt x="7645729" y="2948089"/>
                </a:lnTo>
                <a:lnTo>
                  <a:pt x="7649665" y="2932345"/>
                </a:lnTo>
                <a:lnTo>
                  <a:pt x="7641793" y="2908728"/>
                </a:lnTo>
                <a:lnTo>
                  <a:pt x="7641793" y="2871336"/>
                </a:lnTo>
                <a:lnTo>
                  <a:pt x="7622113" y="2855592"/>
                </a:lnTo>
                <a:lnTo>
                  <a:pt x="7618177" y="2830008"/>
                </a:lnTo>
                <a:lnTo>
                  <a:pt x="7588656" y="2810327"/>
                </a:lnTo>
                <a:lnTo>
                  <a:pt x="7580784" y="2792615"/>
                </a:lnTo>
                <a:lnTo>
                  <a:pt x="7594560" y="2776871"/>
                </a:lnTo>
                <a:lnTo>
                  <a:pt x="7578817" y="2792614"/>
                </a:lnTo>
                <a:lnTo>
                  <a:pt x="7574881" y="2780806"/>
                </a:lnTo>
                <a:lnTo>
                  <a:pt x="7570945" y="2759158"/>
                </a:lnTo>
                <a:lnTo>
                  <a:pt x="7553233" y="2735542"/>
                </a:lnTo>
                <a:lnTo>
                  <a:pt x="7541425" y="2735542"/>
                </a:lnTo>
                <a:lnTo>
                  <a:pt x="7537489" y="2743414"/>
                </a:lnTo>
                <a:lnTo>
                  <a:pt x="7537489" y="2761126"/>
                </a:lnTo>
                <a:lnTo>
                  <a:pt x="7511905" y="2772934"/>
                </a:lnTo>
                <a:lnTo>
                  <a:pt x="7496160" y="2776870"/>
                </a:lnTo>
                <a:lnTo>
                  <a:pt x="7490256" y="2768998"/>
                </a:lnTo>
                <a:lnTo>
                  <a:pt x="7490256" y="2727670"/>
                </a:lnTo>
                <a:lnTo>
                  <a:pt x="7484352" y="2715862"/>
                </a:lnTo>
                <a:lnTo>
                  <a:pt x="7482384" y="2690278"/>
                </a:lnTo>
                <a:lnTo>
                  <a:pt x="7470576" y="2674533"/>
                </a:lnTo>
                <a:lnTo>
                  <a:pt x="7470576" y="2662726"/>
                </a:lnTo>
                <a:lnTo>
                  <a:pt x="7470575" y="2662726"/>
                </a:lnTo>
                <a:lnTo>
                  <a:pt x="7470575" y="2674534"/>
                </a:lnTo>
                <a:lnTo>
                  <a:pt x="7480415" y="2690278"/>
                </a:lnTo>
                <a:lnTo>
                  <a:pt x="7484351" y="2715862"/>
                </a:lnTo>
                <a:lnTo>
                  <a:pt x="7488287" y="2727670"/>
                </a:lnTo>
                <a:lnTo>
                  <a:pt x="7488287" y="2768999"/>
                </a:lnTo>
                <a:lnTo>
                  <a:pt x="7443023" y="2784743"/>
                </a:lnTo>
                <a:lnTo>
                  <a:pt x="7431215" y="2800487"/>
                </a:lnTo>
                <a:lnTo>
                  <a:pt x="7435151" y="2812295"/>
                </a:lnTo>
                <a:lnTo>
                  <a:pt x="7431215" y="2822135"/>
                </a:lnTo>
                <a:lnTo>
                  <a:pt x="7413503" y="2830007"/>
                </a:lnTo>
                <a:lnTo>
                  <a:pt x="7389886" y="2841815"/>
                </a:lnTo>
                <a:lnTo>
                  <a:pt x="7370206" y="2857560"/>
                </a:lnTo>
                <a:lnTo>
                  <a:pt x="7366270" y="2871336"/>
                </a:lnTo>
                <a:lnTo>
                  <a:pt x="7348558" y="2879208"/>
                </a:lnTo>
                <a:lnTo>
                  <a:pt x="7344622" y="2887080"/>
                </a:lnTo>
                <a:lnTo>
                  <a:pt x="7324942" y="2898888"/>
                </a:lnTo>
                <a:lnTo>
                  <a:pt x="7303294" y="2920536"/>
                </a:lnTo>
                <a:lnTo>
                  <a:pt x="7291486" y="2944152"/>
                </a:lnTo>
                <a:lnTo>
                  <a:pt x="7279677" y="2944152"/>
                </a:lnTo>
                <a:lnTo>
                  <a:pt x="7261965" y="2957928"/>
                </a:lnTo>
                <a:lnTo>
                  <a:pt x="7250157" y="2957928"/>
                </a:lnTo>
                <a:lnTo>
                  <a:pt x="7242285" y="2969736"/>
                </a:lnTo>
                <a:lnTo>
                  <a:pt x="7242285" y="3001225"/>
                </a:lnTo>
                <a:lnTo>
                  <a:pt x="7242285" y="3011065"/>
                </a:lnTo>
                <a:lnTo>
                  <a:pt x="7242285" y="3054361"/>
                </a:lnTo>
                <a:lnTo>
                  <a:pt x="7230477" y="3072073"/>
                </a:lnTo>
                <a:lnTo>
                  <a:pt x="7234413" y="3109466"/>
                </a:lnTo>
                <a:lnTo>
                  <a:pt x="7222605" y="3109466"/>
                </a:lnTo>
                <a:lnTo>
                  <a:pt x="7214733" y="3121274"/>
                </a:lnTo>
                <a:lnTo>
                  <a:pt x="7214733" y="3137018"/>
                </a:lnTo>
                <a:lnTo>
                  <a:pt x="7200957" y="3144890"/>
                </a:lnTo>
                <a:lnTo>
                  <a:pt x="7189149" y="3156698"/>
                </a:lnTo>
                <a:lnTo>
                  <a:pt x="7185213" y="3162602"/>
                </a:lnTo>
                <a:lnTo>
                  <a:pt x="7169469" y="3178346"/>
                </a:lnTo>
                <a:lnTo>
                  <a:pt x="7149788" y="3170474"/>
                </a:lnTo>
                <a:lnTo>
                  <a:pt x="7139948" y="3156698"/>
                </a:lnTo>
                <a:lnTo>
                  <a:pt x="7128140" y="3121274"/>
                </a:lnTo>
                <a:lnTo>
                  <a:pt x="7116332" y="3095690"/>
                </a:lnTo>
                <a:lnTo>
                  <a:pt x="7104524" y="3072073"/>
                </a:lnTo>
                <a:lnTo>
                  <a:pt x="7090748" y="3050425"/>
                </a:lnTo>
                <a:lnTo>
                  <a:pt x="7090748" y="3034681"/>
                </a:lnTo>
                <a:lnTo>
                  <a:pt x="7082876" y="3018937"/>
                </a:lnTo>
                <a:lnTo>
                  <a:pt x="7078940" y="3005161"/>
                </a:lnTo>
                <a:lnTo>
                  <a:pt x="7059260" y="2957928"/>
                </a:lnTo>
                <a:lnTo>
                  <a:pt x="7047452" y="2944152"/>
                </a:lnTo>
                <a:lnTo>
                  <a:pt x="7033675" y="2891016"/>
                </a:lnTo>
                <a:lnTo>
                  <a:pt x="7029739" y="2849687"/>
                </a:lnTo>
                <a:lnTo>
                  <a:pt x="7025803" y="2804423"/>
                </a:lnTo>
                <a:lnTo>
                  <a:pt x="7021867" y="2796551"/>
                </a:lnTo>
                <a:lnTo>
                  <a:pt x="7021867" y="2768999"/>
                </a:lnTo>
                <a:lnTo>
                  <a:pt x="7013995" y="2761127"/>
                </a:lnTo>
                <a:lnTo>
                  <a:pt x="7006123" y="2784743"/>
                </a:lnTo>
                <a:lnTo>
                  <a:pt x="7006123" y="2792615"/>
                </a:lnTo>
                <a:lnTo>
                  <a:pt x="7000219" y="2808359"/>
                </a:lnTo>
                <a:lnTo>
                  <a:pt x="6968731" y="2812295"/>
                </a:lnTo>
                <a:lnTo>
                  <a:pt x="6949051" y="2800487"/>
                </a:lnTo>
                <a:lnTo>
                  <a:pt x="6923467" y="2768999"/>
                </a:lnTo>
                <a:lnTo>
                  <a:pt x="6919530" y="2759159"/>
                </a:lnTo>
                <a:lnTo>
                  <a:pt x="6935275" y="2759159"/>
                </a:lnTo>
                <a:lnTo>
                  <a:pt x="6945115" y="2759159"/>
                </a:lnTo>
                <a:lnTo>
                  <a:pt x="6956923" y="2743414"/>
                </a:lnTo>
                <a:lnTo>
                  <a:pt x="6939211" y="2747350"/>
                </a:lnTo>
                <a:lnTo>
                  <a:pt x="6915594" y="2747350"/>
                </a:lnTo>
                <a:lnTo>
                  <a:pt x="6907722" y="2739478"/>
                </a:lnTo>
                <a:lnTo>
                  <a:pt x="6907722" y="2727670"/>
                </a:lnTo>
                <a:lnTo>
                  <a:pt x="6899850" y="2723734"/>
                </a:lnTo>
                <a:lnTo>
                  <a:pt x="6891978" y="2719798"/>
                </a:lnTo>
                <a:lnTo>
                  <a:pt x="6907722" y="2702086"/>
                </a:lnTo>
                <a:lnTo>
                  <a:pt x="6931339" y="2690278"/>
                </a:lnTo>
                <a:lnTo>
                  <a:pt x="6972667" y="2698150"/>
                </a:lnTo>
                <a:lnTo>
                  <a:pt x="6976603" y="2672566"/>
                </a:lnTo>
                <a:lnTo>
                  <a:pt x="6976364" y="2672148"/>
                </a:lnTo>
                <a:lnTo>
                  <a:pt x="6972667" y="2696182"/>
                </a:lnTo>
                <a:lnTo>
                  <a:pt x="6931338" y="2688310"/>
                </a:lnTo>
                <a:lnTo>
                  <a:pt x="6907722" y="2700118"/>
                </a:lnTo>
                <a:lnTo>
                  <a:pt x="6891978" y="2719798"/>
                </a:lnTo>
                <a:lnTo>
                  <a:pt x="6876234" y="2711926"/>
                </a:lnTo>
                <a:lnTo>
                  <a:pt x="6876234" y="2704054"/>
                </a:lnTo>
                <a:lnTo>
                  <a:pt x="6866394" y="2696182"/>
                </a:lnTo>
                <a:lnTo>
                  <a:pt x="6862458" y="2678470"/>
                </a:lnTo>
                <a:lnTo>
                  <a:pt x="6854586" y="2670598"/>
                </a:lnTo>
                <a:lnTo>
                  <a:pt x="6830969" y="2670598"/>
                </a:lnTo>
                <a:lnTo>
                  <a:pt x="6819161" y="2674534"/>
                </a:lnTo>
                <a:lnTo>
                  <a:pt x="6781769" y="2670598"/>
                </a:lnTo>
                <a:lnTo>
                  <a:pt x="6769961" y="2674534"/>
                </a:lnTo>
                <a:lnTo>
                  <a:pt x="6728633" y="2678470"/>
                </a:lnTo>
                <a:lnTo>
                  <a:pt x="6716825" y="2670598"/>
                </a:lnTo>
                <a:lnTo>
                  <a:pt x="6713872" y="2667646"/>
                </a:lnTo>
                <a:lnTo>
                  <a:pt x="6706985" y="2674533"/>
                </a:lnTo>
                <a:lnTo>
                  <a:pt x="6701081" y="2666661"/>
                </a:lnTo>
                <a:lnTo>
                  <a:pt x="6681401" y="2666661"/>
                </a:lnTo>
                <a:lnTo>
                  <a:pt x="6661720" y="2662725"/>
                </a:lnTo>
                <a:lnTo>
                  <a:pt x="6644008" y="2666661"/>
                </a:lnTo>
                <a:lnTo>
                  <a:pt x="6626296" y="2658789"/>
                </a:lnTo>
                <a:lnTo>
                  <a:pt x="6598744" y="2654853"/>
                </a:lnTo>
                <a:lnTo>
                  <a:pt x="6586936" y="2643045"/>
                </a:lnTo>
                <a:lnTo>
                  <a:pt x="6584968" y="2637141"/>
                </a:lnTo>
                <a:lnTo>
                  <a:pt x="6581032" y="2613525"/>
                </a:lnTo>
                <a:lnTo>
                  <a:pt x="6569224" y="2605653"/>
                </a:lnTo>
                <a:lnTo>
                  <a:pt x="6561351" y="2611557"/>
                </a:lnTo>
                <a:lnTo>
                  <a:pt x="6545607" y="2623365"/>
                </a:lnTo>
                <a:lnTo>
                  <a:pt x="6488535" y="2623365"/>
                </a:lnTo>
                <a:lnTo>
                  <a:pt x="6482631" y="2617461"/>
                </a:lnTo>
                <a:lnTo>
                  <a:pt x="6466887" y="2613525"/>
                </a:lnTo>
                <a:lnTo>
                  <a:pt x="6447206" y="2589908"/>
                </a:lnTo>
                <a:lnTo>
                  <a:pt x="6437366" y="2589908"/>
                </a:lnTo>
                <a:lnTo>
                  <a:pt x="6417686" y="2578100"/>
                </a:lnTo>
                <a:lnTo>
                  <a:pt x="6413750" y="2562356"/>
                </a:lnTo>
                <a:lnTo>
                  <a:pt x="6405878" y="2550548"/>
                </a:lnTo>
                <a:lnTo>
                  <a:pt x="6386198" y="2526932"/>
                </a:lnTo>
                <a:lnTo>
                  <a:pt x="6384230" y="2513156"/>
                </a:lnTo>
                <a:lnTo>
                  <a:pt x="6348805" y="2513156"/>
                </a:lnTo>
                <a:lnTo>
                  <a:pt x="6334705" y="2516681"/>
                </a:lnTo>
                <a:lnTo>
                  <a:pt x="6335032" y="2517091"/>
                </a:lnTo>
                <a:lnTo>
                  <a:pt x="6327160" y="2528899"/>
                </a:lnTo>
                <a:lnTo>
                  <a:pt x="6325191" y="2528336"/>
                </a:lnTo>
                <a:lnTo>
                  <a:pt x="6313381" y="2536772"/>
                </a:lnTo>
                <a:lnTo>
                  <a:pt x="6313381" y="2544644"/>
                </a:lnTo>
                <a:lnTo>
                  <a:pt x="6325189" y="2558420"/>
                </a:lnTo>
                <a:lnTo>
                  <a:pt x="6305509" y="2558420"/>
                </a:lnTo>
                <a:lnTo>
                  <a:pt x="6295669" y="2546612"/>
                </a:lnTo>
                <a:lnTo>
                  <a:pt x="6295669" y="2546612"/>
                </a:lnTo>
                <a:lnTo>
                  <a:pt x="6242535" y="2554483"/>
                </a:lnTo>
                <a:lnTo>
                  <a:pt x="6242455" y="2554448"/>
                </a:lnTo>
                <a:lnTo>
                  <a:pt x="6242533" y="2554485"/>
                </a:lnTo>
                <a:lnTo>
                  <a:pt x="6295669" y="2546613"/>
                </a:lnTo>
                <a:lnTo>
                  <a:pt x="6305509" y="2558421"/>
                </a:lnTo>
                <a:lnTo>
                  <a:pt x="6323221" y="2558421"/>
                </a:lnTo>
                <a:lnTo>
                  <a:pt x="6336997" y="2570229"/>
                </a:lnTo>
                <a:lnTo>
                  <a:pt x="6340934" y="2582037"/>
                </a:lnTo>
                <a:lnTo>
                  <a:pt x="6354710" y="2589909"/>
                </a:lnTo>
                <a:lnTo>
                  <a:pt x="6370454" y="2623366"/>
                </a:lnTo>
                <a:lnTo>
                  <a:pt x="6382262" y="2625334"/>
                </a:lnTo>
                <a:lnTo>
                  <a:pt x="6378326" y="2650918"/>
                </a:lnTo>
                <a:lnTo>
                  <a:pt x="6399974" y="2682406"/>
                </a:lnTo>
                <a:lnTo>
                  <a:pt x="6407846" y="2694214"/>
                </a:lnTo>
                <a:lnTo>
                  <a:pt x="6411782" y="2694870"/>
                </a:lnTo>
                <a:lnTo>
                  <a:pt x="6409814" y="2694214"/>
                </a:lnTo>
                <a:lnTo>
                  <a:pt x="6401942" y="2682406"/>
                </a:lnTo>
                <a:lnTo>
                  <a:pt x="6409814" y="2666662"/>
                </a:lnTo>
                <a:lnTo>
                  <a:pt x="6405878" y="2650917"/>
                </a:lnTo>
                <a:lnTo>
                  <a:pt x="6409814" y="2639109"/>
                </a:lnTo>
                <a:lnTo>
                  <a:pt x="6425558" y="2643045"/>
                </a:lnTo>
                <a:lnTo>
                  <a:pt x="6429494" y="2674534"/>
                </a:lnTo>
                <a:lnTo>
                  <a:pt x="6421622" y="2698150"/>
                </a:lnTo>
                <a:lnTo>
                  <a:pt x="6431462" y="2707990"/>
                </a:lnTo>
                <a:lnTo>
                  <a:pt x="6427526" y="2719798"/>
                </a:lnTo>
                <a:lnTo>
                  <a:pt x="6445238" y="2743415"/>
                </a:lnTo>
                <a:lnTo>
                  <a:pt x="6453131" y="2744022"/>
                </a:lnTo>
                <a:lnTo>
                  <a:pt x="6447206" y="2743414"/>
                </a:lnTo>
                <a:lnTo>
                  <a:pt x="6429494" y="2719798"/>
                </a:lnTo>
                <a:lnTo>
                  <a:pt x="6433430" y="2709958"/>
                </a:lnTo>
                <a:lnTo>
                  <a:pt x="6451142" y="2713894"/>
                </a:lnTo>
                <a:lnTo>
                  <a:pt x="6462950" y="2713894"/>
                </a:lnTo>
                <a:lnTo>
                  <a:pt x="6490503" y="2709958"/>
                </a:lnTo>
                <a:lnTo>
                  <a:pt x="6504279" y="2694214"/>
                </a:lnTo>
                <a:lnTo>
                  <a:pt x="6531831" y="2672565"/>
                </a:lnTo>
                <a:lnTo>
                  <a:pt x="6547575" y="2656821"/>
                </a:lnTo>
                <a:lnTo>
                  <a:pt x="6563319" y="2668629"/>
                </a:lnTo>
                <a:lnTo>
                  <a:pt x="6563319" y="2676501"/>
                </a:lnTo>
                <a:lnTo>
                  <a:pt x="6560039" y="2676829"/>
                </a:lnTo>
                <a:lnTo>
                  <a:pt x="6563319" y="2688310"/>
                </a:lnTo>
                <a:lnTo>
                  <a:pt x="6575127" y="2704054"/>
                </a:lnTo>
                <a:lnTo>
                  <a:pt x="6598744" y="2715862"/>
                </a:lnTo>
                <a:lnTo>
                  <a:pt x="6620392" y="2715862"/>
                </a:lnTo>
                <a:lnTo>
                  <a:pt x="6622360" y="2727671"/>
                </a:lnTo>
                <a:lnTo>
                  <a:pt x="6644008" y="2745383"/>
                </a:lnTo>
                <a:lnTo>
                  <a:pt x="6655816" y="2749319"/>
                </a:lnTo>
                <a:lnTo>
                  <a:pt x="6661720" y="2765063"/>
                </a:lnTo>
                <a:lnTo>
                  <a:pt x="6645976" y="2784743"/>
                </a:lnTo>
                <a:lnTo>
                  <a:pt x="6622360" y="2810327"/>
                </a:lnTo>
                <a:lnTo>
                  <a:pt x="6608584" y="2818199"/>
                </a:lnTo>
                <a:lnTo>
                  <a:pt x="6598744" y="2831976"/>
                </a:lnTo>
                <a:lnTo>
                  <a:pt x="6592840" y="2851656"/>
                </a:lnTo>
                <a:lnTo>
                  <a:pt x="6567255" y="2875272"/>
                </a:lnTo>
                <a:lnTo>
                  <a:pt x="6567255" y="2885112"/>
                </a:lnTo>
                <a:lnTo>
                  <a:pt x="6557415" y="2892984"/>
                </a:lnTo>
                <a:lnTo>
                  <a:pt x="6533799" y="2896920"/>
                </a:lnTo>
                <a:lnTo>
                  <a:pt x="6525927" y="2916600"/>
                </a:lnTo>
                <a:lnTo>
                  <a:pt x="6484600" y="2918568"/>
                </a:lnTo>
                <a:lnTo>
                  <a:pt x="6486567" y="2920536"/>
                </a:lnTo>
                <a:lnTo>
                  <a:pt x="6462951" y="2926440"/>
                </a:lnTo>
                <a:lnTo>
                  <a:pt x="6443271" y="2946120"/>
                </a:lnTo>
                <a:lnTo>
                  <a:pt x="6443271" y="2953992"/>
                </a:lnTo>
                <a:lnTo>
                  <a:pt x="6435399" y="2965800"/>
                </a:lnTo>
                <a:lnTo>
                  <a:pt x="6413751" y="2969736"/>
                </a:lnTo>
                <a:lnTo>
                  <a:pt x="6394070" y="2977608"/>
                </a:lnTo>
                <a:lnTo>
                  <a:pt x="6372422" y="2979577"/>
                </a:lnTo>
                <a:lnTo>
                  <a:pt x="6360614" y="2987449"/>
                </a:lnTo>
                <a:lnTo>
                  <a:pt x="6348806" y="2991385"/>
                </a:lnTo>
                <a:lnTo>
                  <a:pt x="6340934" y="3003193"/>
                </a:lnTo>
                <a:lnTo>
                  <a:pt x="6291733" y="3018937"/>
                </a:lnTo>
                <a:lnTo>
                  <a:pt x="6275989" y="3026809"/>
                </a:lnTo>
                <a:lnTo>
                  <a:pt x="6252373" y="3026809"/>
                </a:lnTo>
                <a:lnTo>
                  <a:pt x="6244501" y="3036649"/>
                </a:lnTo>
                <a:lnTo>
                  <a:pt x="6203173" y="3048457"/>
                </a:lnTo>
                <a:lnTo>
                  <a:pt x="6199237" y="3040585"/>
                </a:lnTo>
                <a:lnTo>
                  <a:pt x="6185460" y="3032713"/>
                </a:lnTo>
                <a:lnTo>
                  <a:pt x="6185460" y="3007129"/>
                </a:lnTo>
                <a:lnTo>
                  <a:pt x="6169716" y="2977608"/>
                </a:lnTo>
                <a:lnTo>
                  <a:pt x="6169716" y="2965800"/>
                </a:lnTo>
                <a:lnTo>
                  <a:pt x="6165780" y="2934312"/>
                </a:lnTo>
                <a:lnTo>
                  <a:pt x="6165780" y="2920536"/>
                </a:lnTo>
                <a:lnTo>
                  <a:pt x="6146100" y="2894952"/>
                </a:lnTo>
                <a:lnTo>
                  <a:pt x="6130356" y="2883144"/>
                </a:lnTo>
                <a:lnTo>
                  <a:pt x="6116580" y="2845751"/>
                </a:lnTo>
                <a:lnTo>
                  <a:pt x="6112644" y="2833943"/>
                </a:lnTo>
                <a:lnTo>
                  <a:pt x="6092963" y="2826071"/>
                </a:lnTo>
                <a:lnTo>
                  <a:pt x="6079187" y="2802455"/>
                </a:lnTo>
                <a:lnTo>
                  <a:pt x="6067379" y="2784743"/>
                </a:lnTo>
                <a:lnTo>
                  <a:pt x="6067379" y="2749319"/>
                </a:lnTo>
                <a:lnTo>
                  <a:pt x="6055571" y="2731606"/>
                </a:lnTo>
                <a:lnTo>
                  <a:pt x="6039827" y="2719798"/>
                </a:lnTo>
                <a:lnTo>
                  <a:pt x="6026051" y="2707990"/>
                </a:lnTo>
                <a:lnTo>
                  <a:pt x="6010307" y="2690278"/>
                </a:lnTo>
                <a:lnTo>
                  <a:pt x="6010307" y="2662726"/>
                </a:lnTo>
                <a:lnTo>
                  <a:pt x="5990627" y="2646982"/>
                </a:lnTo>
                <a:lnTo>
                  <a:pt x="5982755" y="2633206"/>
                </a:lnTo>
                <a:lnTo>
                  <a:pt x="5968978" y="2601717"/>
                </a:lnTo>
                <a:lnTo>
                  <a:pt x="5965042" y="2593845"/>
                </a:lnTo>
                <a:lnTo>
                  <a:pt x="5949298" y="2589909"/>
                </a:lnTo>
                <a:lnTo>
                  <a:pt x="5949298" y="2550549"/>
                </a:lnTo>
                <a:lnTo>
                  <a:pt x="5949298" y="2548581"/>
                </a:lnTo>
                <a:lnTo>
                  <a:pt x="5982755" y="2544645"/>
                </a:lnTo>
                <a:lnTo>
                  <a:pt x="6002435" y="2521029"/>
                </a:lnTo>
                <a:lnTo>
                  <a:pt x="6028019" y="2521029"/>
                </a:lnTo>
                <a:lnTo>
                  <a:pt x="6031955" y="2513157"/>
                </a:lnTo>
                <a:lnTo>
                  <a:pt x="6031955" y="2513156"/>
                </a:lnTo>
                <a:lnTo>
                  <a:pt x="6028019" y="2521028"/>
                </a:lnTo>
                <a:lnTo>
                  <a:pt x="6002435" y="2521028"/>
                </a:lnTo>
                <a:lnTo>
                  <a:pt x="5982755" y="2542676"/>
                </a:lnTo>
                <a:lnTo>
                  <a:pt x="5949298" y="2546612"/>
                </a:lnTo>
                <a:lnTo>
                  <a:pt x="5949298" y="2534804"/>
                </a:lnTo>
                <a:lnTo>
                  <a:pt x="5947330" y="2534804"/>
                </a:lnTo>
                <a:lnTo>
                  <a:pt x="5939458" y="2509220"/>
                </a:lnTo>
                <a:lnTo>
                  <a:pt x="5935523" y="2493477"/>
                </a:lnTo>
                <a:lnTo>
                  <a:pt x="5935522" y="2493477"/>
                </a:lnTo>
                <a:lnTo>
                  <a:pt x="5931586" y="2487573"/>
                </a:lnTo>
                <a:lnTo>
                  <a:pt x="5939458" y="2475765"/>
                </a:lnTo>
                <a:lnTo>
                  <a:pt x="5939460" y="2475767"/>
                </a:lnTo>
                <a:lnTo>
                  <a:pt x="5939458" y="2475764"/>
                </a:lnTo>
                <a:lnTo>
                  <a:pt x="5947330" y="2460020"/>
                </a:lnTo>
                <a:lnTo>
                  <a:pt x="5951266" y="2448211"/>
                </a:lnTo>
                <a:lnTo>
                  <a:pt x="5957170" y="2434435"/>
                </a:lnTo>
                <a:lnTo>
                  <a:pt x="5961106" y="2418691"/>
                </a:lnTo>
                <a:lnTo>
                  <a:pt x="5967010" y="2406883"/>
                </a:lnTo>
                <a:lnTo>
                  <a:pt x="5976850" y="2410819"/>
                </a:lnTo>
                <a:lnTo>
                  <a:pt x="5980635" y="2399465"/>
                </a:lnTo>
                <a:lnTo>
                  <a:pt x="5978818" y="2399011"/>
                </a:lnTo>
                <a:lnTo>
                  <a:pt x="5974882" y="2408851"/>
                </a:lnTo>
                <a:lnTo>
                  <a:pt x="5965042" y="2404915"/>
                </a:lnTo>
                <a:lnTo>
                  <a:pt x="5968978" y="2399011"/>
                </a:lnTo>
                <a:lnTo>
                  <a:pt x="5972914" y="2387203"/>
                </a:lnTo>
                <a:lnTo>
                  <a:pt x="5974882" y="2330130"/>
                </a:lnTo>
                <a:lnTo>
                  <a:pt x="5977836" y="2328161"/>
                </a:lnTo>
                <a:lnTo>
                  <a:pt x="5980787" y="2322259"/>
                </a:lnTo>
                <a:lnTo>
                  <a:pt x="5980787" y="2308483"/>
                </a:lnTo>
                <a:lnTo>
                  <a:pt x="5980787" y="2296675"/>
                </a:lnTo>
                <a:lnTo>
                  <a:pt x="5949299" y="2296675"/>
                </a:lnTo>
                <a:lnTo>
                  <a:pt x="5941426" y="2300611"/>
                </a:lnTo>
                <a:lnTo>
                  <a:pt x="5931586" y="2304547"/>
                </a:lnTo>
                <a:lnTo>
                  <a:pt x="5919778" y="2312419"/>
                </a:lnTo>
                <a:lnTo>
                  <a:pt x="5896162" y="2316355"/>
                </a:lnTo>
                <a:lnTo>
                  <a:pt x="5882386" y="2316355"/>
                </a:lnTo>
                <a:lnTo>
                  <a:pt x="5850898" y="2292739"/>
                </a:lnTo>
                <a:lnTo>
                  <a:pt x="5844994" y="2284867"/>
                </a:lnTo>
                <a:lnTo>
                  <a:pt x="5829249" y="2292739"/>
                </a:lnTo>
                <a:lnTo>
                  <a:pt x="5833185" y="2304547"/>
                </a:lnTo>
                <a:lnTo>
                  <a:pt x="5817441" y="2304547"/>
                </a:lnTo>
                <a:lnTo>
                  <a:pt x="5793825" y="2312419"/>
                </a:lnTo>
                <a:lnTo>
                  <a:pt x="5787921" y="2300611"/>
                </a:lnTo>
                <a:lnTo>
                  <a:pt x="5780049" y="2296675"/>
                </a:lnTo>
                <a:lnTo>
                  <a:pt x="5768241" y="2308483"/>
                </a:lnTo>
                <a:lnTo>
                  <a:pt x="5764305" y="2316355"/>
                </a:lnTo>
                <a:lnTo>
                  <a:pt x="5748561" y="2322259"/>
                </a:lnTo>
                <a:lnTo>
                  <a:pt x="5748561" y="2316355"/>
                </a:lnTo>
                <a:lnTo>
                  <a:pt x="5756433" y="2304547"/>
                </a:lnTo>
                <a:lnTo>
                  <a:pt x="5760369" y="2292739"/>
                </a:lnTo>
                <a:lnTo>
                  <a:pt x="5752497" y="2284867"/>
                </a:lnTo>
                <a:lnTo>
                  <a:pt x="5742657" y="2292739"/>
                </a:lnTo>
                <a:lnTo>
                  <a:pt x="5734784" y="2296675"/>
                </a:lnTo>
                <a:lnTo>
                  <a:pt x="5734784" y="2284867"/>
                </a:lnTo>
                <a:lnTo>
                  <a:pt x="5744625" y="2280931"/>
                </a:lnTo>
                <a:lnTo>
                  <a:pt x="5748561" y="2276995"/>
                </a:lnTo>
                <a:lnTo>
                  <a:pt x="5738721" y="2273059"/>
                </a:lnTo>
                <a:lnTo>
                  <a:pt x="5738721" y="2255346"/>
                </a:lnTo>
                <a:lnTo>
                  <a:pt x="5730848" y="2247474"/>
                </a:lnTo>
                <a:lnTo>
                  <a:pt x="5719040" y="2247474"/>
                </a:lnTo>
                <a:lnTo>
                  <a:pt x="5711168" y="2239602"/>
                </a:lnTo>
                <a:lnTo>
                  <a:pt x="5715104" y="2231730"/>
                </a:lnTo>
                <a:lnTo>
                  <a:pt x="5726912" y="2235666"/>
                </a:lnTo>
                <a:lnTo>
                  <a:pt x="5730848" y="2227794"/>
                </a:lnTo>
                <a:lnTo>
                  <a:pt x="5730848" y="2219922"/>
                </a:lnTo>
                <a:lnTo>
                  <a:pt x="5726912" y="2206146"/>
                </a:lnTo>
                <a:lnTo>
                  <a:pt x="5730848" y="2198274"/>
                </a:lnTo>
                <a:lnTo>
                  <a:pt x="5715104" y="2198274"/>
                </a:lnTo>
                <a:lnTo>
                  <a:pt x="5715104" y="2190402"/>
                </a:lnTo>
                <a:lnTo>
                  <a:pt x="5726912" y="2172690"/>
                </a:lnTo>
                <a:lnTo>
                  <a:pt x="5738721" y="2164818"/>
                </a:lnTo>
                <a:lnTo>
                  <a:pt x="5752497" y="2164818"/>
                </a:lnTo>
                <a:lnTo>
                  <a:pt x="5772177" y="2156946"/>
                </a:lnTo>
                <a:lnTo>
                  <a:pt x="5787921" y="2160882"/>
                </a:lnTo>
                <a:lnTo>
                  <a:pt x="5801697" y="2156946"/>
                </a:lnTo>
                <a:lnTo>
                  <a:pt x="5805633" y="2149074"/>
                </a:lnTo>
                <a:lnTo>
                  <a:pt x="5791857" y="2141201"/>
                </a:lnTo>
                <a:lnTo>
                  <a:pt x="5793825" y="2129393"/>
                </a:lnTo>
                <a:lnTo>
                  <a:pt x="5801697" y="2125457"/>
                </a:lnTo>
                <a:lnTo>
                  <a:pt x="5833185" y="2125457"/>
                </a:lnTo>
                <a:lnTo>
                  <a:pt x="5844994" y="2133329"/>
                </a:lnTo>
                <a:lnTo>
                  <a:pt x="5870578" y="2115617"/>
                </a:lnTo>
                <a:lnTo>
                  <a:pt x="5904034" y="2103809"/>
                </a:lnTo>
                <a:lnTo>
                  <a:pt x="5935522" y="2103809"/>
                </a:lnTo>
                <a:lnTo>
                  <a:pt x="5949299" y="2099873"/>
                </a:lnTo>
                <a:lnTo>
                  <a:pt x="5961107" y="2119553"/>
                </a:lnTo>
                <a:lnTo>
                  <a:pt x="5984723" y="2115617"/>
                </a:lnTo>
                <a:lnTo>
                  <a:pt x="6006371" y="2133329"/>
                </a:lnTo>
                <a:lnTo>
                  <a:pt x="6018179" y="2133329"/>
                </a:lnTo>
                <a:lnTo>
                  <a:pt x="6043763" y="2141201"/>
                </a:lnTo>
                <a:lnTo>
                  <a:pt x="6063444" y="2137265"/>
                </a:lnTo>
                <a:lnTo>
                  <a:pt x="6083124" y="2141201"/>
                </a:lnTo>
                <a:lnTo>
                  <a:pt x="6104772" y="2141201"/>
                </a:lnTo>
                <a:lnTo>
                  <a:pt x="6140196" y="2123489"/>
                </a:lnTo>
                <a:lnTo>
                  <a:pt x="6140196" y="2111681"/>
                </a:lnTo>
                <a:lnTo>
                  <a:pt x="6161845" y="2119553"/>
                </a:lnTo>
                <a:lnTo>
                  <a:pt x="6181525" y="2119553"/>
                </a:lnTo>
                <a:lnTo>
                  <a:pt x="6181526" y="2119555"/>
                </a:lnTo>
                <a:lnTo>
                  <a:pt x="6214981" y="2131362"/>
                </a:lnTo>
                <a:lnTo>
                  <a:pt x="6215033" y="2131379"/>
                </a:lnTo>
                <a:lnTo>
                  <a:pt x="6214980" y="2131361"/>
                </a:lnTo>
                <a:lnTo>
                  <a:pt x="6181524" y="2117585"/>
                </a:lnTo>
                <a:lnTo>
                  <a:pt x="6161844" y="2117585"/>
                </a:lnTo>
                <a:lnTo>
                  <a:pt x="6140196" y="2109713"/>
                </a:lnTo>
                <a:lnTo>
                  <a:pt x="6144132" y="2099873"/>
                </a:lnTo>
                <a:lnTo>
                  <a:pt x="6132324" y="2084129"/>
                </a:lnTo>
                <a:lnTo>
                  <a:pt x="6132324" y="2072320"/>
                </a:lnTo>
                <a:lnTo>
                  <a:pt x="6124452" y="2064448"/>
                </a:lnTo>
                <a:lnTo>
                  <a:pt x="6108707" y="2062480"/>
                </a:lnTo>
                <a:lnTo>
                  <a:pt x="6092301" y="2047565"/>
                </a:lnTo>
                <a:lnTo>
                  <a:pt x="6087059" y="2046737"/>
                </a:lnTo>
                <a:lnTo>
                  <a:pt x="6071315" y="2034929"/>
                </a:lnTo>
                <a:lnTo>
                  <a:pt x="6047699" y="2003441"/>
                </a:lnTo>
                <a:lnTo>
                  <a:pt x="6033923" y="2003441"/>
                </a:lnTo>
                <a:lnTo>
                  <a:pt x="6022115" y="1991633"/>
                </a:lnTo>
                <a:lnTo>
                  <a:pt x="6012275" y="1989665"/>
                </a:lnTo>
                <a:lnTo>
                  <a:pt x="6006371" y="1979825"/>
                </a:lnTo>
                <a:lnTo>
                  <a:pt x="6004403" y="1969985"/>
                </a:lnTo>
                <a:lnTo>
                  <a:pt x="6022115" y="1969985"/>
                </a:lnTo>
                <a:lnTo>
                  <a:pt x="6022115" y="1960145"/>
                </a:lnTo>
                <a:lnTo>
                  <a:pt x="6037859" y="1946369"/>
                </a:lnTo>
                <a:lnTo>
                  <a:pt x="6039827" y="1940465"/>
                </a:lnTo>
                <a:lnTo>
                  <a:pt x="6031955" y="1922752"/>
                </a:lnTo>
                <a:lnTo>
                  <a:pt x="6057539" y="1908976"/>
                </a:lnTo>
                <a:lnTo>
                  <a:pt x="6053603" y="1905040"/>
                </a:lnTo>
                <a:lnTo>
                  <a:pt x="6026051" y="1912912"/>
                </a:lnTo>
                <a:lnTo>
                  <a:pt x="6043763" y="1883392"/>
                </a:lnTo>
                <a:lnTo>
                  <a:pt x="6063443" y="1863712"/>
                </a:lnTo>
                <a:lnTo>
                  <a:pt x="6075251" y="1863712"/>
                </a:lnTo>
                <a:lnTo>
                  <a:pt x="6079187" y="1830256"/>
                </a:lnTo>
                <a:lnTo>
                  <a:pt x="6096899" y="1810575"/>
                </a:lnTo>
                <a:lnTo>
                  <a:pt x="6079262" y="1795651"/>
                </a:lnTo>
                <a:lnTo>
                  <a:pt x="6094931" y="1810574"/>
                </a:lnTo>
                <a:lnTo>
                  <a:pt x="6077219" y="1830255"/>
                </a:lnTo>
                <a:lnTo>
                  <a:pt x="6073283" y="1863711"/>
                </a:lnTo>
                <a:lnTo>
                  <a:pt x="6061475" y="1863711"/>
                </a:lnTo>
                <a:lnTo>
                  <a:pt x="6043763" y="1881423"/>
                </a:lnTo>
                <a:lnTo>
                  <a:pt x="6024083" y="1912911"/>
                </a:lnTo>
                <a:lnTo>
                  <a:pt x="6006371" y="1912911"/>
                </a:lnTo>
                <a:lnTo>
                  <a:pt x="5994562" y="1924719"/>
                </a:lnTo>
                <a:lnTo>
                  <a:pt x="5959138" y="1924719"/>
                </a:lnTo>
                <a:lnTo>
                  <a:pt x="5957170" y="1934560"/>
                </a:lnTo>
                <a:lnTo>
                  <a:pt x="5953234" y="1938496"/>
                </a:lnTo>
                <a:lnTo>
                  <a:pt x="5921746" y="1946368"/>
                </a:lnTo>
                <a:lnTo>
                  <a:pt x="5921746" y="1948336"/>
                </a:lnTo>
                <a:lnTo>
                  <a:pt x="5945362" y="1958176"/>
                </a:lnTo>
                <a:lnTo>
                  <a:pt x="5953234" y="1969984"/>
                </a:lnTo>
                <a:lnTo>
                  <a:pt x="5978818" y="1971952"/>
                </a:lnTo>
                <a:lnTo>
                  <a:pt x="5986690" y="1971952"/>
                </a:lnTo>
                <a:lnTo>
                  <a:pt x="5986690" y="1983760"/>
                </a:lnTo>
                <a:lnTo>
                  <a:pt x="5967010" y="1987696"/>
                </a:lnTo>
                <a:lnTo>
                  <a:pt x="5953234" y="1989664"/>
                </a:lnTo>
                <a:lnTo>
                  <a:pt x="5933554" y="2005408"/>
                </a:lnTo>
                <a:lnTo>
                  <a:pt x="5915842" y="2005408"/>
                </a:lnTo>
                <a:lnTo>
                  <a:pt x="5907970" y="1993600"/>
                </a:lnTo>
                <a:lnTo>
                  <a:pt x="5911906" y="1981792"/>
                </a:lnTo>
                <a:lnTo>
                  <a:pt x="5888290" y="1971952"/>
                </a:lnTo>
                <a:lnTo>
                  <a:pt x="5888290" y="1964080"/>
                </a:lnTo>
                <a:lnTo>
                  <a:pt x="5896162" y="1960144"/>
                </a:lnTo>
                <a:lnTo>
                  <a:pt x="5915842" y="1954240"/>
                </a:lnTo>
                <a:lnTo>
                  <a:pt x="5915842" y="1946368"/>
                </a:lnTo>
                <a:lnTo>
                  <a:pt x="5900098" y="1938496"/>
                </a:lnTo>
                <a:lnTo>
                  <a:pt x="5880417" y="1938496"/>
                </a:lnTo>
                <a:lnTo>
                  <a:pt x="5870577" y="1934560"/>
                </a:lnTo>
                <a:lnTo>
                  <a:pt x="5858769" y="1924719"/>
                </a:lnTo>
                <a:lnTo>
                  <a:pt x="5850897" y="1924719"/>
                </a:lnTo>
                <a:lnTo>
                  <a:pt x="5843025" y="1930623"/>
                </a:lnTo>
                <a:lnTo>
                  <a:pt x="5823345" y="1934560"/>
                </a:lnTo>
                <a:lnTo>
                  <a:pt x="5823345" y="1946368"/>
                </a:lnTo>
                <a:lnTo>
                  <a:pt x="5803216" y="1968327"/>
                </a:lnTo>
                <a:lnTo>
                  <a:pt x="5809568" y="1977856"/>
                </a:lnTo>
                <a:lnTo>
                  <a:pt x="5780048" y="2009345"/>
                </a:lnTo>
                <a:lnTo>
                  <a:pt x="5776112" y="2034929"/>
                </a:lnTo>
                <a:lnTo>
                  <a:pt x="5736752" y="2019185"/>
                </a:lnTo>
                <a:lnTo>
                  <a:pt x="5721008" y="2019185"/>
                </a:lnTo>
                <a:lnTo>
                  <a:pt x="5699359" y="2034929"/>
                </a:lnTo>
                <a:lnTo>
                  <a:pt x="5667871" y="2038865"/>
                </a:lnTo>
                <a:lnTo>
                  <a:pt x="5638351" y="2030993"/>
                </a:lnTo>
                <a:lnTo>
                  <a:pt x="5618671" y="2019185"/>
                </a:lnTo>
                <a:lnTo>
                  <a:pt x="5616309" y="2027058"/>
                </a:lnTo>
                <a:lnTo>
                  <a:pt x="5618671" y="2021152"/>
                </a:lnTo>
                <a:lnTo>
                  <a:pt x="5638351" y="2032960"/>
                </a:lnTo>
                <a:lnTo>
                  <a:pt x="5667872" y="2040832"/>
                </a:lnTo>
                <a:lnTo>
                  <a:pt x="5697392" y="2036896"/>
                </a:lnTo>
                <a:lnTo>
                  <a:pt x="5721008" y="2021152"/>
                </a:lnTo>
                <a:lnTo>
                  <a:pt x="5736752" y="2021152"/>
                </a:lnTo>
                <a:lnTo>
                  <a:pt x="5774144" y="2036896"/>
                </a:lnTo>
                <a:lnTo>
                  <a:pt x="5770208" y="2052640"/>
                </a:lnTo>
                <a:lnTo>
                  <a:pt x="5758400" y="2058544"/>
                </a:lnTo>
                <a:lnTo>
                  <a:pt x="5758400" y="2090033"/>
                </a:lnTo>
                <a:lnTo>
                  <a:pt x="5751602" y="2103630"/>
                </a:lnTo>
                <a:lnTo>
                  <a:pt x="5752497" y="2103809"/>
                </a:lnTo>
                <a:lnTo>
                  <a:pt x="5787921" y="2133330"/>
                </a:lnTo>
                <a:lnTo>
                  <a:pt x="5783985" y="2145138"/>
                </a:lnTo>
                <a:lnTo>
                  <a:pt x="5768241" y="2145138"/>
                </a:lnTo>
                <a:lnTo>
                  <a:pt x="5750529" y="2141202"/>
                </a:lnTo>
                <a:lnTo>
                  <a:pt x="5746593" y="2153010"/>
                </a:lnTo>
                <a:lnTo>
                  <a:pt x="5726912" y="2156946"/>
                </a:lnTo>
                <a:lnTo>
                  <a:pt x="5711168" y="2168754"/>
                </a:lnTo>
                <a:lnTo>
                  <a:pt x="5711168" y="2164818"/>
                </a:lnTo>
                <a:lnTo>
                  <a:pt x="5715104" y="2156946"/>
                </a:lnTo>
                <a:lnTo>
                  <a:pt x="5707232" y="2153010"/>
                </a:lnTo>
                <a:lnTo>
                  <a:pt x="5721008" y="2133330"/>
                </a:lnTo>
                <a:lnTo>
                  <a:pt x="5724944" y="2117585"/>
                </a:lnTo>
                <a:lnTo>
                  <a:pt x="5721008" y="2133329"/>
                </a:lnTo>
                <a:lnTo>
                  <a:pt x="5705264" y="2153010"/>
                </a:lnTo>
                <a:lnTo>
                  <a:pt x="5691488" y="2145138"/>
                </a:lnTo>
                <a:lnTo>
                  <a:pt x="5679680" y="2149074"/>
                </a:lnTo>
                <a:lnTo>
                  <a:pt x="5671808" y="2145138"/>
                </a:lnTo>
                <a:lnTo>
                  <a:pt x="5660000" y="2149074"/>
                </a:lnTo>
                <a:lnTo>
                  <a:pt x="5646223" y="2153010"/>
                </a:lnTo>
                <a:lnTo>
                  <a:pt x="5646223" y="2164818"/>
                </a:lnTo>
                <a:lnTo>
                  <a:pt x="5658032" y="2170722"/>
                </a:lnTo>
                <a:lnTo>
                  <a:pt x="5654095" y="2174658"/>
                </a:lnTo>
                <a:lnTo>
                  <a:pt x="5646223" y="2174658"/>
                </a:lnTo>
                <a:lnTo>
                  <a:pt x="5650159" y="2182530"/>
                </a:lnTo>
                <a:lnTo>
                  <a:pt x="5646223" y="2182530"/>
                </a:lnTo>
                <a:lnTo>
                  <a:pt x="5642287" y="2170722"/>
                </a:lnTo>
                <a:lnTo>
                  <a:pt x="5634415" y="2170722"/>
                </a:lnTo>
                <a:lnTo>
                  <a:pt x="5638351" y="2182530"/>
                </a:lnTo>
                <a:lnTo>
                  <a:pt x="5634415" y="2182530"/>
                </a:lnTo>
                <a:lnTo>
                  <a:pt x="5626543" y="2170722"/>
                </a:lnTo>
                <a:lnTo>
                  <a:pt x="5622607" y="2164818"/>
                </a:lnTo>
                <a:lnTo>
                  <a:pt x="5614735" y="2160882"/>
                </a:lnTo>
                <a:lnTo>
                  <a:pt x="5606863" y="2164818"/>
                </a:lnTo>
                <a:lnTo>
                  <a:pt x="5606863" y="2178594"/>
                </a:lnTo>
                <a:lnTo>
                  <a:pt x="5622607" y="2202210"/>
                </a:lnTo>
                <a:lnTo>
                  <a:pt x="5618671" y="2225826"/>
                </a:lnTo>
                <a:lnTo>
                  <a:pt x="5638351" y="2233698"/>
                </a:lnTo>
                <a:lnTo>
                  <a:pt x="5654095" y="2247475"/>
                </a:lnTo>
                <a:lnTo>
                  <a:pt x="5654095" y="2259283"/>
                </a:lnTo>
                <a:lnTo>
                  <a:pt x="5634415" y="2259283"/>
                </a:lnTo>
                <a:lnTo>
                  <a:pt x="5634415" y="2278963"/>
                </a:lnTo>
                <a:lnTo>
                  <a:pt x="5622607" y="2275027"/>
                </a:lnTo>
                <a:lnTo>
                  <a:pt x="5618671" y="2278963"/>
                </a:lnTo>
                <a:lnTo>
                  <a:pt x="5626543" y="2286835"/>
                </a:lnTo>
                <a:lnTo>
                  <a:pt x="5626543" y="2306515"/>
                </a:lnTo>
                <a:lnTo>
                  <a:pt x="5614735" y="2306515"/>
                </a:lnTo>
                <a:lnTo>
                  <a:pt x="5606863" y="2306515"/>
                </a:lnTo>
                <a:lnTo>
                  <a:pt x="5600959" y="2294707"/>
                </a:lnTo>
                <a:lnTo>
                  <a:pt x="5589151" y="2294707"/>
                </a:lnTo>
                <a:lnTo>
                  <a:pt x="5585215" y="2290771"/>
                </a:lnTo>
                <a:lnTo>
                  <a:pt x="5589151" y="2275027"/>
                </a:lnTo>
                <a:lnTo>
                  <a:pt x="5577343" y="2263219"/>
                </a:lnTo>
                <a:lnTo>
                  <a:pt x="5577343" y="2251411"/>
                </a:lnTo>
                <a:lnTo>
                  <a:pt x="5593087" y="2247475"/>
                </a:lnTo>
                <a:lnTo>
                  <a:pt x="5622607" y="2247475"/>
                </a:lnTo>
                <a:lnTo>
                  <a:pt x="5614735" y="2239602"/>
                </a:lnTo>
                <a:lnTo>
                  <a:pt x="5593087" y="2239602"/>
                </a:lnTo>
                <a:lnTo>
                  <a:pt x="5577343" y="2243539"/>
                </a:lnTo>
                <a:lnTo>
                  <a:pt x="5561598" y="2229762"/>
                </a:lnTo>
                <a:lnTo>
                  <a:pt x="5557662" y="2214018"/>
                </a:lnTo>
                <a:lnTo>
                  <a:pt x="5547822" y="2202210"/>
                </a:lnTo>
                <a:lnTo>
                  <a:pt x="5543886" y="2190402"/>
                </a:lnTo>
                <a:lnTo>
                  <a:pt x="5543894" y="2190396"/>
                </a:lnTo>
                <a:lnTo>
                  <a:pt x="5543886" y="2190401"/>
                </a:lnTo>
                <a:lnTo>
                  <a:pt x="5526174" y="2166785"/>
                </a:lnTo>
                <a:lnTo>
                  <a:pt x="5522238" y="2145137"/>
                </a:lnTo>
                <a:lnTo>
                  <a:pt x="5526174" y="2127425"/>
                </a:lnTo>
                <a:lnTo>
                  <a:pt x="5526174" y="2115616"/>
                </a:lnTo>
                <a:lnTo>
                  <a:pt x="5514366" y="2099872"/>
                </a:lnTo>
                <a:lnTo>
                  <a:pt x="5522238" y="2090032"/>
                </a:lnTo>
                <a:lnTo>
                  <a:pt x="5534046" y="2082160"/>
                </a:lnTo>
                <a:lnTo>
                  <a:pt x="5551758" y="2086096"/>
                </a:lnTo>
                <a:lnTo>
                  <a:pt x="5563566" y="2103808"/>
                </a:lnTo>
                <a:lnTo>
                  <a:pt x="5555694" y="2123489"/>
                </a:lnTo>
                <a:lnTo>
                  <a:pt x="5555694" y="2123489"/>
                </a:lnTo>
                <a:lnTo>
                  <a:pt x="5563566" y="2103808"/>
                </a:lnTo>
                <a:lnTo>
                  <a:pt x="5563567" y="2103808"/>
                </a:lnTo>
                <a:lnTo>
                  <a:pt x="5551759" y="2084128"/>
                </a:lnTo>
                <a:lnTo>
                  <a:pt x="5534047" y="2080192"/>
                </a:lnTo>
                <a:lnTo>
                  <a:pt x="5522238" y="2088064"/>
                </a:lnTo>
                <a:lnTo>
                  <a:pt x="5514366" y="2099872"/>
                </a:lnTo>
                <a:lnTo>
                  <a:pt x="5490750" y="2088064"/>
                </a:lnTo>
                <a:lnTo>
                  <a:pt x="5490750" y="2088065"/>
                </a:lnTo>
                <a:lnTo>
                  <a:pt x="5471070" y="2080193"/>
                </a:lnTo>
                <a:lnTo>
                  <a:pt x="5465166" y="2064449"/>
                </a:lnTo>
                <a:lnTo>
                  <a:pt x="5441550" y="2052641"/>
                </a:lnTo>
                <a:lnTo>
                  <a:pt x="5417934" y="2038865"/>
                </a:lnTo>
                <a:lnTo>
                  <a:pt x="5404158" y="2023121"/>
                </a:lnTo>
                <a:lnTo>
                  <a:pt x="5400222" y="2007377"/>
                </a:lnTo>
                <a:lnTo>
                  <a:pt x="5392349" y="1997537"/>
                </a:lnTo>
                <a:lnTo>
                  <a:pt x="5384477" y="1981792"/>
                </a:lnTo>
                <a:lnTo>
                  <a:pt x="5372669" y="1989665"/>
                </a:lnTo>
                <a:lnTo>
                  <a:pt x="5370701" y="1997537"/>
                </a:lnTo>
                <a:lnTo>
                  <a:pt x="5359838" y="1984863"/>
                </a:lnTo>
                <a:lnTo>
                  <a:pt x="5358893" y="1987696"/>
                </a:lnTo>
                <a:lnTo>
                  <a:pt x="5358893" y="1983761"/>
                </a:lnTo>
                <a:lnTo>
                  <a:pt x="5358893" y="1969984"/>
                </a:lnTo>
                <a:lnTo>
                  <a:pt x="5329373" y="1971952"/>
                </a:lnTo>
                <a:lnTo>
                  <a:pt x="5317565" y="1983760"/>
                </a:lnTo>
                <a:lnTo>
                  <a:pt x="5319533" y="1989664"/>
                </a:lnTo>
                <a:lnTo>
                  <a:pt x="5317565" y="2017216"/>
                </a:lnTo>
                <a:lnTo>
                  <a:pt x="5347085" y="2040832"/>
                </a:lnTo>
                <a:lnTo>
                  <a:pt x="5358893" y="2058544"/>
                </a:lnTo>
                <a:lnTo>
                  <a:pt x="5372669" y="2090033"/>
                </a:lnTo>
                <a:lnTo>
                  <a:pt x="5398253" y="2103809"/>
                </a:lnTo>
                <a:lnTo>
                  <a:pt x="5421870" y="2111681"/>
                </a:lnTo>
                <a:lnTo>
                  <a:pt x="5429742" y="2127425"/>
                </a:lnTo>
                <a:lnTo>
                  <a:pt x="5437614" y="2135297"/>
                </a:lnTo>
                <a:lnTo>
                  <a:pt x="5459262" y="2139233"/>
                </a:lnTo>
                <a:lnTo>
                  <a:pt x="5459262" y="2147105"/>
                </a:lnTo>
                <a:lnTo>
                  <a:pt x="5478942" y="2153009"/>
                </a:lnTo>
                <a:lnTo>
                  <a:pt x="5496654" y="2168753"/>
                </a:lnTo>
                <a:lnTo>
                  <a:pt x="5496654" y="2180561"/>
                </a:lnTo>
                <a:lnTo>
                  <a:pt x="5492718" y="2184497"/>
                </a:lnTo>
                <a:lnTo>
                  <a:pt x="5475006" y="2172689"/>
                </a:lnTo>
                <a:lnTo>
                  <a:pt x="5463198" y="2168753"/>
                </a:lnTo>
                <a:lnTo>
                  <a:pt x="5447454" y="2168753"/>
                </a:lnTo>
                <a:lnTo>
                  <a:pt x="5443518" y="2192370"/>
                </a:lnTo>
                <a:lnTo>
                  <a:pt x="5459262" y="2208114"/>
                </a:lnTo>
                <a:lnTo>
                  <a:pt x="5459262" y="2221890"/>
                </a:lnTo>
                <a:lnTo>
                  <a:pt x="5447454" y="2229762"/>
                </a:lnTo>
                <a:lnTo>
                  <a:pt x="5441550" y="2245506"/>
                </a:lnTo>
                <a:lnTo>
                  <a:pt x="5421870" y="2261250"/>
                </a:lnTo>
                <a:lnTo>
                  <a:pt x="5413998" y="2253378"/>
                </a:lnTo>
                <a:lnTo>
                  <a:pt x="5417934" y="2241570"/>
                </a:lnTo>
                <a:lnTo>
                  <a:pt x="5433678" y="2221890"/>
                </a:lnTo>
                <a:lnTo>
                  <a:pt x="5425806" y="2208114"/>
                </a:lnTo>
                <a:lnTo>
                  <a:pt x="5425806" y="2192370"/>
                </a:lnTo>
                <a:lnTo>
                  <a:pt x="5417934" y="2180561"/>
                </a:lnTo>
                <a:lnTo>
                  <a:pt x="5406125" y="2180561"/>
                </a:lnTo>
                <a:lnTo>
                  <a:pt x="5398253" y="2176625"/>
                </a:lnTo>
                <a:lnTo>
                  <a:pt x="5396285" y="2160881"/>
                </a:lnTo>
                <a:lnTo>
                  <a:pt x="5384477" y="2156945"/>
                </a:lnTo>
                <a:lnTo>
                  <a:pt x="5376605" y="2153009"/>
                </a:lnTo>
                <a:lnTo>
                  <a:pt x="5370701" y="2153009"/>
                </a:lnTo>
                <a:lnTo>
                  <a:pt x="5358893" y="2139233"/>
                </a:lnTo>
                <a:lnTo>
                  <a:pt x="5349053" y="2139233"/>
                </a:lnTo>
                <a:lnTo>
                  <a:pt x="5325437" y="2123489"/>
                </a:lnTo>
                <a:lnTo>
                  <a:pt x="5319533" y="2111681"/>
                </a:lnTo>
                <a:lnTo>
                  <a:pt x="5307725" y="2111681"/>
                </a:lnTo>
                <a:lnTo>
                  <a:pt x="5295916" y="2095937"/>
                </a:lnTo>
                <a:lnTo>
                  <a:pt x="5290012" y="2082161"/>
                </a:lnTo>
                <a:lnTo>
                  <a:pt x="5272300" y="2070352"/>
                </a:lnTo>
                <a:lnTo>
                  <a:pt x="5272300" y="2042800"/>
                </a:lnTo>
                <a:lnTo>
                  <a:pt x="5254588" y="2017216"/>
                </a:lnTo>
                <a:lnTo>
                  <a:pt x="5242780" y="2013280"/>
                </a:lnTo>
                <a:lnTo>
                  <a:pt x="5215228" y="2017216"/>
                </a:lnTo>
                <a:lnTo>
                  <a:pt x="5197516" y="2036896"/>
                </a:lnTo>
                <a:lnTo>
                  <a:pt x="5197513" y="2036892"/>
                </a:lnTo>
                <a:lnTo>
                  <a:pt x="5181778" y="2044759"/>
                </a:lnTo>
                <a:lnTo>
                  <a:pt x="5168002" y="2052631"/>
                </a:lnTo>
                <a:lnTo>
                  <a:pt x="5156194" y="2058535"/>
                </a:lnTo>
                <a:lnTo>
                  <a:pt x="5136513" y="2062471"/>
                </a:lnTo>
                <a:lnTo>
                  <a:pt x="5124705" y="2058535"/>
                </a:lnTo>
                <a:lnTo>
                  <a:pt x="5110929" y="2058535"/>
                </a:lnTo>
                <a:lnTo>
                  <a:pt x="5087313" y="2052631"/>
                </a:lnTo>
                <a:lnTo>
                  <a:pt x="5065665" y="2062471"/>
                </a:lnTo>
                <a:lnTo>
                  <a:pt x="5057793" y="2086087"/>
                </a:lnTo>
                <a:lnTo>
                  <a:pt x="5056552" y="2086087"/>
                </a:lnTo>
                <a:lnTo>
                  <a:pt x="5061722" y="2099874"/>
                </a:lnTo>
                <a:lnTo>
                  <a:pt x="5053850" y="2123490"/>
                </a:lnTo>
                <a:lnTo>
                  <a:pt x="5026298" y="2133330"/>
                </a:lnTo>
                <a:lnTo>
                  <a:pt x="5012522" y="2137266"/>
                </a:lnTo>
                <a:lnTo>
                  <a:pt x="4992842" y="2153010"/>
                </a:lnTo>
                <a:lnTo>
                  <a:pt x="4992842" y="2160882"/>
                </a:lnTo>
                <a:lnTo>
                  <a:pt x="4977098" y="2174659"/>
                </a:lnTo>
                <a:lnTo>
                  <a:pt x="4977098" y="2202211"/>
                </a:lnTo>
                <a:lnTo>
                  <a:pt x="4981034" y="2231731"/>
                </a:lnTo>
                <a:lnTo>
                  <a:pt x="4965289" y="2247475"/>
                </a:lnTo>
                <a:lnTo>
                  <a:pt x="4963321" y="2267156"/>
                </a:lnTo>
                <a:lnTo>
                  <a:pt x="4943641" y="2275028"/>
                </a:lnTo>
                <a:lnTo>
                  <a:pt x="4931833" y="2284868"/>
                </a:lnTo>
                <a:lnTo>
                  <a:pt x="4920025" y="2288804"/>
                </a:lnTo>
                <a:lnTo>
                  <a:pt x="4916089" y="2300612"/>
                </a:lnTo>
                <a:lnTo>
                  <a:pt x="4902313" y="2312420"/>
                </a:lnTo>
                <a:lnTo>
                  <a:pt x="4882633" y="2308484"/>
                </a:lnTo>
                <a:lnTo>
                  <a:pt x="4866889" y="2304548"/>
                </a:lnTo>
                <a:lnTo>
                  <a:pt x="4841304" y="2312420"/>
                </a:lnTo>
                <a:lnTo>
                  <a:pt x="4825560" y="2326196"/>
                </a:lnTo>
                <a:lnTo>
                  <a:pt x="4809816" y="2324228"/>
                </a:lnTo>
                <a:lnTo>
                  <a:pt x="4805880" y="2320292"/>
                </a:lnTo>
                <a:lnTo>
                  <a:pt x="4796039" y="2312420"/>
                </a:lnTo>
                <a:lnTo>
                  <a:pt x="4784231" y="2288804"/>
                </a:lnTo>
                <a:lnTo>
                  <a:pt x="4772423" y="2284868"/>
                </a:lnTo>
                <a:lnTo>
                  <a:pt x="4764551" y="2290772"/>
                </a:lnTo>
                <a:lnTo>
                  <a:pt x="4768487" y="2271092"/>
                </a:lnTo>
                <a:lnTo>
                  <a:pt x="4776359" y="2259283"/>
                </a:lnTo>
                <a:lnTo>
                  <a:pt x="4768487" y="2271091"/>
                </a:lnTo>
                <a:lnTo>
                  <a:pt x="4764551" y="2290771"/>
                </a:lnTo>
                <a:lnTo>
                  <a:pt x="4752743" y="2298643"/>
                </a:lnTo>
                <a:lnTo>
                  <a:pt x="4738967" y="2294707"/>
                </a:lnTo>
                <a:lnTo>
                  <a:pt x="4723223" y="2294707"/>
                </a:lnTo>
                <a:lnTo>
                  <a:pt x="4727159" y="2278963"/>
                </a:lnTo>
                <a:lnTo>
                  <a:pt x="4727159" y="2249443"/>
                </a:lnTo>
                <a:lnTo>
                  <a:pt x="4723223" y="2241571"/>
                </a:lnTo>
                <a:lnTo>
                  <a:pt x="4715351" y="2241571"/>
                </a:lnTo>
                <a:lnTo>
                  <a:pt x="4715351" y="2212050"/>
                </a:lnTo>
                <a:lnTo>
                  <a:pt x="4723223" y="2204178"/>
                </a:lnTo>
                <a:lnTo>
                  <a:pt x="4723223" y="2188434"/>
                </a:lnTo>
                <a:lnTo>
                  <a:pt x="4731095" y="2180562"/>
                </a:lnTo>
                <a:lnTo>
                  <a:pt x="4735031" y="2154978"/>
                </a:lnTo>
                <a:lnTo>
                  <a:pt x="4731095" y="2135297"/>
                </a:lnTo>
                <a:lnTo>
                  <a:pt x="4727159" y="2121521"/>
                </a:lnTo>
                <a:lnTo>
                  <a:pt x="4731095" y="2113649"/>
                </a:lnTo>
                <a:lnTo>
                  <a:pt x="4746839" y="2117585"/>
                </a:lnTo>
                <a:lnTo>
                  <a:pt x="4772423" y="2113649"/>
                </a:lnTo>
                <a:lnTo>
                  <a:pt x="4784232" y="2109713"/>
                </a:lnTo>
                <a:lnTo>
                  <a:pt x="4796031" y="2123480"/>
                </a:lnTo>
                <a:lnTo>
                  <a:pt x="4784231" y="2107746"/>
                </a:lnTo>
                <a:lnTo>
                  <a:pt x="4772423" y="2111682"/>
                </a:lnTo>
                <a:lnTo>
                  <a:pt x="4744871" y="2115618"/>
                </a:lnTo>
                <a:lnTo>
                  <a:pt x="4731095" y="2111682"/>
                </a:lnTo>
                <a:lnTo>
                  <a:pt x="4731095" y="2095938"/>
                </a:lnTo>
                <a:lnTo>
                  <a:pt x="4715351" y="2072321"/>
                </a:lnTo>
                <a:lnTo>
                  <a:pt x="4723223" y="2058545"/>
                </a:lnTo>
                <a:lnTo>
                  <a:pt x="4742903" y="2050673"/>
                </a:lnTo>
                <a:lnTo>
                  <a:pt x="4744871" y="2038865"/>
                </a:lnTo>
                <a:lnTo>
                  <a:pt x="4760615" y="2038865"/>
                </a:lnTo>
                <a:lnTo>
                  <a:pt x="4764551" y="2046737"/>
                </a:lnTo>
                <a:lnTo>
                  <a:pt x="4801944" y="2046737"/>
                </a:lnTo>
                <a:lnTo>
                  <a:pt x="4809816" y="2042801"/>
                </a:lnTo>
                <a:lnTo>
                  <a:pt x="4825560" y="2042801"/>
                </a:lnTo>
                <a:lnTo>
                  <a:pt x="4851144" y="2050673"/>
                </a:lnTo>
                <a:lnTo>
                  <a:pt x="4870825" y="2046737"/>
                </a:lnTo>
                <a:lnTo>
                  <a:pt x="4902313" y="2054609"/>
                </a:lnTo>
                <a:lnTo>
                  <a:pt x="4931833" y="2054609"/>
                </a:lnTo>
                <a:lnTo>
                  <a:pt x="4932708" y="2055120"/>
                </a:lnTo>
                <a:lnTo>
                  <a:pt x="4943647" y="2036887"/>
                </a:lnTo>
                <a:lnTo>
                  <a:pt x="4947583" y="2013271"/>
                </a:lnTo>
                <a:lnTo>
                  <a:pt x="4947583" y="1995559"/>
                </a:lnTo>
                <a:lnTo>
                  <a:pt x="4959392" y="2003431"/>
                </a:lnTo>
                <a:lnTo>
                  <a:pt x="4955455" y="1991623"/>
                </a:lnTo>
                <a:lnTo>
                  <a:pt x="4947583" y="1987687"/>
                </a:lnTo>
                <a:lnTo>
                  <a:pt x="4943647" y="1971942"/>
                </a:lnTo>
                <a:lnTo>
                  <a:pt x="4939711" y="1954230"/>
                </a:lnTo>
                <a:lnTo>
                  <a:pt x="4947583" y="1948326"/>
                </a:lnTo>
                <a:lnTo>
                  <a:pt x="4943647" y="1940454"/>
                </a:lnTo>
                <a:lnTo>
                  <a:pt x="4916095" y="1920774"/>
                </a:lnTo>
                <a:lnTo>
                  <a:pt x="4923967" y="1908966"/>
                </a:lnTo>
                <a:lnTo>
                  <a:pt x="4910191" y="1895190"/>
                </a:lnTo>
                <a:lnTo>
                  <a:pt x="4902319" y="1895190"/>
                </a:lnTo>
                <a:lnTo>
                  <a:pt x="4894447" y="1887318"/>
                </a:lnTo>
                <a:lnTo>
                  <a:pt x="4882639" y="1887318"/>
                </a:lnTo>
                <a:lnTo>
                  <a:pt x="4862958" y="1879446"/>
                </a:lnTo>
                <a:lnTo>
                  <a:pt x="4853118" y="1871574"/>
                </a:lnTo>
                <a:lnTo>
                  <a:pt x="4853118" y="1863702"/>
                </a:lnTo>
                <a:lnTo>
                  <a:pt x="4845246" y="1855830"/>
                </a:lnTo>
                <a:lnTo>
                  <a:pt x="4853118" y="1845990"/>
                </a:lnTo>
                <a:lnTo>
                  <a:pt x="4866894" y="1847958"/>
                </a:lnTo>
                <a:lnTo>
                  <a:pt x="4878703" y="1838118"/>
                </a:lnTo>
                <a:lnTo>
                  <a:pt x="4890511" y="1838118"/>
                </a:lnTo>
                <a:lnTo>
                  <a:pt x="4910191" y="1847958"/>
                </a:lnTo>
                <a:lnTo>
                  <a:pt x="4916095" y="1845990"/>
                </a:lnTo>
                <a:lnTo>
                  <a:pt x="4927903" y="1847958"/>
                </a:lnTo>
                <a:lnTo>
                  <a:pt x="4939711" y="1838118"/>
                </a:lnTo>
                <a:lnTo>
                  <a:pt x="4931839" y="1826310"/>
                </a:lnTo>
                <a:lnTo>
                  <a:pt x="4920031" y="1806630"/>
                </a:lnTo>
                <a:lnTo>
                  <a:pt x="4920031" y="1798757"/>
                </a:lnTo>
                <a:lnTo>
                  <a:pt x="4939711" y="1798757"/>
                </a:lnTo>
                <a:lnTo>
                  <a:pt x="4951519" y="1810566"/>
                </a:lnTo>
                <a:lnTo>
                  <a:pt x="4973168" y="1810566"/>
                </a:lnTo>
                <a:lnTo>
                  <a:pt x="4973168" y="1802693"/>
                </a:lnTo>
                <a:lnTo>
                  <a:pt x="4988912" y="1794821"/>
                </a:lnTo>
                <a:lnTo>
                  <a:pt x="5012528" y="1777109"/>
                </a:lnTo>
                <a:lnTo>
                  <a:pt x="5022368" y="1743653"/>
                </a:lnTo>
                <a:lnTo>
                  <a:pt x="5045984" y="1737749"/>
                </a:lnTo>
                <a:lnTo>
                  <a:pt x="5045985" y="1737750"/>
                </a:lnTo>
                <a:lnTo>
                  <a:pt x="5055818" y="1727917"/>
                </a:lnTo>
                <a:lnTo>
                  <a:pt x="5061722" y="1723981"/>
                </a:lnTo>
                <a:lnTo>
                  <a:pt x="5075499" y="1727917"/>
                </a:lnTo>
                <a:lnTo>
                  <a:pt x="5091243" y="1723981"/>
                </a:lnTo>
                <a:lnTo>
                  <a:pt x="5101083" y="1716109"/>
                </a:lnTo>
                <a:lnTo>
                  <a:pt x="5108955" y="1722013"/>
                </a:lnTo>
                <a:lnTo>
                  <a:pt x="5124699" y="1722013"/>
                </a:lnTo>
                <a:lnTo>
                  <a:pt x="5128631" y="1739705"/>
                </a:lnTo>
                <a:lnTo>
                  <a:pt x="5124699" y="1720045"/>
                </a:lnTo>
                <a:lnTo>
                  <a:pt x="5108955" y="1720045"/>
                </a:lnTo>
                <a:lnTo>
                  <a:pt x="5101083" y="1716109"/>
                </a:lnTo>
                <a:lnTo>
                  <a:pt x="5091243" y="1723981"/>
                </a:lnTo>
                <a:lnTo>
                  <a:pt x="5075498" y="1727917"/>
                </a:lnTo>
                <a:lnTo>
                  <a:pt x="5061722" y="1723981"/>
                </a:lnTo>
                <a:lnTo>
                  <a:pt x="5071562" y="1720045"/>
                </a:lnTo>
                <a:lnTo>
                  <a:pt x="5079434" y="1720045"/>
                </a:lnTo>
                <a:lnTo>
                  <a:pt x="5087306" y="1712173"/>
                </a:lnTo>
                <a:lnTo>
                  <a:pt x="5083370" y="1708237"/>
                </a:lnTo>
                <a:lnTo>
                  <a:pt x="5087306" y="1696428"/>
                </a:lnTo>
                <a:lnTo>
                  <a:pt x="5099115" y="1682652"/>
                </a:lnTo>
                <a:lnTo>
                  <a:pt x="5105019" y="1655100"/>
                </a:lnTo>
                <a:lnTo>
                  <a:pt x="5116827" y="1655100"/>
                </a:lnTo>
                <a:lnTo>
                  <a:pt x="5124699" y="1659036"/>
                </a:lnTo>
                <a:lnTo>
                  <a:pt x="5116827" y="1666908"/>
                </a:lnTo>
                <a:lnTo>
                  <a:pt x="5120763" y="1678716"/>
                </a:lnTo>
                <a:lnTo>
                  <a:pt x="5132571" y="1666908"/>
                </a:lnTo>
                <a:lnTo>
                  <a:pt x="5136507" y="1659036"/>
                </a:lnTo>
                <a:lnTo>
                  <a:pt x="5124699" y="1647228"/>
                </a:lnTo>
                <a:lnTo>
                  <a:pt x="5124699" y="1641324"/>
                </a:lnTo>
                <a:lnTo>
                  <a:pt x="5140443" y="1629516"/>
                </a:lnTo>
                <a:lnTo>
                  <a:pt x="5169963" y="1629516"/>
                </a:lnTo>
                <a:lnTo>
                  <a:pt x="5173462" y="1636514"/>
                </a:lnTo>
                <a:lnTo>
                  <a:pt x="5173900" y="1635421"/>
                </a:lnTo>
                <a:lnTo>
                  <a:pt x="5169964" y="1629516"/>
                </a:lnTo>
                <a:lnTo>
                  <a:pt x="5175868" y="1613772"/>
                </a:lnTo>
                <a:lnTo>
                  <a:pt x="5191612" y="1613772"/>
                </a:lnTo>
                <a:lnTo>
                  <a:pt x="5203420" y="1617708"/>
                </a:lnTo>
                <a:lnTo>
                  <a:pt x="5211292" y="1613772"/>
                </a:lnTo>
                <a:lnTo>
                  <a:pt x="5223100" y="1605900"/>
                </a:lnTo>
                <a:lnTo>
                  <a:pt x="5223100" y="1586220"/>
                </a:lnTo>
                <a:lnTo>
                  <a:pt x="5215228" y="1564572"/>
                </a:lnTo>
                <a:lnTo>
                  <a:pt x="5227036" y="1560636"/>
                </a:lnTo>
                <a:lnTo>
                  <a:pt x="5215227" y="1564572"/>
                </a:lnTo>
                <a:lnTo>
                  <a:pt x="5215227" y="1542924"/>
                </a:lnTo>
                <a:lnTo>
                  <a:pt x="5199483" y="1527180"/>
                </a:lnTo>
                <a:lnTo>
                  <a:pt x="5197515" y="1503563"/>
                </a:lnTo>
                <a:lnTo>
                  <a:pt x="5199483" y="1481915"/>
                </a:lnTo>
                <a:lnTo>
                  <a:pt x="5219163" y="1470107"/>
                </a:lnTo>
                <a:lnTo>
                  <a:pt x="5230972" y="1470107"/>
                </a:lnTo>
                <a:lnTo>
                  <a:pt x="5242780" y="1454363"/>
                </a:lnTo>
                <a:lnTo>
                  <a:pt x="5258524" y="1454363"/>
                </a:lnTo>
                <a:lnTo>
                  <a:pt x="5266396" y="1474043"/>
                </a:lnTo>
                <a:lnTo>
                  <a:pt x="5282140" y="1477979"/>
                </a:lnTo>
                <a:lnTo>
                  <a:pt x="5290012" y="1481915"/>
                </a:lnTo>
                <a:lnTo>
                  <a:pt x="5282140" y="1493723"/>
                </a:lnTo>
                <a:lnTo>
                  <a:pt x="5262460" y="1497659"/>
                </a:lnTo>
                <a:lnTo>
                  <a:pt x="5262460" y="1507499"/>
                </a:lnTo>
                <a:lnTo>
                  <a:pt x="5242780" y="1523243"/>
                </a:lnTo>
                <a:lnTo>
                  <a:pt x="5238844" y="1542924"/>
                </a:lnTo>
                <a:lnTo>
                  <a:pt x="5248684" y="1560636"/>
                </a:lnTo>
                <a:lnTo>
                  <a:pt x="5248684" y="1560636"/>
                </a:lnTo>
                <a:lnTo>
                  <a:pt x="5248684" y="1564572"/>
                </a:lnTo>
                <a:lnTo>
                  <a:pt x="5260492" y="1580316"/>
                </a:lnTo>
                <a:lnTo>
                  <a:pt x="5278204" y="1582284"/>
                </a:lnTo>
                <a:lnTo>
                  <a:pt x="5284108" y="1586220"/>
                </a:lnTo>
                <a:lnTo>
                  <a:pt x="5305757" y="1590156"/>
                </a:lnTo>
                <a:lnTo>
                  <a:pt x="5319533" y="1574412"/>
                </a:lnTo>
                <a:lnTo>
                  <a:pt x="5352989" y="1568508"/>
                </a:lnTo>
                <a:lnTo>
                  <a:pt x="5352989" y="1586220"/>
                </a:lnTo>
                <a:lnTo>
                  <a:pt x="5360861" y="1586220"/>
                </a:lnTo>
                <a:lnTo>
                  <a:pt x="5372669" y="1601964"/>
                </a:lnTo>
                <a:lnTo>
                  <a:pt x="5376474" y="1624793"/>
                </a:lnTo>
                <a:lnTo>
                  <a:pt x="5376605" y="1623612"/>
                </a:lnTo>
                <a:lnTo>
                  <a:pt x="5372669" y="1601964"/>
                </a:lnTo>
                <a:lnTo>
                  <a:pt x="5394317" y="1590156"/>
                </a:lnTo>
                <a:lnTo>
                  <a:pt x="5412030" y="1590156"/>
                </a:lnTo>
                <a:lnTo>
                  <a:pt x="5435646" y="1572444"/>
                </a:lnTo>
                <a:lnTo>
                  <a:pt x="5457294" y="1564572"/>
                </a:lnTo>
                <a:lnTo>
                  <a:pt x="5465166" y="1556700"/>
                </a:lnTo>
                <a:lnTo>
                  <a:pt x="5496655" y="1560636"/>
                </a:lnTo>
                <a:lnTo>
                  <a:pt x="5498623" y="1578348"/>
                </a:lnTo>
                <a:lnTo>
                  <a:pt x="5518303" y="1582284"/>
                </a:lnTo>
                <a:lnTo>
                  <a:pt x="5534047" y="1572444"/>
                </a:lnTo>
                <a:lnTo>
                  <a:pt x="5541918" y="1574412"/>
                </a:lnTo>
                <a:lnTo>
                  <a:pt x="5536014" y="1572444"/>
                </a:lnTo>
                <a:lnTo>
                  <a:pt x="5539950" y="1562604"/>
                </a:lnTo>
                <a:lnTo>
                  <a:pt x="5536014" y="1556700"/>
                </a:lnTo>
                <a:lnTo>
                  <a:pt x="5537982" y="1546860"/>
                </a:lnTo>
                <a:lnTo>
                  <a:pt x="5569471" y="1544892"/>
                </a:lnTo>
                <a:lnTo>
                  <a:pt x="5573135" y="1541228"/>
                </a:lnTo>
                <a:lnTo>
                  <a:pt x="5565534" y="1493724"/>
                </a:lnTo>
                <a:lnTo>
                  <a:pt x="5566847" y="1492412"/>
                </a:lnTo>
                <a:lnTo>
                  <a:pt x="5559630" y="1477979"/>
                </a:lnTo>
                <a:lnTo>
                  <a:pt x="5563566" y="1462234"/>
                </a:lnTo>
                <a:lnTo>
                  <a:pt x="5575374" y="1450426"/>
                </a:lnTo>
                <a:lnTo>
                  <a:pt x="5575374" y="1420906"/>
                </a:lnTo>
                <a:lnTo>
                  <a:pt x="5595055" y="1416970"/>
                </a:lnTo>
                <a:lnTo>
                  <a:pt x="5612767" y="1409098"/>
                </a:lnTo>
                <a:lnTo>
                  <a:pt x="5620639" y="1424842"/>
                </a:lnTo>
                <a:lnTo>
                  <a:pt x="5640319" y="1446490"/>
                </a:lnTo>
                <a:lnTo>
                  <a:pt x="5658031" y="1442554"/>
                </a:lnTo>
                <a:lnTo>
                  <a:pt x="5665903" y="1409098"/>
                </a:lnTo>
                <a:lnTo>
                  <a:pt x="5661967" y="1397290"/>
                </a:lnTo>
                <a:lnTo>
                  <a:pt x="5661967" y="1393354"/>
                </a:lnTo>
                <a:lnTo>
                  <a:pt x="5654095" y="1381547"/>
                </a:lnTo>
                <a:lnTo>
                  <a:pt x="5642287" y="1375643"/>
                </a:lnTo>
                <a:lnTo>
                  <a:pt x="5642287" y="1352026"/>
                </a:lnTo>
                <a:lnTo>
                  <a:pt x="5630479" y="1346122"/>
                </a:lnTo>
                <a:lnTo>
                  <a:pt x="5630479" y="1336282"/>
                </a:lnTo>
                <a:lnTo>
                  <a:pt x="5661968" y="1316602"/>
                </a:lnTo>
                <a:lnTo>
                  <a:pt x="5683616" y="1316602"/>
                </a:lnTo>
                <a:lnTo>
                  <a:pt x="5703296" y="1306762"/>
                </a:lnTo>
                <a:lnTo>
                  <a:pt x="5715104" y="1312666"/>
                </a:lnTo>
                <a:lnTo>
                  <a:pt x="5746592" y="1318570"/>
                </a:lnTo>
                <a:lnTo>
                  <a:pt x="5736752" y="1361866"/>
                </a:lnTo>
                <a:lnTo>
                  <a:pt x="5748560" y="1385483"/>
                </a:lnTo>
                <a:lnTo>
                  <a:pt x="5748560" y="1407131"/>
                </a:lnTo>
                <a:lnTo>
                  <a:pt x="5719239" y="1409086"/>
                </a:lnTo>
                <a:lnTo>
                  <a:pt x="5750528" y="1407130"/>
                </a:lnTo>
                <a:lnTo>
                  <a:pt x="5748560" y="1436650"/>
                </a:lnTo>
                <a:lnTo>
                  <a:pt x="5748687" y="1436841"/>
                </a:lnTo>
                <a:lnTo>
                  <a:pt x="5750528" y="1411068"/>
                </a:lnTo>
                <a:lnTo>
                  <a:pt x="5750528" y="1407130"/>
                </a:lnTo>
                <a:lnTo>
                  <a:pt x="5750528" y="1389419"/>
                </a:lnTo>
                <a:lnTo>
                  <a:pt x="5738720" y="1363835"/>
                </a:lnTo>
                <a:lnTo>
                  <a:pt x="5748560" y="1318571"/>
                </a:lnTo>
                <a:lnTo>
                  <a:pt x="5764304" y="1304795"/>
                </a:lnTo>
                <a:lnTo>
                  <a:pt x="5760368" y="1296923"/>
                </a:lnTo>
                <a:lnTo>
                  <a:pt x="5780049" y="1296923"/>
                </a:lnTo>
                <a:lnTo>
                  <a:pt x="5783985" y="1289051"/>
                </a:lnTo>
                <a:lnTo>
                  <a:pt x="5813505" y="1292987"/>
                </a:lnTo>
                <a:lnTo>
                  <a:pt x="5817441" y="1273306"/>
                </a:lnTo>
                <a:lnTo>
                  <a:pt x="5803665" y="1271338"/>
                </a:lnTo>
                <a:lnTo>
                  <a:pt x="5783985" y="1271338"/>
                </a:lnTo>
                <a:lnTo>
                  <a:pt x="5770209" y="1265434"/>
                </a:lnTo>
                <a:lnTo>
                  <a:pt x="5772177" y="1245754"/>
                </a:lnTo>
                <a:lnTo>
                  <a:pt x="5772262" y="1245435"/>
                </a:lnTo>
                <a:lnTo>
                  <a:pt x="5748560" y="1255593"/>
                </a:lnTo>
                <a:lnTo>
                  <a:pt x="5738720" y="1251657"/>
                </a:lnTo>
                <a:lnTo>
                  <a:pt x="5730848" y="1255593"/>
                </a:lnTo>
                <a:lnTo>
                  <a:pt x="5703296" y="1263465"/>
                </a:lnTo>
                <a:lnTo>
                  <a:pt x="5699360" y="1271337"/>
                </a:lnTo>
                <a:lnTo>
                  <a:pt x="5681647" y="1271337"/>
                </a:lnTo>
                <a:lnTo>
                  <a:pt x="5665903" y="1281177"/>
                </a:lnTo>
                <a:lnTo>
                  <a:pt x="5654095" y="1277241"/>
                </a:lnTo>
                <a:lnTo>
                  <a:pt x="5648191" y="1285113"/>
                </a:lnTo>
                <a:lnTo>
                  <a:pt x="5632447" y="1289049"/>
                </a:lnTo>
                <a:lnTo>
                  <a:pt x="5620639" y="1285113"/>
                </a:lnTo>
                <a:lnTo>
                  <a:pt x="5620639" y="1271337"/>
                </a:lnTo>
                <a:lnTo>
                  <a:pt x="5602927" y="1271337"/>
                </a:lnTo>
                <a:lnTo>
                  <a:pt x="5598991" y="1259529"/>
                </a:lnTo>
                <a:lnTo>
                  <a:pt x="5583247" y="1259529"/>
                </a:lnTo>
                <a:lnTo>
                  <a:pt x="5579310" y="1214264"/>
                </a:lnTo>
                <a:lnTo>
                  <a:pt x="5587183" y="1206392"/>
                </a:lnTo>
                <a:lnTo>
                  <a:pt x="5579310" y="1184744"/>
                </a:lnTo>
                <a:lnTo>
                  <a:pt x="5571438" y="1149320"/>
                </a:lnTo>
                <a:lnTo>
                  <a:pt x="5571438" y="1123735"/>
                </a:lnTo>
                <a:lnTo>
                  <a:pt x="5587183" y="1107991"/>
                </a:lnTo>
                <a:lnTo>
                  <a:pt x="5587183" y="1096183"/>
                </a:lnTo>
                <a:lnTo>
                  <a:pt x="5602927" y="1092247"/>
                </a:lnTo>
                <a:lnTo>
                  <a:pt x="5606863" y="1078471"/>
                </a:lnTo>
                <a:lnTo>
                  <a:pt x="5616703" y="1066663"/>
                </a:lnTo>
                <a:lnTo>
                  <a:pt x="5628511" y="1062727"/>
                </a:lnTo>
                <a:lnTo>
                  <a:pt x="5632447" y="1043047"/>
                </a:lnTo>
                <a:lnTo>
                  <a:pt x="5648191" y="1039111"/>
                </a:lnTo>
                <a:lnTo>
                  <a:pt x="5661967" y="1021399"/>
                </a:lnTo>
                <a:lnTo>
                  <a:pt x="5673775" y="984006"/>
                </a:lnTo>
                <a:lnTo>
                  <a:pt x="5685584" y="984006"/>
                </a:lnTo>
                <a:lnTo>
                  <a:pt x="5693456" y="972198"/>
                </a:lnTo>
                <a:lnTo>
                  <a:pt x="5693456" y="960390"/>
                </a:lnTo>
                <a:lnTo>
                  <a:pt x="5693456" y="948582"/>
                </a:lnTo>
                <a:lnTo>
                  <a:pt x="5669839" y="926934"/>
                </a:lnTo>
                <a:lnTo>
                  <a:pt x="5652127" y="919062"/>
                </a:lnTo>
                <a:lnTo>
                  <a:pt x="5648191" y="897413"/>
                </a:lnTo>
                <a:lnTo>
                  <a:pt x="5648191" y="848213"/>
                </a:lnTo>
                <a:lnTo>
                  <a:pt x="5646223" y="847032"/>
                </a:lnTo>
                <a:lnTo>
                  <a:pt x="5646223" y="865926"/>
                </a:lnTo>
                <a:lnTo>
                  <a:pt x="5646223" y="895446"/>
                </a:lnTo>
                <a:lnTo>
                  <a:pt x="5650159" y="919062"/>
                </a:lnTo>
                <a:lnTo>
                  <a:pt x="5624575" y="930870"/>
                </a:lnTo>
                <a:lnTo>
                  <a:pt x="5604895" y="926934"/>
                </a:lnTo>
                <a:lnTo>
                  <a:pt x="5600959" y="938743"/>
                </a:lnTo>
                <a:lnTo>
                  <a:pt x="5585215" y="952519"/>
                </a:lnTo>
                <a:lnTo>
                  <a:pt x="5585215" y="964327"/>
                </a:lnTo>
                <a:lnTo>
                  <a:pt x="5571439" y="989911"/>
                </a:lnTo>
                <a:lnTo>
                  <a:pt x="5575375" y="997783"/>
                </a:lnTo>
                <a:lnTo>
                  <a:pt x="5577343" y="1013527"/>
                </a:lnTo>
                <a:lnTo>
                  <a:pt x="5559630" y="1039111"/>
                </a:lnTo>
                <a:lnTo>
                  <a:pt x="5536014" y="1062728"/>
                </a:lnTo>
                <a:lnTo>
                  <a:pt x="5518302" y="1078472"/>
                </a:lnTo>
                <a:lnTo>
                  <a:pt x="5502558" y="1096184"/>
                </a:lnTo>
                <a:lnTo>
                  <a:pt x="5482878" y="1107992"/>
                </a:lnTo>
                <a:lnTo>
                  <a:pt x="5478942" y="1141448"/>
                </a:lnTo>
                <a:lnTo>
                  <a:pt x="5463198" y="1153256"/>
                </a:lnTo>
                <a:lnTo>
                  <a:pt x="5463198" y="1176873"/>
                </a:lnTo>
                <a:lnTo>
                  <a:pt x="5467134" y="1184745"/>
                </a:lnTo>
                <a:lnTo>
                  <a:pt x="5461230" y="1194585"/>
                </a:lnTo>
                <a:lnTo>
                  <a:pt x="5461230" y="1237881"/>
                </a:lnTo>
                <a:lnTo>
                  <a:pt x="5482878" y="1251657"/>
                </a:lnTo>
                <a:lnTo>
                  <a:pt x="5502558" y="1275274"/>
                </a:lnTo>
                <a:lnTo>
                  <a:pt x="5502558" y="1316602"/>
                </a:lnTo>
                <a:lnTo>
                  <a:pt x="5482878" y="1340218"/>
                </a:lnTo>
                <a:lnTo>
                  <a:pt x="5475006" y="1340218"/>
                </a:lnTo>
                <a:lnTo>
                  <a:pt x="5463198" y="1348090"/>
                </a:lnTo>
                <a:lnTo>
                  <a:pt x="5463198" y="1359898"/>
                </a:lnTo>
                <a:lnTo>
                  <a:pt x="5453358" y="1355962"/>
                </a:lnTo>
                <a:lnTo>
                  <a:pt x="5441549" y="1371706"/>
                </a:lnTo>
                <a:lnTo>
                  <a:pt x="5445486" y="1416971"/>
                </a:lnTo>
                <a:lnTo>
                  <a:pt x="5437613" y="1446491"/>
                </a:lnTo>
                <a:lnTo>
                  <a:pt x="5421869" y="1481915"/>
                </a:lnTo>
                <a:lnTo>
                  <a:pt x="5412029" y="1491756"/>
                </a:lnTo>
                <a:lnTo>
                  <a:pt x="5392349" y="1491756"/>
                </a:lnTo>
                <a:lnTo>
                  <a:pt x="5372669" y="1519308"/>
                </a:lnTo>
                <a:lnTo>
                  <a:pt x="5364797" y="1523244"/>
                </a:lnTo>
                <a:lnTo>
                  <a:pt x="5352989" y="1523244"/>
                </a:lnTo>
                <a:lnTo>
                  <a:pt x="5343149" y="1515372"/>
                </a:lnTo>
                <a:lnTo>
                  <a:pt x="5335277" y="1495692"/>
                </a:lnTo>
                <a:lnTo>
                  <a:pt x="5335277" y="1470107"/>
                </a:lnTo>
                <a:lnTo>
                  <a:pt x="5319532" y="1458299"/>
                </a:lnTo>
                <a:lnTo>
                  <a:pt x="5317564" y="1438619"/>
                </a:lnTo>
                <a:lnTo>
                  <a:pt x="5307724" y="1428779"/>
                </a:lnTo>
                <a:lnTo>
                  <a:pt x="5313628" y="1389419"/>
                </a:lnTo>
                <a:lnTo>
                  <a:pt x="5295916" y="1375642"/>
                </a:lnTo>
                <a:lnTo>
                  <a:pt x="5297491" y="1371865"/>
                </a:lnTo>
                <a:lnTo>
                  <a:pt x="5290012" y="1359898"/>
                </a:lnTo>
                <a:lnTo>
                  <a:pt x="5290012" y="1340218"/>
                </a:lnTo>
                <a:lnTo>
                  <a:pt x="5276236" y="1330378"/>
                </a:lnTo>
                <a:lnTo>
                  <a:pt x="5278204" y="1312666"/>
                </a:lnTo>
                <a:lnTo>
                  <a:pt x="5276236" y="1306762"/>
                </a:lnTo>
                <a:lnTo>
                  <a:pt x="5266395" y="1316602"/>
                </a:lnTo>
                <a:lnTo>
                  <a:pt x="5266395" y="1330378"/>
                </a:lnTo>
                <a:lnTo>
                  <a:pt x="5254587" y="1340218"/>
                </a:lnTo>
                <a:lnTo>
                  <a:pt x="5242779" y="1346122"/>
                </a:lnTo>
                <a:lnTo>
                  <a:pt x="5242779" y="1336282"/>
                </a:lnTo>
                <a:lnTo>
                  <a:pt x="5230971" y="1346122"/>
                </a:lnTo>
                <a:lnTo>
                  <a:pt x="5230971" y="1352026"/>
                </a:lnTo>
                <a:lnTo>
                  <a:pt x="5213259" y="1379579"/>
                </a:lnTo>
                <a:lnTo>
                  <a:pt x="5201451" y="1385483"/>
                </a:lnTo>
                <a:lnTo>
                  <a:pt x="5185707" y="1397291"/>
                </a:lnTo>
                <a:lnTo>
                  <a:pt x="5167995" y="1405163"/>
                </a:lnTo>
                <a:lnTo>
                  <a:pt x="5156187" y="1389419"/>
                </a:lnTo>
                <a:lnTo>
                  <a:pt x="5167995" y="1375643"/>
                </a:lnTo>
                <a:lnTo>
                  <a:pt x="5160123" y="1375643"/>
                </a:lnTo>
                <a:lnTo>
                  <a:pt x="5152251" y="1379579"/>
                </a:lnTo>
                <a:lnTo>
                  <a:pt x="5140442" y="1379579"/>
                </a:lnTo>
                <a:lnTo>
                  <a:pt x="5140442" y="1367770"/>
                </a:lnTo>
                <a:lnTo>
                  <a:pt x="5132570" y="1363834"/>
                </a:lnTo>
                <a:lnTo>
                  <a:pt x="5124698" y="1352026"/>
                </a:lnTo>
                <a:lnTo>
                  <a:pt x="5124698" y="1346122"/>
                </a:lnTo>
                <a:lnTo>
                  <a:pt x="5140442" y="1340218"/>
                </a:lnTo>
                <a:lnTo>
                  <a:pt x="5140442" y="1330378"/>
                </a:lnTo>
                <a:lnTo>
                  <a:pt x="5148315" y="1318570"/>
                </a:lnTo>
                <a:lnTo>
                  <a:pt x="5136506" y="1316602"/>
                </a:lnTo>
                <a:lnTo>
                  <a:pt x="5132570" y="1324474"/>
                </a:lnTo>
                <a:lnTo>
                  <a:pt x="5122730" y="1328410"/>
                </a:lnTo>
                <a:lnTo>
                  <a:pt x="5122730" y="1316602"/>
                </a:lnTo>
                <a:lnTo>
                  <a:pt x="5124698" y="1304794"/>
                </a:lnTo>
                <a:lnTo>
                  <a:pt x="5136506" y="1300858"/>
                </a:lnTo>
                <a:lnTo>
                  <a:pt x="5140442" y="1289050"/>
                </a:lnTo>
                <a:lnTo>
                  <a:pt x="5156187" y="1271338"/>
                </a:lnTo>
                <a:lnTo>
                  <a:pt x="5156187" y="1259529"/>
                </a:lnTo>
                <a:lnTo>
                  <a:pt x="5152251" y="1263466"/>
                </a:lnTo>
                <a:lnTo>
                  <a:pt x="5140442" y="1275274"/>
                </a:lnTo>
                <a:lnTo>
                  <a:pt x="5128634" y="1275274"/>
                </a:lnTo>
                <a:lnTo>
                  <a:pt x="5122730" y="1271338"/>
                </a:lnTo>
                <a:lnTo>
                  <a:pt x="5128634" y="1263466"/>
                </a:lnTo>
                <a:lnTo>
                  <a:pt x="5128634" y="1251657"/>
                </a:lnTo>
                <a:lnTo>
                  <a:pt x="5118794" y="1247721"/>
                </a:lnTo>
                <a:lnTo>
                  <a:pt x="5118794" y="1239849"/>
                </a:lnTo>
                <a:lnTo>
                  <a:pt x="5136506" y="1233945"/>
                </a:lnTo>
                <a:lnTo>
                  <a:pt x="5144378" y="1237881"/>
                </a:lnTo>
                <a:lnTo>
                  <a:pt x="5156187" y="1233945"/>
                </a:lnTo>
                <a:lnTo>
                  <a:pt x="5167995" y="1230009"/>
                </a:lnTo>
                <a:lnTo>
                  <a:pt x="5177835" y="1226073"/>
                </a:lnTo>
                <a:lnTo>
                  <a:pt x="5177835" y="1218201"/>
                </a:lnTo>
                <a:lnTo>
                  <a:pt x="5167995" y="1222137"/>
                </a:lnTo>
                <a:lnTo>
                  <a:pt x="5160123" y="1226073"/>
                </a:lnTo>
                <a:lnTo>
                  <a:pt x="5132570" y="1226073"/>
                </a:lnTo>
                <a:lnTo>
                  <a:pt x="5124698" y="1230009"/>
                </a:lnTo>
                <a:lnTo>
                  <a:pt x="5114858" y="1226073"/>
                </a:lnTo>
                <a:lnTo>
                  <a:pt x="5114858" y="1206393"/>
                </a:lnTo>
                <a:lnTo>
                  <a:pt x="5114858" y="1188681"/>
                </a:lnTo>
                <a:lnTo>
                  <a:pt x="5118794" y="1184745"/>
                </a:lnTo>
                <a:lnTo>
                  <a:pt x="5118794" y="1176873"/>
                </a:lnTo>
                <a:lnTo>
                  <a:pt x="5124698" y="1169001"/>
                </a:lnTo>
                <a:lnTo>
                  <a:pt x="5132570" y="1165065"/>
                </a:lnTo>
                <a:lnTo>
                  <a:pt x="5144378" y="1149320"/>
                </a:lnTo>
                <a:lnTo>
                  <a:pt x="5167995" y="1147352"/>
                </a:lnTo>
                <a:lnTo>
                  <a:pt x="5167995" y="1141448"/>
                </a:lnTo>
                <a:lnTo>
                  <a:pt x="5160123" y="1139480"/>
                </a:lnTo>
                <a:lnTo>
                  <a:pt x="5160123" y="1131608"/>
                </a:lnTo>
                <a:lnTo>
                  <a:pt x="5171931" y="1127672"/>
                </a:lnTo>
                <a:lnTo>
                  <a:pt x="5171931" y="1119800"/>
                </a:lnTo>
                <a:lnTo>
                  <a:pt x="5185707" y="1107992"/>
                </a:lnTo>
                <a:lnTo>
                  <a:pt x="5197515" y="1107992"/>
                </a:lnTo>
                <a:lnTo>
                  <a:pt x="5201451" y="1100120"/>
                </a:lnTo>
                <a:lnTo>
                  <a:pt x="5217195" y="1090280"/>
                </a:lnTo>
                <a:lnTo>
                  <a:pt x="5227035" y="1090280"/>
                </a:lnTo>
                <a:lnTo>
                  <a:pt x="5230971" y="1082408"/>
                </a:lnTo>
                <a:lnTo>
                  <a:pt x="5238843" y="1078472"/>
                </a:lnTo>
                <a:lnTo>
                  <a:pt x="5242779" y="1054856"/>
                </a:lnTo>
                <a:lnTo>
                  <a:pt x="5284108" y="1017463"/>
                </a:lnTo>
                <a:lnTo>
                  <a:pt x="5284108" y="1005655"/>
                </a:lnTo>
                <a:lnTo>
                  <a:pt x="5307724" y="976135"/>
                </a:lnTo>
                <a:lnTo>
                  <a:pt x="5319532" y="976135"/>
                </a:lnTo>
                <a:lnTo>
                  <a:pt x="5329372" y="960391"/>
                </a:lnTo>
                <a:lnTo>
                  <a:pt x="5319532" y="964327"/>
                </a:lnTo>
                <a:lnTo>
                  <a:pt x="5319532" y="956455"/>
                </a:lnTo>
                <a:lnTo>
                  <a:pt x="5325436" y="948583"/>
                </a:lnTo>
                <a:lnTo>
                  <a:pt x="5331340" y="926934"/>
                </a:lnTo>
                <a:lnTo>
                  <a:pt x="5331340" y="907254"/>
                </a:lnTo>
                <a:lnTo>
                  <a:pt x="5352988" y="903318"/>
                </a:lnTo>
                <a:lnTo>
                  <a:pt x="5364796" y="895446"/>
                </a:lnTo>
                <a:lnTo>
                  <a:pt x="5354956" y="889542"/>
                </a:lnTo>
                <a:lnTo>
                  <a:pt x="5341180" y="893478"/>
                </a:lnTo>
                <a:lnTo>
                  <a:pt x="5341180" y="877734"/>
                </a:lnTo>
                <a:lnTo>
                  <a:pt x="5347084" y="873798"/>
                </a:lnTo>
                <a:lnTo>
                  <a:pt x="5364796" y="858054"/>
                </a:lnTo>
                <a:lnTo>
                  <a:pt x="5376604" y="850182"/>
                </a:lnTo>
                <a:lnTo>
                  <a:pt x="5388413" y="850182"/>
                </a:lnTo>
                <a:lnTo>
                  <a:pt x="5400221" y="844278"/>
                </a:lnTo>
                <a:lnTo>
                  <a:pt x="5384476" y="840342"/>
                </a:lnTo>
                <a:lnTo>
                  <a:pt x="5400221" y="836406"/>
                </a:lnTo>
                <a:lnTo>
                  <a:pt x="5412029" y="836406"/>
                </a:lnTo>
                <a:lnTo>
                  <a:pt x="5415965" y="828533"/>
                </a:lnTo>
                <a:lnTo>
                  <a:pt x="5392349" y="828533"/>
                </a:lnTo>
                <a:lnTo>
                  <a:pt x="5417933" y="804917"/>
                </a:lnTo>
                <a:lnTo>
                  <a:pt x="5425805" y="812789"/>
                </a:lnTo>
                <a:lnTo>
                  <a:pt x="5433677" y="812789"/>
                </a:lnTo>
                <a:lnTo>
                  <a:pt x="5433677" y="799013"/>
                </a:lnTo>
                <a:lnTo>
                  <a:pt x="5457293" y="799013"/>
                </a:lnTo>
                <a:lnTo>
                  <a:pt x="5457293" y="791141"/>
                </a:lnTo>
                <a:lnTo>
                  <a:pt x="5445485" y="791141"/>
                </a:lnTo>
                <a:lnTo>
                  <a:pt x="5429741" y="791141"/>
                </a:lnTo>
                <a:lnTo>
                  <a:pt x="5441549" y="779333"/>
                </a:lnTo>
                <a:lnTo>
                  <a:pt x="5457293" y="783269"/>
                </a:lnTo>
                <a:lnTo>
                  <a:pt x="5469101" y="775397"/>
                </a:lnTo>
                <a:lnTo>
                  <a:pt x="5463197" y="767525"/>
                </a:lnTo>
                <a:lnTo>
                  <a:pt x="5475005" y="755717"/>
                </a:lnTo>
                <a:lnTo>
                  <a:pt x="5486813" y="753749"/>
                </a:lnTo>
                <a:lnTo>
                  <a:pt x="5490749" y="759653"/>
                </a:lnTo>
                <a:lnTo>
                  <a:pt x="5498621" y="753749"/>
                </a:lnTo>
                <a:lnTo>
                  <a:pt x="5502557" y="745877"/>
                </a:lnTo>
                <a:lnTo>
                  <a:pt x="5510430" y="749813"/>
                </a:lnTo>
                <a:lnTo>
                  <a:pt x="5516334" y="749813"/>
                </a:lnTo>
                <a:lnTo>
                  <a:pt x="5514366" y="741941"/>
                </a:lnTo>
                <a:lnTo>
                  <a:pt x="5506493" y="738005"/>
                </a:lnTo>
                <a:lnTo>
                  <a:pt x="5510430" y="730133"/>
                </a:lnTo>
                <a:lnTo>
                  <a:pt x="5520270" y="730133"/>
                </a:lnTo>
                <a:lnTo>
                  <a:pt x="5524206" y="738005"/>
                </a:lnTo>
                <a:lnTo>
                  <a:pt x="5532078" y="726196"/>
                </a:lnTo>
                <a:lnTo>
                  <a:pt x="5539950" y="722260"/>
                </a:lnTo>
                <a:lnTo>
                  <a:pt x="5547822" y="722260"/>
                </a:lnTo>
                <a:lnTo>
                  <a:pt x="5539950" y="730133"/>
                </a:lnTo>
                <a:lnTo>
                  <a:pt x="5539950" y="741941"/>
                </a:lnTo>
                <a:lnTo>
                  <a:pt x="5539950" y="749813"/>
                </a:lnTo>
                <a:lnTo>
                  <a:pt x="5547822" y="749813"/>
                </a:lnTo>
                <a:lnTo>
                  <a:pt x="5555694" y="741941"/>
                </a:lnTo>
                <a:lnTo>
                  <a:pt x="5555694" y="730133"/>
                </a:lnTo>
                <a:lnTo>
                  <a:pt x="5563566" y="722260"/>
                </a:lnTo>
                <a:lnTo>
                  <a:pt x="5581278" y="722260"/>
                </a:lnTo>
                <a:lnTo>
                  <a:pt x="5585214" y="726196"/>
                </a:lnTo>
                <a:lnTo>
                  <a:pt x="5593086" y="726196"/>
                </a:lnTo>
                <a:lnTo>
                  <a:pt x="5597022" y="718324"/>
                </a:lnTo>
                <a:lnTo>
                  <a:pt x="5569470" y="710452"/>
                </a:lnTo>
                <a:lnTo>
                  <a:pt x="5573406" y="704548"/>
                </a:lnTo>
                <a:lnTo>
                  <a:pt x="5585214" y="700614"/>
                </a:lnTo>
                <a:lnTo>
                  <a:pt x="5600958" y="704548"/>
                </a:lnTo>
                <a:lnTo>
                  <a:pt x="5616702" y="716356"/>
                </a:lnTo>
                <a:lnTo>
                  <a:pt x="5618670" y="718324"/>
                </a:lnTo>
                <a:lnTo>
                  <a:pt x="5638351" y="718324"/>
                </a:lnTo>
                <a:lnTo>
                  <a:pt x="5634415" y="706516"/>
                </a:lnTo>
                <a:lnTo>
                  <a:pt x="5646223" y="700614"/>
                </a:lnTo>
                <a:lnTo>
                  <a:pt x="5658031" y="698647"/>
                </a:lnTo>
                <a:lnTo>
                  <a:pt x="5665903" y="688806"/>
                </a:lnTo>
                <a:lnTo>
                  <a:pt x="5671807" y="686838"/>
                </a:lnTo>
                <a:lnTo>
                  <a:pt x="5665903" y="676998"/>
                </a:lnTo>
                <a:lnTo>
                  <a:pt x="5667871" y="671093"/>
                </a:lnTo>
                <a:lnTo>
                  <a:pt x="5675743" y="671093"/>
                </a:lnTo>
                <a:lnTo>
                  <a:pt x="5691488" y="671093"/>
                </a:lnTo>
                <a:lnTo>
                  <a:pt x="5699359" y="671093"/>
                </a:lnTo>
                <a:lnTo>
                  <a:pt x="5703295" y="676998"/>
                </a:lnTo>
                <a:lnTo>
                  <a:pt x="5687551" y="686838"/>
                </a:lnTo>
                <a:lnTo>
                  <a:pt x="5679679" y="698647"/>
                </a:lnTo>
                <a:lnTo>
                  <a:pt x="5675743" y="710452"/>
                </a:lnTo>
                <a:lnTo>
                  <a:pt x="5699359" y="700614"/>
                </a:lnTo>
                <a:lnTo>
                  <a:pt x="5703295" y="692741"/>
                </a:lnTo>
                <a:lnTo>
                  <a:pt x="5715103" y="675029"/>
                </a:lnTo>
                <a:lnTo>
                  <a:pt x="5728879" y="675029"/>
                </a:lnTo>
                <a:lnTo>
                  <a:pt x="5721007" y="682902"/>
                </a:lnTo>
                <a:lnTo>
                  <a:pt x="5728879" y="688806"/>
                </a:lnTo>
                <a:lnTo>
                  <a:pt x="5736751" y="675029"/>
                </a:lnTo>
                <a:lnTo>
                  <a:pt x="5732815" y="663221"/>
                </a:lnTo>
                <a:lnTo>
                  <a:pt x="5760368" y="665190"/>
                </a:lnTo>
                <a:lnTo>
                  <a:pt x="5772176" y="675029"/>
                </a:lnTo>
                <a:lnTo>
                  <a:pt x="5760368" y="682902"/>
                </a:lnTo>
                <a:lnTo>
                  <a:pt x="5772176" y="688806"/>
                </a:lnTo>
                <a:lnTo>
                  <a:pt x="5778080" y="676998"/>
                </a:lnTo>
                <a:lnTo>
                  <a:pt x="5793824" y="675029"/>
                </a:lnTo>
                <a:lnTo>
                  <a:pt x="5831216" y="698647"/>
                </a:lnTo>
                <a:lnTo>
                  <a:pt x="5813504" y="710452"/>
                </a:lnTo>
                <a:lnTo>
                  <a:pt x="5782016" y="706516"/>
                </a:lnTo>
                <a:lnTo>
                  <a:pt x="5778080" y="710452"/>
                </a:lnTo>
                <a:lnTo>
                  <a:pt x="5805632" y="722260"/>
                </a:lnTo>
                <a:lnTo>
                  <a:pt x="5805632" y="726196"/>
                </a:lnTo>
                <a:lnTo>
                  <a:pt x="5813504" y="730133"/>
                </a:lnTo>
                <a:lnTo>
                  <a:pt x="5827280" y="722260"/>
                </a:lnTo>
                <a:lnTo>
                  <a:pt x="5839088" y="730133"/>
                </a:lnTo>
                <a:lnTo>
                  <a:pt x="5826616" y="735384"/>
                </a:lnTo>
                <a:lnTo>
                  <a:pt x="5839089" y="732102"/>
                </a:lnTo>
                <a:lnTo>
                  <a:pt x="5856801" y="732102"/>
                </a:lnTo>
                <a:lnTo>
                  <a:pt x="5856801" y="720294"/>
                </a:lnTo>
                <a:lnTo>
                  <a:pt x="5872545" y="720294"/>
                </a:lnTo>
                <a:lnTo>
                  <a:pt x="5894194" y="728166"/>
                </a:lnTo>
                <a:lnTo>
                  <a:pt x="5894194" y="734070"/>
                </a:lnTo>
                <a:lnTo>
                  <a:pt x="5874513" y="736038"/>
                </a:lnTo>
                <a:lnTo>
                  <a:pt x="5880417" y="745878"/>
                </a:lnTo>
                <a:lnTo>
                  <a:pt x="5898130" y="747846"/>
                </a:lnTo>
                <a:lnTo>
                  <a:pt x="5911906" y="753750"/>
                </a:lnTo>
                <a:lnTo>
                  <a:pt x="5939458" y="751782"/>
                </a:lnTo>
                <a:lnTo>
                  <a:pt x="5980786" y="759654"/>
                </a:lnTo>
                <a:lnTo>
                  <a:pt x="6022115" y="783270"/>
                </a:lnTo>
                <a:lnTo>
                  <a:pt x="6057539" y="793110"/>
                </a:lnTo>
                <a:lnTo>
                  <a:pt x="6073283" y="800982"/>
                </a:lnTo>
                <a:lnTo>
                  <a:pt x="6083123" y="810822"/>
                </a:lnTo>
                <a:lnTo>
                  <a:pt x="6096899" y="810822"/>
                </a:lnTo>
                <a:lnTo>
                  <a:pt x="6112644" y="818694"/>
                </a:lnTo>
                <a:lnTo>
                  <a:pt x="6124452" y="828535"/>
                </a:lnTo>
                <a:lnTo>
                  <a:pt x="6124452" y="865927"/>
                </a:lnTo>
                <a:lnTo>
                  <a:pt x="6065411" y="907255"/>
                </a:lnTo>
                <a:lnTo>
                  <a:pt x="6031955" y="903319"/>
                </a:lnTo>
                <a:lnTo>
                  <a:pt x="5990626" y="889543"/>
                </a:lnTo>
                <a:lnTo>
                  <a:pt x="5955202" y="877735"/>
                </a:lnTo>
                <a:lnTo>
                  <a:pt x="5927650" y="865927"/>
                </a:lnTo>
                <a:lnTo>
                  <a:pt x="5909938" y="865927"/>
                </a:lnTo>
                <a:lnTo>
                  <a:pt x="5876481" y="846247"/>
                </a:lnTo>
                <a:lnTo>
                  <a:pt x="5874513" y="858055"/>
                </a:lnTo>
                <a:lnTo>
                  <a:pt x="5909938" y="881671"/>
                </a:lnTo>
                <a:lnTo>
                  <a:pt x="5941426" y="915127"/>
                </a:lnTo>
                <a:lnTo>
                  <a:pt x="5945362" y="934807"/>
                </a:lnTo>
                <a:lnTo>
                  <a:pt x="5929618" y="958424"/>
                </a:lnTo>
                <a:lnTo>
                  <a:pt x="5945362" y="976136"/>
                </a:lnTo>
                <a:lnTo>
                  <a:pt x="5941426" y="1011560"/>
                </a:lnTo>
                <a:lnTo>
                  <a:pt x="5943394" y="1027304"/>
                </a:lnTo>
                <a:lnTo>
                  <a:pt x="5965042" y="1021400"/>
                </a:lnTo>
                <a:lnTo>
                  <a:pt x="5992594" y="1050920"/>
                </a:lnTo>
                <a:lnTo>
                  <a:pt x="6028019" y="1045016"/>
                </a:lnTo>
                <a:lnTo>
                  <a:pt x="6035891" y="1033208"/>
                </a:lnTo>
                <a:lnTo>
                  <a:pt x="6022115" y="1023368"/>
                </a:lnTo>
                <a:lnTo>
                  <a:pt x="6010307" y="1019432"/>
                </a:lnTo>
                <a:lnTo>
                  <a:pt x="5990626" y="991880"/>
                </a:lnTo>
                <a:lnTo>
                  <a:pt x="6000467" y="966296"/>
                </a:lnTo>
                <a:lnTo>
                  <a:pt x="6012275" y="968264"/>
                </a:lnTo>
                <a:lnTo>
                  <a:pt x="6022115" y="984008"/>
                </a:lnTo>
                <a:lnTo>
                  <a:pt x="6063443" y="1001720"/>
                </a:lnTo>
                <a:lnTo>
                  <a:pt x="6094931" y="999752"/>
                </a:lnTo>
                <a:lnTo>
                  <a:pt x="6100835" y="984008"/>
                </a:lnTo>
                <a:lnTo>
                  <a:pt x="6081155" y="940712"/>
                </a:lnTo>
                <a:lnTo>
                  <a:pt x="6116580" y="911191"/>
                </a:lnTo>
                <a:lnTo>
                  <a:pt x="6142164" y="895447"/>
                </a:lnTo>
                <a:lnTo>
                  <a:pt x="6142164" y="875767"/>
                </a:lnTo>
                <a:lnTo>
                  <a:pt x="6169716" y="877735"/>
                </a:lnTo>
                <a:lnTo>
                  <a:pt x="6203172" y="899383"/>
                </a:lnTo>
                <a:lnTo>
                  <a:pt x="6220885" y="854119"/>
                </a:lnTo>
                <a:lnTo>
                  <a:pt x="6199236" y="844279"/>
                </a:lnTo>
                <a:lnTo>
                  <a:pt x="6199236" y="834439"/>
                </a:lnTo>
                <a:lnTo>
                  <a:pt x="6209076" y="828535"/>
                </a:lnTo>
                <a:lnTo>
                  <a:pt x="6209076" y="804918"/>
                </a:lnTo>
                <a:lnTo>
                  <a:pt x="6199236" y="797046"/>
                </a:lnTo>
                <a:lnTo>
                  <a:pt x="6181524" y="787206"/>
                </a:lnTo>
                <a:lnTo>
                  <a:pt x="6181524" y="781302"/>
                </a:lnTo>
                <a:lnTo>
                  <a:pt x="6195300" y="779334"/>
                </a:lnTo>
                <a:lnTo>
                  <a:pt x="6230725" y="783270"/>
                </a:lnTo>
                <a:lnTo>
                  <a:pt x="6264181" y="793110"/>
                </a:lnTo>
                <a:lnTo>
                  <a:pt x="6283861" y="814758"/>
                </a:lnTo>
                <a:lnTo>
                  <a:pt x="6244501" y="820662"/>
                </a:lnTo>
                <a:lnTo>
                  <a:pt x="6242533" y="828535"/>
                </a:lnTo>
                <a:lnTo>
                  <a:pt x="6230725" y="834439"/>
                </a:lnTo>
                <a:lnTo>
                  <a:pt x="6246469" y="844279"/>
                </a:lnTo>
                <a:lnTo>
                  <a:pt x="6250405" y="852151"/>
                </a:lnTo>
                <a:lnTo>
                  <a:pt x="6283861" y="861991"/>
                </a:lnTo>
                <a:lnTo>
                  <a:pt x="6309445" y="852151"/>
                </a:lnTo>
                <a:lnTo>
                  <a:pt x="6311413" y="836407"/>
                </a:lnTo>
                <a:lnTo>
                  <a:pt x="6309445" y="822630"/>
                </a:lnTo>
                <a:lnTo>
                  <a:pt x="6319285" y="820662"/>
                </a:lnTo>
                <a:lnTo>
                  <a:pt x="6329125" y="828535"/>
                </a:lnTo>
                <a:lnTo>
                  <a:pt x="6338966" y="828535"/>
                </a:lnTo>
                <a:lnTo>
                  <a:pt x="6338966" y="816726"/>
                </a:lnTo>
                <a:lnTo>
                  <a:pt x="6362582" y="816726"/>
                </a:lnTo>
                <a:lnTo>
                  <a:pt x="6380294" y="804918"/>
                </a:lnTo>
                <a:lnTo>
                  <a:pt x="6396038" y="793110"/>
                </a:lnTo>
                <a:lnTo>
                  <a:pt x="6421622" y="787206"/>
                </a:lnTo>
                <a:lnTo>
                  <a:pt x="6433430" y="787206"/>
                </a:lnTo>
                <a:lnTo>
                  <a:pt x="6435398" y="793110"/>
                </a:lnTo>
                <a:lnTo>
                  <a:pt x="6447207" y="789174"/>
                </a:lnTo>
                <a:lnTo>
                  <a:pt x="6445238" y="781302"/>
                </a:lnTo>
                <a:lnTo>
                  <a:pt x="6459015" y="779334"/>
                </a:lnTo>
                <a:lnTo>
                  <a:pt x="6474759" y="769494"/>
                </a:lnTo>
                <a:lnTo>
                  <a:pt x="6494439" y="767526"/>
                </a:lnTo>
                <a:lnTo>
                  <a:pt x="6482631" y="775398"/>
                </a:lnTo>
                <a:lnTo>
                  <a:pt x="6490503" y="787206"/>
                </a:lnTo>
                <a:lnTo>
                  <a:pt x="6474759" y="797046"/>
                </a:lnTo>
                <a:lnTo>
                  <a:pt x="6482631" y="802950"/>
                </a:lnTo>
                <a:lnTo>
                  <a:pt x="6498375" y="797046"/>
                </a:lnTo>
                <a:lnTo>
                  <a:pt x="6502311" y="800982"/>
                </a:lnTo>
                <a:lnTo>
                  <a:pt x="6521991" y="800982"/>
                </a:lnTo>
                <a:lnTo>
                  <a:pt x="6518055" y="793110"/>
                </a:lnTo>
                <a:lnTo>
                  <a:pt x="6531831" y="783270"/>
                </a:lnTo>
                <a:lnTo>
                  <a:pt x="6547575" y="783270"/>
                </a:lnTo>
                <a:lnTo>
                  <a:pt x="6549543" y="787206"/>
                </a:lnTo>
                <a:lnTo>
                  <a:pt x="6573160" y="787206"/>
                </a:lnTo>
                <a:lnTo>
                  <a:pt x="6588904" y="775398"/>
                </a:lnTo>
                <a:lnTo>
                  <a:pt x="6604648" y="775398"/>
                </a:lnTo>
                <a:lnTo>
                  <a:pt x="6622360" y="765558"/>
                </a:lnTo>
                <a:lnTo>
                  <a:pt x="6638104" y="771462"/>
                </a:lnTo>
                <a:lnTo>
                  <a:pt x="6636136" y="787206"/>
                </a:lnTo>
                <a:lnTo>
                  <a:pt x="6647944" y="793110"/>
                </a:lnTo>
                <a:lnTo>
                  <a:pt x="6659752" y="787206"/>
                </a:lnTo>
                <a:lnTo>
                  <a:pt x="6657784" y="779334"/>
                </a:lnTo>
                <a:lnTo>
                  <a:pt x="6683369" y="775398"/>
                </a:lnTo>
                <a:lnTo>
                  <a:pt x="6683369" y="753750"/>
                </a:lnTo>
                <a:lnTo>
                  <a:pt x="6671560" y="741942"/>
                </a:lnTo>
                <a:lnTo>
                  <a:pt x="6693209" y="728166"/>
                </a:lnTo>
                <a:lnTo>
                  <a:pt x="6767993" y="736038"/>
                </a:lnTo>
                <a:lnTo>
                  <a:pt x="6803418" y="753750"/>
                </a:lnTo>
                <a:lnTo>
                  <a:pt x="6817194" y="759654"/>
                </a:lnTo>
                <a:lnTo>
                  <a:pt x="6836874" y="765558"/>
                </a:lnTo>
                <a:lnTo>
                  <a:pt x="6850650" y="775398"/>
                </a:lnTo>
                <a:lnTo>
                  <a:pt x="6864426" y="775398"/>
                </a:lnTo>
                <a:lnTo>
                  <a:pt x="6884106" y="787206"/>
                </a:lnTo>
                <a:lnTo>
                  <a:pt x="6886074" y="797046"/>
                </a:lnTo>
                <a:lnTo>
                  <a:pt x="6893946" y="800982"/>
                </a:lnTo>
                <a:lnTo>
                  <a:pt x="6921499" y="787206"/>
                </a:lnTo>
                <a:lnTo>
                  <a:pt x="6921499" y="769494"/>
                </a:lnTo>
                <a:lnTo>
                  <a:pt x="6905755" y="767526"/>
                </a:lnTo>
                <a:lnTo>
                  <a:pt x="6886074" y="753750"/>
                </a:lnTo>
                <a:lnTo>
                  <a:pt x="6890010" y="745878"/>
                </a:lnTo>
                <a:lnTo>
                  <a:pt x="6872298" y="734070"/>
                </a:lnTo>
                <a:lnTo>
                  <a:pt x="6862458" y="739974"/>
                </a:lnTo>
                <a:lnTo>
                  <a:pt x="6856554" y="720294"/>
                </a:lnTo>
                <a:lnTo>
                  <a:pt x="6862458" y="718326"/>
                </a:lnTo>
                <a:lnTo>
                  <a:pt x="6862458" y="684871"/>
                </a:lnTo>
                <a:lnTo>
                  <a:pt x="6858522" y="676999"/>
                </a:lnTo>
                <a:lnTo>
                  <a:pt x="6864426" y="661255"/>
                </a:lnTo>
                <a:lnTo>
                  <a:pt x="6891978" y="639610"/>
                </a:lnTo>
                <a:lnTo>
                  <a:pt x="6915595" y="610089"/>
                </a:lnTo>
                <a:lnTo>
                  <a:pt x="6927403" y="562854"/>
                </a:lnTo>
                <a:lnTo>
                  <a:pt x="6951019" y="554982"/>
                </a:lnTo>
                <a:lnTo>
                  <a:pt x="6968731" y="562854"/>
                </a:lnTo>
                <a:lnTo>
                  <a:pt x="7000219" y="560890"/>
                </a:lnTo>
                <a:lnTo>
                  <a:pt x="7027772" y="576630"/>
                </a:lnTo>
                <a:lnTo>
                  <a:pt x="7021868" y="596312"/>
                </a:lnTo>
                <a:lnTo>
                  <a:pt x="7029740" y="598280"/>
                </a:lnTo>
                <a:lnTo>
                  <a:pt x="7027772" y="612054"/>
                </a:lnTo>
                <a:lnTo>
                  <a:pt x="6996283" y="637640"/>
                </a:lnTo>
                <a:lnTo>
                  <a:pt x="6994315" y="651415"/>
                </a:lnTo>
                <a:lnTo>
                  <a:pt x="7017932" y="655351"/>
                </a:lnTo>
                <a:lnTo>
                  <a:pt x="7019900" y="688809"/>
                </a:lnTo>
                <a:lnTo>
                  <a:pt x="7033676" y="692743"/>
                </a:lnTo>
                <a:lnTo>
                  <a:pt x="7015964" y="706517"/>
                </a:lnTo>
                <a:lnTo>
                  <a:pt x="7015964" y="741942"/>
                </a:lnTo>
                <a:lnTo>
                  <a:pt x="7025804" y="747846"/>
                </a:lnTo>
                <a:lnTo>
                  <a:pt x="7015964" y="765558"/>
                </a:lnTo>
                <a:lnTo>
                  <a:pt x="7033676" y="781302"/>
                </a:lnTo>
                <a:lnTo>
                  <a:pt x="7053356" y="783270"/>
                </a:lnTo>
                <a:lnTo>
                  <a:pt x="7031708" y="799014"/>
                </a:lnTo>
                <a:lnTo>
                  <a:pt x="7037612" y="806886"/>
                </a:lnTo>
                <a:lnTo>
                  <a:pt x="7025804" y="828535"/>
                </a:lnTo>
                <a:lnTo>
                  <a:pt x="7002187" y="844279"/>
                </a:lnTo>
                <a:lnTo>
                  <a:pt x="7002187" y="850183"/>
                </a:lnTo>
                <a:lnTo>
                  <a:pt x="6990379" y="858055"/>
                </a:lnTo>
                <a:lnTo>
                  <a:pt x="6990379" y="865927"/>
                </a:lnTo>
                <a:lnTo>
                  <a:pt x="6968731" y="875767"/>
                </a:lnTo>
                <a:lnTo>
                  <a:pt x="6952987" y="861991"/>
                </a:lnTo>
                <a:lnTo>
                  <a:pt x="6941179" y="858055"/>
                </a:lnTo>
                <a:lnTo>
                  <a:pt x="6925435" y="861991"/>
                </a:lnTo>
                <a:lnTo>
                  <a:pt x="6905755" y="861991"/>
                </a:lnTo>
                <a:lnTo>
                  <a:pt x="6899850" y="865927"/>
                </a:lnTo>
                <a:lnTo>
                  <a:pt x="6903787" y="869863"/>
                </a:lnTo>
                <a:lnTo>
                  <a:pt x="6923467" y="871831"/>
                </a:lnTo>
                <a:lnTo>
                  <a:pt x="6943147" y="889543"/>
                </a:lnTo>
                <a:lnTo>
                  <a:pt x="6998251" y="889543"/>
                </a:lnTo>
                <a:lnTo>
                  <a:pt x="7006123" y="897415"/>
                </a:lnTo>
                <a:lnTo>
                  <a:pt x="7019900" y="877735"/>
                </a:lnTo>
                <a:lnTo>
                  <a:pt x="7045484" y="863959"/>
                </a:lnTo>
                <a:lnTo>
                  <a:pt x="7063196" y="838375"/>
                </a:lnTo>
                <a:lnTo>
                  <a:pt x="7080908" y="830503"/>
                </a:lnTo>
                <a:lnTo>
                  <a:pt x="7084844" y="816726"/>
                </a:lnTo>
                <a:lnTo>
                  <a:pt x="7069100" y="793110"/>
                </a:lnTo>
                <a:lnTo>
                  <a:pt x="7063196" y="783270"/>
                </a:lnTo>
                <a:lnTo>
                  <a:pt x="7112396" y="765558"/>
                </a:lnTo>
                <a:lnTo>
                  <a:pt x="7132077" y="767526"/>
                </a:lnTo>
                <a:lnTo>
                  <a:pt x="7139949" y="775398"/>
                </a:lnTo>
                <a:lnTo>
                  <a:pt x="7155693" y="793110"/>
                </a:lnTo>
                <a:lnTo>
                  <a:pt x="7145853" y="822630"/>
                </a:lnTo>
                <a:lnTo>
                  <a:pt x="7159629" y="830503"/>
                </a:lnTo>
                <a:lnTo>
                  <a:pt x="7185213" y="834439"/>
                </a:lnTo>
                <a:lnTo>
                  <a:pt x="7202925" y="830503"/>
                </a:lnTo>
                <a:lnTo>
                  <a:pt x="7189149" y="824598"/>
                </a:lnTo>
                <a:lnTo>
                  <a:pt x="7177341" y="828535"/>
                </a:lnTo>
                <a:lnTo>
                  <a:pt x="7163565" y="818694"/>
                </a:lnTo>
                <a:lnTo>
                  <a:pt x="7161597" y="806886"/>
                </a:lnTo>
                <a:lnTo>
                  <a:pt x="7181277" y="797046"/>
                </a:lnTo>
                <a:lnTo>
                  <a:pt x="7163565" y="775398"/>
                </a:lnTo>
                <a:lnTo>
                  <a:pt x="7147821" y="769494"/>
                </a:lnTo>
                <a:lnTo>
                  <a:pt x="7139949" y="757686"/>
                </a:lnTo>
                <a:lnTo>
                  <a:pt x="7102556" y="753750"/>
                </a:lnTo>
                <a:lnTo>
                  <a:pt x="7084844" y="759654"/>
                </a:lnTo>
                <a:lnTo>
                  <a:pt x="7057292" y="753750"/>
                </a:lnTo>
                <a:lnTo>
                  <a:pt x="7051388" y="741942"/>
                </a:lnTo>
                <a:lnTo>
                  <a:pt x="7043516" y="724230"/>
                </a:lnTo>
                <a:lnTo>
                  <a:pt x="7045484" y="710454"/>
                </a:lnTo>
                <a:lnTo>
                  <a:pt x="7061228" y="698648"/>
                </a:lnTo>
                <a:lnTo>
                  <a:pt x="7073036" y="688809"/>
                </a:lnTo>
                <a:lnTo>
                  <a:pt x="7063196" y="665191"/>
                </a:lnTo>
                <a:lnTo>
                  <a:pt x="7037612" y="645511"/>
                </a:lnTo>
                <a:lnTo>
                  <a:pt x="7049420" y="623863"/>
                </a:lnTo>
                <a:lnTo>
                  <a:pt x="7094684" y="606151"/>
                </a:lnTo>
                <a:lnTo>
                  <a:pt x="7096652" y="590410"/>
                </a:lnTo>
                <a:lnTo>
                  <a:pt x="7092716" y="582534"/>
                </a:lnTo>
                <a:lnTo>
                  <a:pt x="7088780" y="572695"/>
                </a:lnTo>
                <a:lnTo>
                  <a:pt x="7075004" y="562854"/>
                </a:lnTo>
                <a:lnTo>
                  <a:pt x="7080908" y="560890"/>
                </a:lnTo>
                <a:lnTo>
                  <a:pt x="7092716" y="562854"/>
                </a:lnTo>
                <a:lnTo>
                  <a:pt x="7110428" y="576630"/>
                </a:lnTo>
                <a:lnTo>
                  <a:pt x="7112396" y="600249"/>
                </a:lnTo>
                <a:lnTo>
                  <a:pt x="7098620" y="614022"/>
                </a:lnTo>
                <a:lnTo>
                  <a:pt x="7098620" y="625831"/>
                </a:lnTo>
                <a:lnTo>
                  <a:pt x="7110428" y="631734"/>
                </a:lnTo>
                <a:lnTo>
                  <a:pt x="7102556" y="647479"/>
                </a:lnTo>
                <a:lnTo>
                  <a:pt x="7143885" y="659289"/>
                </a:lnTo>
                <a:lnTo>
                  <a:pt x="7165533" y="659289"/>
                </a:lnTo>
                <a:lnTo>
                  <a:pt x="7185213" y="671095"/>
                </a:lnTo>
                <a:lnTo>
                  <a:pt x="7204893" y="673063"/>
                </a:lnTo>
                <a:lnTo>
                  <a:pt x="7204893" y="663223"/>
                </a:lnTo>
                <a:lnTo>
                  <a:pt x="7191117" y="661255"/>
                </a:lnTo>
                <a:lnTo>
                  <a:pt x="7179309" y="655351"/>
                </a:lnTo>
                <a:lnTo>
                  <a:pt x="7179309" y="645511"/>
                </a:lnTo>
                <a:lnTo>
                  <a:pt x="7163565" y="647479"/>
                </a:lnTo>
                <a:lnTo>
                  <a:pt x="7132077" y="637640"/>
                </a:lnTo>
                <a:lnTo>
                  <a:pt x="7120268" y="623863"/>
                </a:lnTo>
                <a:lnTo>
                  <a:pt x="7128141" y="612054"/>
                </a:lnTo>
                <a:lnTo>
                  <a:pt x="7143885" y="610089"/>
                </a:lnTo>
                <a:lnTo>
                  <a:pt x="7161597" y="621895"/>
                </a:lnTo>
                <a:lnTo>
                  <a:pt x="7177341" y="621895"/>
                </a:lnTo>
                <a:lnTo>
                  <a:pt x="7177341" y="606151"/>
                </a:lnTo>
                <a:lnTo>
                  <a:pt x="7163565" y="608120"/>
                </a:lnTo>
                <a:lnTo>
                  <a:pt x="7155693" y="608120"/>
                </a:lnTo>
                <a:lnTo>
                  <a:pt x="7155693" y="600249"/>
                </a:lnTo>
                <a:lnTo>
                  <a:pt x="7179309" y="592374"/>
                </a:lnTo>
                <a:lnTo>
                  <a:pt x="7204893" y="592374"/>
                </a:lnTo>
                <a:lnTo>
                  <a:pt x="7248190" y="610089"/>
                </a:lnTo>
                <a:lnTo>
                  <a:pt x="7283614" y="629769"/>
                </a:lnTo>
                <a:lnTo>
                  <a:pt x="7317070" y="627800"/>
                </a:lnTo>
                <a:lnTo>
                  <a:pt x="7321006" y="631734"/>
                </a:lnTo>
                <a:lnTo>
                  <a:pt x="7311166" y="645511"/>
                </a:lnTo>
                <a:lnTo>
                  <a:pt x="7299358" y="645511"/>
                </a:lnTo>
                <a:lnTo>
                  <a:pt x="7285582" y="655351"/>
                </a:lnTo>
                <a:lnTo>
                  <a:pt x="7297390" y="659289"/>
                </a:lnTo>
                <a:lnTo>
                  <a:pt x="7299358" y="675031"/>
                </a:lnTo>
                <a:lnTo>
                  <a:pt x="7322974" y="671095"/>
                </a:lnTo>
                <a:lnTo>
                  <a:pt x="7322974" y="688809"/>
                </a:lnTo>
                <a:lnTo>
                  <a:pt x="7303294" y="704549"/>
                </a:lnTo>
                <a:lnTo>
                  <a:pt x="7332814" y="722262"/>
                </a:lnTo>
                <a:lnTo>
                  <a:pt x="7344622" y="734070"/>
                </a:lnTo>
                <a:lnTo>
                  <a:pt x="7354463" y="736038"/>
                </a:lnTo>
                <a:lnTo>
                  <a:pt x="7364303" y="732102"/>
                </a:lnTo>
                <a:lnTo>
                  <a:pt x="7360367" y="728166"/>
                </a:lnTo>
                <a:lnTo>
                  <a:pt x="7322974" y="704549"/>
                </a:lnTo>
                <a:lnTo>
                  <a:pt x="7340686" y="696680"/>
                </a:lnTo>
                <a:lnTo>
                  <a:pt x="7344622" y="686840"/>
                </a:lnTo>
                <a:lnTo>
                  <a:pt x="7322974" y="663223"/>
                </a:lnTo>
                <a:lnTo>
                  <a:pt x="7322974" y="651415"/>
                </a:lnTo>
                <a:lnTo>
                  <a:pt x="7334782" y="633702"/>
                </a:lnTo>
                <a:lnTo>
                  <a:pt x="7328878" y="619929"/>
                </a:lnTo>
                <a:lnTo>
                  <a:pt x="7299358" y="612054"/>
                </a:lnTo>
                <a:lnTo>
                  <a:pt x="7299358" y="598280"/>
                </a:lnTo>
                <a:lnTo>
                  <a:pt x="7258030" y="586471"/>
                </a:lnTo>
                <a:lnTo>
                  <a:pt x="7261966" y="576630"/>
                </a:lnTo>
                <a:lnTo>
                  <a:pt x="7250158" y="568760"/>
                </a:lnTo>
                <a:lnTo>
                  <a:pt x="7252126" y="547111"/>
                </a:lnTo>
                <a:lnTo>
                  <a:pt x="7242286" y="537272"/>
                </a:lnTo>
                <a:lnTo>
                  <a:pt x="7258030" y="519560"/>
                </a:lnTo>
                <a:lnTo>
                  <a:pt x="7271806" y="519560"/>
                </a:lnTo>
                <a:lnTo>
                  <a:pt x="7319038" y="515622"/>
                </a:lnTo>
                <a:lnTo>
                  <a:pt x="7348558" y="509721"/>
                </a:lnTo>
                <a:lnTo>
                  <a:pt x="7362335" y="513654"/>
                </a:lnTo>
                <a:lnTo>
                  <a:pt x="7382015" y="513654"/>
                </a:lnTo>
                <a:lnTo>
                  <a:pt x="7393823" y="503813"/>
                </a:lnTo>
                <a:lnTo>
                  <a:pt x="7421375" y="503813"/>
                </a:lnTo>
                <a:lnTo>
                  <a:pt x="7431215" y="513654"/>
                </a:lnTo>
                <a:lnTo>
                  <a:pt x="7433183" y="501846"/>
                </a:lnTo>
                <a:lnTo>
                  <a:pt x="7425311" y="493973"/>
                </a:lnTo>
                <a:lnTo>
                  <a:pt x="7425311" y="486103"/>
                </a:lnTo>
                <a:lnTo>
                  <a:pt x="7413503" y="478231"/>
                </a:lnTo>
                <a:lnTo>
                  <a:pt x="7399727" y="478231"/>
                </a:lnTo>
                <a:lnTo>
                  <a:pt x="7405631" y="468391"/>
                </a:lnTo>
                <a:lnTo>
                  <a:pt x="7425311" y="470361"/>
                </a:lnTo>
                <a:lnTo>
                  <a:pt x="7427279" y="464453"/>
                </a:lnTo>
                <a:lnTo>
                  <a:pt x="7413503" y="460520"/>
                </a:lnTo>
                <a:lnTo>
                  <a:pt x="7399727" y="462485"/>
                </a:lnTo>
                <a:lnTo>
                  <a:pt x="7393823" y="452645"/>
                </a:lnTo>
                <a:lnTo>
                  <a:pt x="7405631" y="444773"/>
                </a:lnTo>
                <a:lnTo>
                  <a:pt x="7423343" y="452645"/>
                </a:lnTo>
                <a:lnTo>
                  <a:pt x="7431215" y="442805"/>
                </a:lnTo>
                <a:lnTo>
                  <a:pt x="7444991" y="434933"/>
                </a:lnTo>
                <a:lnTo>
                  <a:pt x="7446959" y="429031"/>
                </a:lnTo>
                <a:lnTo>
                  <a:pt x="7433183" y="429031"/>
                </a:lnTo>
                <a:lnTo>
                  <a:pt x="7425311" y="425093"/>
                </a:lnTo>
                <a:lnTo>
                  <a:pt x="7429247" y="421156"/>
                </a:lnTo>
                <a:lnTo>
                  <a:pt x="7444991" y="421156"/>
                </a:lnTo>
                <a:lnTo>
                  <a:pt x="7460735" y="421156"/>
                </a:lnTo>
                <a:lnTo>
                  <a:pt x="7484352" y="407382"/>
                </a:lnTo>
                <a:lnTo>
                  <a:pt x="7509936" y="405413"/>
                </a:lnTo>
                <a:lnTo>
                  <a:pt x="7533552" y="401477"/>
                </a:lnTo>
                <a:lnTo>
                  <a:pt x="7549296" y="401477"/>
                </a:lnTo>
                <a:lnTo>
                  <a:pt x="7559136" y="397542"/>
                </a:lnTo>
                <a:lnTo>
                  <a:pt x="7600465" y="395573"/>
                </a:lnTo>
                <a:lnTo>
                  <a:pt x="7626049" y="391636"/>
                </a:lnTo>
                <a:lnTo>
                  <a:pt x="7629985" y="387702"/>
                </a:lnTo>
                <a:lnTo>
                  <a:pt x="7614241" y="387702"/>
                </a:lnTo>
                <a:lnTo>
                  <a:pt x="7602433" y="385733"/>
                </a:lnTo>
                <a:lnTo>
                  <a:pt x="7596529" y="381797"/>
                </a:lnTo>
                <a:lnTo>
                  <a:pt x="7610305" y="375894"/>
                </a:lnTo>
                <a:lnTo>
                  <a:pt x="7643761" y="375894"/>
                </a:lnTo>
                <a:lnTo>
                  <a:pt x="7661473" y="373924"/>
                </a:lnTo>
                <a:lnTo>
                  <a:pt x="7690993" y="379832"/>
                </a:lnTo>
                <a:lnTo>
                  <a:pt x="7671313" y="389671"/>
                </a:lnTo>
                <a:lnTo>
                  <a:pt x="7681153" y="391636"/>
                </a:lnTo>
                <a:lnTo>
                  <a:pt x="7692961" y="385733"/>
                </a:lnTo>
                <a:lnTo>
                  <a:pt x="7706737" y="385733"/>
                </a:lnTo>
                <a:lnTo>
                  <a:pt x="7706737" y="391636"/>
                </a:lnTo>
                <a:lnTo>
                  <a:pt x="7738226" y="381797"/>
                </a:lnTo>
                <a:lnTo>
                  <a:pt x="7748066" y="373924"/>
                </a:lnTo>
                <a:lnTo>
                  <a:pt x="7763810" y="368022"/>
                </a:lnTo>
                <a:lnTo>
                  <a:pt x="7791362" y="379832"/>
                </a:lnTo>
                <a:lnTo>
                  <a:pt x="7779554" y="385733"/>
                </a:lnTo>
                <a:lnTo>
                  <a:pt x="7787426" y="397542"/>
                </a:lnTo>
                <a:lnTo>
                  <a:pt x="7807106" y="391636"/>
                </a:lnTo>
                <a:lnTo>
                  <a:pt x="7811042" y="379832"/>
                </a:lnTo>
                <a:lnTo>
                  <a:pt x="7807106" y="371956"/>
                </a:lnTo>
                <a:lnTo>
                  <a:pt x="7777586" y="360151"/>
                </a:lnTo>
                <a:lnTo>
                  <a:pt x="7769714" y="356213"/>
                </a:lnTo>
                <a:lnTo>
                  <a:pt x="7775618" y="354244"/>
                </a:lnTo>
                <a:lnTo>
                  <a:pt x="7795298" y="358183"/>
                </a:lnTo>
                <a:lnTo>
                  <a:pt x="7822851" y="356213"/>
                </a:lnTo>
                <a:lnTo>
                  <a:pt x="7840563" y="360151"/>
                </a:lnTo>
                <a:lnTo>
                  <a:pt x="7854339" y="360151"/>
                </a:lnTo>
                <a:lnTo>
                  <a:pt x="7881891" y="366053"/>
                </a:lnTo>
                <a:lnTo>
                  <a:pt x="7909443" y="360151"/>
                </a:lnTo>
                <a:lnTo>
                  <a:pt x="7905507" y="356213"/>
                </a:lnTo>
                <a:lnTo>
                  <a:pt x="7872051" y="360151"/>
                </a:lnTo>
                <a:lnTo>
                  <a:pt x="7858275" y="356213"/>
                </a:lnTo>
                <a:lnTo>
                  <a:pt x="7842531" y="354244"/>
                </a:lnTo>
                <a:lnTo>
                  <a:pt x="7834659" y="348343"/>
                </a:lnTo>
                <a:lnTo>
                  <a:pt x="7842531" y="346373"/>
                </a:lnTo>
                <a:lnTo>
                  <a:pt x="7830723" y="340468"/>
                </a:lnTo>
                <a:lnTo>
                  <a:pt x="7826787" y="334564"/>
                </a:lnTo>
                <a:lnTo>
                  <a:pt x="7842531" y="324724"/>
                </a:lnTo>
                <a:lnTo>
                  <a:pt x="7844499" y="316854"/>
                </a:lnTo>
                <a:lnTo>
                  <a:pt x="7870083" y="305044"/>
                </a:lnTo>
                <a:lnTo>
                  <a:pt x="7877955" y="299143"/>
                </a:lnTo>
                <a:close/>
                <a:moveTo>
                  <a:pt x="7980292" y="253875"/>
                </a:moveTo>
                <a:lnTo>
                  <a:pt x="7990132" y="255844"/>
                </a:lnTo>
                <a:lnTo>
                  <a:pt x="7982260" y="257814"/>
                </a:lnTo>
                <a:lnTo>
                  <a:pt x="7976356" y="255844"/>
                </a:lnTo>
                <a:close/>
                <a:moveTo>
                  <a:pt x="7999972" y="246004"/>
                </a:moveTo>
                <a:lnTo>
                  <a:pt x="8003908" y="247974"/>
                </a:lnTo>
                <a:lnTo>
                  <a:pt x="8003908" y="253875"/>
                </a:lnTo>
                <a:lnTo>
                  <a:pt x="7992100" y="251907"/>
                </a:lnTo>
                <a:lnTo>
                  <a:pt x="7992100" y="247974"/>
                </a:lnTo>
                <a:close/>
                <a:moveTo>
                  <a:pt x="7852371" y="184994"/>
                </a:moveTo>
                <a:lnTo>
                  <a:pt x="7866147" y="186964"/>
                </a:lnTo>
                <a:lnTo>
                  <a:pt x="7868115" y="194836"/>
                </a:lnTo>
                <a:lnTo>
                  <a:pt x="7872051" y="194836"/>
                </a:lnTo>
                <a:lnTo>
                  <a:pt x="7875987" y="184994"/>
                </a:lnTo>
                <a:lnTo>
                  <a:pt x="7891731" y="184994"/>
                </a:lnTo>
                <a:lnTo>
                  <a:pt x="7895667" y="194836"/>
                </a:lnTo>
                <a:lnTo>
                  <a:pt x="7885827" y="196804"/>
                </a:lnTo>
                <a:lnTo>
                  <a:pt x="7887795" y="210580"/>
                </a:lnTo>
                <a:lnTo>
                  <a:pt x="7899603" y="206644"/>
                </a:lnTo>
                <a:lnTo>
                  <a:pt x="7905507" y="196804"/>
                </a:lnTo>
                <a:lnTo>
                  <a:pt x="7919284" y="198773"/>
                </a:lnTo>
                <a:lnTo>
                  <a:pt x="7923220" y="206644"/>
                </a:lnTo>
                <a:lnTo>
                  <a:pt x="7942900" y="216485"/>
                </a:lnTo>
                <a:lnTo>
                  <a:pt x="7942900" y="224355"/>
                </a:lnTo>
                <a:lnTo>
                  <a:pt x="7956676" y="232228"/>
                </a:lnTo>
                <a:lnTo>
                  <a:pt x="7952740" y="246004"/>
                </a:lnTo>
                <a:lnTo>
                  <a:pt x="7919284" y="261748"/>
                </a:lnTo>
                <a:lnTo>
                  <a:pt x="7901571" y="261748"/>
                </a:lnTo>
                <a:lnTo>
                  <a:pt x="7885827" y="265684"/>
                </a:lnTo>
                <a:lnTo>
                  <a:pt x="7879923" y="259783"/>
                </a:lnTo>
                <a:lnTo>
                  <a:pt x="7864179" y="259783"/>
                </a:lnTo>
                <a:lnTo>
                  <a:pt x="7844499" y="263716"/>
                </a:lnTo>
                <a:lnTo>
                  <a:pt x="7816946" y="267654"/>
                </a:lnTo>
                <a:lnTo>
                  <a:pt x="7803170" y="277493"/>
                </a:lnTo>
                <a:lnTo>
                  <a:pt x="7787426" y="267654"/>
                </a:lnTo>
                <a:lnTo>
                  <a:pt x="7787426" y="261748"/>
                </a:lnTo>
                <a:lnTo>
                  <a:pt x="7809074" y="251908"/>
                </a:lnTo>
                <a:lnTo>
                  <a:pt x="7805138" y="244036"/>
                </a:lnTo>
                <a:lnTo>
                  <a:pt x="7809074" y="242067"/>
                </a:lnTo>
                <a:lnTo>
                  <a:pt x="7811042" y="224355"/>
                </a:lnTo>
                <a:lnTo>
                  <a:pt x="7830723" y="220419"/>
                </a:lnTo>
                <a:lnTo>
                  <a:pt x="7830723" y="214516"/>
                </a:lnTo>
                <a:lnTo>
                  <a:pt x="7836627" y="206644"/>
                </a:lnTo>
                <a:lnTo>
                  <a:pt x="7834659" y="200739"/>
                </a:lnTo>
                <a:lnTo>
                  <a:pt x="7840563" y="196804"/>
                </a:lnTo>
                <a:lnTo>
                  <a:pt x="7856307" y="194836"/>
                </a:lnTo>
                <a:lnTo>
                  <a:pt x="7848435" y="188934"/>
                </a:lnTo>
                <a:close/>
                <a:moveTo>
                  <a:pt x="7594560" y="179094"/>
                </a:moveTo>
                <a:lnTo>
                  <a:pt x="7596528" y="181059"/>
                </a:lnTo>
                <a:lnTo>
                  <a:pt x="7580784" y="183027"/>
                </a:lnTo>
                <a:lnTo>
                  <a:pt x="7576848" y="181059"/>
                </a:lnTo>
                <a:close/>
                <a:moveTo>
                  <a:pt x="7555200" y="179094"/>
                </a:moveTo>
                <a:lnTo>
                  <a:pt x="7561104" y="179094"/>
                </a:lnTo>
                <a:lnTo>
                  <a:pt x="7563072" y="181059"/>
                </a:lnTo>
                <a:lnTo>
                  <a:pt x="7555200" y="181059"/>
                </a:lnTo>
                <a:close/>
                <a:moveTo>
                  <a:pt x="7604400" y="173187"/>
                </a:moveTo>
                <a:lnTo>
                  <a:pt x="7610304" y="179094"/>
                </a:lnTo>
                <a:lnTo>
                  <a:pt x="7604400" y="179094"/>
                </a:lnTo>
                <a:lnTo>
                  <a:pt x="7600464" y="175154"/>
                </a:lnTo>
                <a:close/>
                <a:moveTo>
                  <a:pt x="7531584" y="173187"/>
                </a:moveTo>
                <a:lnTo>
                  <a:pt x="7541424" y="173187"/>
                </a:lnTo>
                <a:lnTo>
                  <a:pt x="7551264" y="177125"/>
                </a:lnTo>
                <a:lnTo>
                  <a:pt x="7539456" y="175154"/>
                </a:lnTo>
                <a:close/>
                <a:moveTo>
                  <a:pt x="7122236" y="171218"/>
                </a:moveTo>
                <a:lnTo>
                  <a:pt x="7151756" y="171218"/>
                </a:lnTo>
                <a:lnTo>
                  <a:pt x="7161596" y="175154"/>
                </a:lnTo>
                <a:lnTo>
                  <a:pt x="7155692" y="177125"/>
                </a:lnTo>
                <a:lnTo>
                  <a:pt x="7134044" y="175154"/>
                </a:lnTo>
                <a:close/>
                <a:moveTo>
                  <a:pt x="6604648" y="147605"/>
                </a:moveTo>
                <a:lnTo>
                  <a:pt x="6622360" y="149570"/>
                </a:lnTo>
                <a:lnTo>
                  <a:pt x="6622360" y="151538"/>
                </a:lnTo>
                <a:lnTo>
                  <a:pt x="6604648" y="151538"/>
                </a:lnTo>
                <a:lnTo>
                  <a:pt x="6596776" y="149570"/>
                </a:lnTo>
                <a:close/>
                <a:moveTo>
                  <a:pt x="7545360" y="139729"/>
                </a:moveTo>
                <a:lnTo>
                  <a:pt x="7572913" y="139729"/>
                </a:lnTo>
                <a:lnTo>
                  <a:pt x="7594561" y="145635"/>
                </a:lnTo>
                <a:lnTo>
                  <a:pt x="7606369" y="145635"/>
                </a:lnTo>
                <a:lnTo>
                  <a:pt x="7618177" y="151538"/>
                </a:lnTo>
                <a:lnTo>
                  <a:pt x="7600465" y="161377"/>
                </a:lnTo>
                <a:lnTo>
                  <a:pt x="7580785" y="169250"/>
                </a:lnTo>
                <a:lnTo>
                  <a:pt x="7574881" y="167284"/>
                </a:lnTo>
                <a:lnTo>
                  <a:pt x="7586689" y="165315"/>
                </a:lnTo>
                <a:lnTo>
                  <a:pt x="7572913" y="159410"/>
                </a:lnTo>
                <a:lnTo>
                  <a:pt x="7559136" y="159410"/>
                </a:lnTo>
                <a:lnTo>
                  <a:pt x="7559136" y="147605"/>
                </a:lnTo>
                <a:lnTo>
                  <a:pt x="7547328" y="143666"/>
                </a:lnTo>
                <a:close/>
                <a:moveTo>
                  <a:pt x="6401942" y="137764"/>
                </a:moveTo>
                <a:lnTo>
                  <a:pt x="6409814" y="139729"/>
                </a:lnTo>
                <a:lnTo>
                  <a:pt x="6411782" y="147605"/>
                </a:lnTo>
                <a:lnTo>
                  <a:pt x="6398006" y="147605"/>
                </a:lnTo>
                <a:lnTo>
                  <a:pt x="6380294" y="141698"/>
                </a:lnTo>
                <a:lnTo>
                  <a:pt x="6396038" y="139729"/>
                </a:lnTo>
                <a:close/>
                <a:moveTo>
                  <a:pt x="6352741" y="137764"/>
                </a:moveTo>
                <a:lnTo>
                  <a:pt x="6364549" y="141698"/>
                </a:lnTo>
                <a:lnTo>
                  <a:pt x="6344869" y="145635"/>
                </a:lnTo>
                <a:lnTo>
                  <a:pt x="6346837" y="141698"/>
                </a:lnTo>
                <a:close/>
                <a:moveTo>
                  <a:pt x="6644008" y="135795"/>
                </a:moveTo>
                <a:lnTo>
                  <a:pt x="6649912" y="137764"/>
                </a:lnTo>
                <a:lnTo>
                  <a:pt x="6649912" y="143666"/>
                </a:lnTo>
                <a:lnTo>
                  <a:pt x="6640072" y="147605"/>
                </a:lnTo>
                <a:lnTo>
                  <a:pt x="6628264" y="145635"/>
                </a:lnTo>
                <a:lnTo>
                  <a:pt x="6622360" y="139729"/>
                </a:lnTo>
                <a:lnTo>
                  <a:pt x="6622360" y="137764"/>
                </a:lnTo>
                <a:close/>
                <a:moveTo>
                  <a:pt x="7732322" y="131858"/>
                </a:moveTo>
                <a:lnTo>
                  <a:pt x="7746098" y="141698"/>
                </a:lnTo>
                <a:lnTo>
                  <a:pt x="7734290" y="151538"/>
                </a:lnTo>
                <a:lnTo>
                  <a:pt x="7738226" y="155475"/>
                </a:lnTo>
                <a:lnTo>
                  <a:pt x="7753970" y="151538"/>
                </a:lnTo>
                <a:lnTo>
                  <a:pt x="7767747" y="141698"/>
                </a:lnTo>
                <a:lnTo>
                  <a:pt x="7783491" y="143666"/>
                </a:lnTo>
                <a:lnTo>
                  <a:pt x="7807107" y="161377"/>
                </a:lnTo>
                <a:lnTo>
                  <a:pt x="7797267" y="188934"/>
                </a:lnTo>
                <a:lnTo>
                  <a:pt x="7785459" y="192866"/>
                </a:lnTo>
                <a:lnTo>
                  <a:pt x="7767747" y="190898"/>
                </a:lnTo>
                <a:lnTo>
                  <a:pt x="7767747" y="196804"/>
                </a:lnTo>
                <a:lnTo>
                  <a:pt x="7801203" y="210580"/>
                </a:lnTo>
                <a:lnTo>
                  <a:pt x="7801203" y="216485"/>
                </a:lnTo>
                <a:lnTo>
                  <a:pt x="7738226" y="226325"/>
                </a:lnTo>
                <a:lnTo>
                  <a:pt x="7728386" y="226325"/>
                </a:lnTo>
                <a:lnTo>
                  <a:pt x="7724450" y="216485"/>
                </a:lnTo>
                <a:lnTo>
                  <a:pt x="7673282" y="206644"/>
                </a:lnTo>
                <a:lnTo>
                  <a:pt x="7661474" y="208613"/>
                </a:lnTo>
                <a:lnTo>
                  <a:pt x="7643762" y="202707"/>
                </a:lnTo>
                <a:lnTo>
                  <a:pt x="7637858" y="192866"/>
                </a:lnTo>
                <a:lnTo>
                  <a:pt x="7641794" y="181059"/>
                </a:lnTo>
                <a:lnTo>
                  <a:pt x="7628017" y="181059"/>
                </a:lnTo>
                <a:lnTo>
                  <a:pt x="7612273" y="173186"/>
                </a:lnTo>
                <a:lnTo>
                  <a:pt x="7618177" y="171218"/>
                </a:lnTo>
                <a:lnTo>
                  <a:pt x="7624081" y="161377"/>
                </a:lnTo>
                <a:lnTo>
                  <a:pt x="7641794" y="159410"/>
                </a:lnTo>
                <a:lnTo>
                  <a:pt x="7643762" y="147605"/>
                </a:lnTo>
                <a:lnTo>
                  <a:pt x="7655570" y="139730"/>
                </a:lnTo>
                <a:lnTo>
                  <a:pt x="7663442" y="141698"/>
                </a:lnTo>
                <a:lnTo>
                  <a:pt x="7690994" y="133825"/>
                </a:lnTo>
                <a:close/>
                <a:moveTo>
                  <a:pt x="6378325" y="125956"/>
                </a:moveTo>
                <a:lnTo>
                  <a:pt x="6388165" y="137764"/>
                </a:lnTo>
                <a:lnTo>
                  <a:pt x="6366517" y="137764"/>
                </a:lnTo>
                <a:lnTo>
                  <a:pt x="6364549" y="135795"/>
                </a:lnTo>
                <a:lnTo>
                  <a:pt x="6364549" y="127924"/>
                </a:lnTo>
                <a:close/>
                <a:moveTo>
                  <a:pt x="6484599" y="120050"/>
                </a:moveTo>
                <a:lnTo>
                  <a:pt x="6488535" y="120050"/>
                </a:lnTo>
                <a:lnTo>
                  <a:pt x="6490503" y="123986"/>
                </a:lnTo>
                <a:lnTo>
                  <a:pt x="6490503" y="125956"/>
                </a:lnTo>
                <a:lnTo>
                  <a:pt x="6486567" y="123986"/>
                </a:lnTo>
                <a:close/>
                <a:moveTo>
                  <a:pt x="6563319" y="118085"/>
                </a:moveTo>
                <a:lnTo>
                  <a:pt x="6569223" y="122017"/>
                </a:lnTo>
                <a:lnTo>
                  <a:pt x="6565287" y="133825"/>
                </a:lnTo>
                <a:lnTo>
                  <a:pt x="6543639" y="133825"/>
                </a:lnTo>
                <a:lnTo>
                  <a:pt x="6539703" y="127924"/>
                </a:lnTo>
                <a:lnTo>
                  <a:pt x="6545607" y="120050"/>
                </a:lnTo>
                <a:close/>
                <a:moveTo>
                  <a:pt x="6533799" y="118085"/>
                </a:moveTo>
                <a:lnTo>
                  <a:pt x="6529863" y="122017"/>
                </a:lnTo>
                <a:lnTo>
                  <a:pt x="6521991" y="123986"/>
                </a:lnTo>
                <a:lnTo>
                  <a:pt x="6514119" y="123986"/>
                </a:lnTo>
                <a:lnTo>
                  <a:pt x="6516087" y="120050"/>
                </a:lnTo>
                <a:lnTo>
                  <a:pt x="6523959" y="120050"/>
                </a:lnTo>
                <a:close/>
                <a:moveTo>
                  <a:pt x="6460982" y="118085"/>
                </a:moveTo>
                <a:lnTo>
                  <a:pt x="6468854" y="118085"/>
                </a:lnTo>
                <a:lnTo>
                  <a:pt x="6476726" y="122017"/>
                </a:lnTo>
                <a:lnTo>
                  <a:pt x="6472790" y="127924"/>
                </a:lnTo>
                <a:lnTo>
                  <a:pt x="6455078" y="129890"/>
                </a:lnTo>
                <a:lnTo>
                  <a:pt x="6439334" y="123986"/>
                </a:lnTo>
                <a:close/>
                <a:moveTo>
                  <a:pt x="6581031" y="108244"/>
                </a:moveTo>
                <a:lnTo>
                  <a:pt x="6604647" y="108244"/>
                </a:lnTo>
                <a:lnTo>
                  <a:pt x="6616455" y="110210"/>
                </a:lnTo>
                <a:lnTo>
                  <a:pt x="6634167" y="114146"/>
                </a:lnTo>
                <a:lnTo>
                  <a:pt x="6634167" y="118085"/>
                </a:lnTo>
                <a:lnTo>
                  <a:pt x="6620391" y="118085"/>
                </a:lnTo>
                <a:lnTo>
                  <a:pt x="6598743" y="123986"/>
                </a:lnTo>
                <a:lnTo>
                  <a:pt x="6598743" y="133825"/>
                </a:lnTo>
                <a:lnTo>
                  <a:pt x="6586935" y="133825"/>
                </a:lnTo>
                <a:lnTo>
                  <a:pt x="6584967" y="123986"/>
                </a:lnTo>
                <a:lnTo>
                  <a:pt x="6586935" y="116115"/>
                </a:lnTo>
                <a:close/>
                <a:moveTo>
                  <a:pt x="6508215" y="104307"/>
                </a:moveTo>
                <a:lnTo>
                  <a:pt x="6514119" y="104307"/>
                </a:lnTo>
                <a:lnTo>
                  <a:pt x="6521991" y="108244"/>
                </a:lnTo>
                <a:lnTo>
                  <a:pt x="6516087" y="112178"/>
                </a:lnTo>
                <a:lnTo>
                  <a:pt x="6502311" y="114146"/>
                </a:lnTo>
                <a:lnTo>
                  <a:pt x="6502311" y="112178"/>
                </a:lnTo>
                <a:lnTo>
                  <a:pt x="6510183" y="108244"/>
                </a:lnTo>
                <a:close/>
                <a:moveTo>
                  <a:pt x="6581031" y="98405"/>
                </a:moveTo>
                <a:lnTo>
                  <a:pt x="6586935" y="98405"/>
                </a:lnTo>
                <a:lnTo>
                  <a:pt x="6610551" y="98405"/>
                </a:lnTo>
                <a:lnTo>
                  <a:pt x="6596775" y="100371"/>
                </a:lnTo>
                <a:close/>
                <a:moveTo>
                  <a:pt x="6484599" y="98405"/>
                </a:moveTo>
                <a:lnTo>
                  <a:pt x="6488535" y="98405"/>
                </a:lnTo>
                <a:lnTo>
                  <a:pt x="6496407" y="104307"/>
                </a:lnTo>
                <a:lnTo>
                  <a:pt x="6492471" y="106275"/>
                </a:lnTo>
                <a:lnTo>
                  <a:pt x="6484599" y="106275"/>
                </a:lnTo>
                <a:close/>
                <a:moveTo>
                  <a:pt x="6541671" y="88565"/>
                </a:moveTo>
                <a:lnTo>
                  <a:pt x="6559383" y="90530"/>
                </a:lnTo>
                <a:lnTo>
                  <a:pt x="6563319" y="94467"/>
                </a:lnTo>
                <a:lnTo>
                  <a:pt x="6551511" y="98405"/>
                </a:lnTo>
                <a:lnTo>
                  <a:pt x="6527895" y="96435"/>
                </a:lnTo>
                <a:close/>
                <a:moveTo>
                  <a:pt x="6706985" y="80690"/>
                </a:moveTo>
                <a:lnTo>
                  <a:pt x="6718793" y="80690"/>
                </a:lnTo>
                <a:lnTo>
                  <a:pt x="6718793" y="90530"/>
                </a:lnTo>
                <a:lnTo>
                  <a:pt x="6697145" y="90530"/>
                </a:lnTo>
                <a:lnTo>
                  <a:pt x="6695177" y="96435"/>
                </a:lnTo>
                <a:lnTo>
                  <a:pt x="6706985" y="104307"/>
                </a:lnTo>
                <a:lnTo>
                  <a:pt x="6701081" y="110210"/>
                </a:lnTo>
                <a:lnTo>
                  <a:pt x="6657784" y="108244"/>
                </a:lnTo>
                <a:lnTo>
                  <a:pt x="6645976" y="104307"/>
                </a:lnTo>
                <a:lnTo>
                  <a:pt x="6645976" y="96435"/>
                </a:lnTo>
                <a:lnTo>
                  <a:pt x="6655816" y="92498"/>
                </a:lnTo>
                <a:lnTo>
                  <a:pt x="6655816" y="82658"/>
                </a:lnTo>
                <a:lnTo>
                  <a:pt x="6697145" y="82658"/>
                </a:lnTo>
                <a:close/>
                <a:moveTo>
                  <a:pt x="6620392" y="76755"/>
                </a:moveTo>
                <a:lnTo>
                  <a:pt x="6626296" y="82658"/>
                </a:lnTo>
                <a:lnTo>
                  <a:pt x="6620392" y="86596"/>
                </a:lnTo>
                <a:lnTo>
                  <a:pt x="6610552" y="82658"/>
                </a:lnTo>
                <a:close/>
                <a:moveTo>
                  <a:pt x="7204893" y="74786"/>
                </a:moveTo>
                <a:lnTo>
                  <a:pt x="7216701" y="78725"/>
                </a:lnTo>
                <a:lnTo>
                  <a:pt x="7226541" y="82658"/>
                </a:lnTo>
                <a:lnTo>
                  <a:pt x="7224573" y="86596"/>
                </a:lnTo>
                <a:lnTo>
                  <a:pt x="7202925" y="88565"/>
                </a:lnTo>
                <a:lnTo>
                  <a:pt x="7193085" y="84626"/>
                </a:lnTo>
                <a:close/>
                <a:moveTo>
                  <a:pt x="6492471" y="74786"/>
                </a:moveTo>
                <a:lnTo>
                  <a:pt x="6508215" y="78725"/>
                </a:lnTo>
                <a:lnTo>
                  <a:pt x="6521991" y="80690"/>
                </a:lnTo>
                <a:lnTo>
                  <a:pt x="6527895" y="82658"/>
                </a:lnTo>
                <a:lnTo>
                  <a:pt x="6523959" y="86596"/>
                </a:lnTo>
                <a:lnTo>
                  <a:pt x="6508215" y="88565"/>
                </a:lnTo>
                <a:lnTo>
                  <a:pt x="6494439" y="82658"/>
                </a:lnTo>
                <a:close/>
                <a:moveTo>
                  <a:pt x="6364550" y="74786"/>
                </a:moveTo>
                <a:lnTo>
                  <a:pt x="6368486" y="74786"/>
                </a:lnTo>
                <a:lnTo>
                  <a:pt x="6398006" y="74786"/>
                </a:lnTo>
                <a:lnTo>
                  <a:pt x="6401942" y="78725"/>
                </a:lnTo>
                <a:lnTo>
                  <a:pt x="6384230" y="84626"/>
                </a:lnTo>
                <a:lnTo>
                  <a:pt x="6386198" y="88565"/>
                </a:lnTo>
                <a:lnTo>
                  <a:pt x="6411782" y="86596"/>
                </a:lnTo>
                <a:lnTo>
                  <a:pt x="6413750" y="90530"/>
                </a:lnTo>
                <a:lnTo>
                  <a:pt x="6413750" y="100371"/>
                </a:lnTo>
                <a:lnTo>
                  <a:pt x="6405878" y="104307"/>
                </a:lnTo>
                <a:lnTo>
                  <a:pt x="6384230" y="104307"/>
                </a:lnTo>
                <a:lnTo>
                  <a:pt x="6372422" y="108244"/>
                </a:lnTo>
                <a:lnTo>
                  <a:pt x="6376358" y="112179"/>
                </a:lnTo>
                <a:lnTo>
                  <a:pt x="6384230" y="114146"/>
                </a:lnTo>
                <a:lnTo>
                  <a:pt x="6380294" y="116115"/>
                </a:lnTo>
                <a:lnTo>
                  <a:pt x="6338966" y="118085"/>
                </a:lnTo>
                <a:lnTo>
                  <a:pt x="6342902" y="125956"/>
                </a:lnTo>
                <a:lnTo>
                  <a:pt x="6336998" y="131858"/>
                </a:lnTo>
                <a:lnTo>
                  <a:pt x="6315350" y="145635"/>
                </a:lnTo>
                <a:lnTo>
                  <a:pt x="6303541" y="143667"/>
                </a:lnTo>
                <a:lnTo>
                  <a:pt x="6303541" y="139734"/>
                </a:lnTo>
                <a:lnTo>
                  <a:pt x="6313382" y="135795"/>
                </a:lnTo>
                <a:lnTo>
                  <a:pt x="6309445" y="131858"/>
                </a:lnTo>
                <a:lnTo>
                  <a:pt x="6289765" y="129891"/>
                </a:lnTo>
                <a:lnTo>
                  <a:pt x="6275989" y="123986"/>
                </a:lnTo>
                <a:lnTo>
                  <a:pt x="6281893" y="116115"/>
                </a:lnTo>
                <a:lnTo>
                  <a:pt x="6299605" y="112179"/>
                </a:lnTo>
                <a:lnTo>
                  <a:pt x="6275989" y="100371"/>
                </a:lnTo>
                <a:lnTo>
                  <a:pt x="6275989" y="96435"/>
                </a:lnTo>
                <a:lnTo>
                  <a:pt x="6344870" y="96435"/>
                </a:lnTo>
                <a:lnTo>
                  <a:pt x="6350774" y="88565"/>
                </a:lnTo>
                <a:lnTo>
                  <a:pt x="6364550" y="82658"/>
                </a:lnTo>
                <a:lnTo>
                  <a:pt x="6372422" y="82658"/>
                </a:lnTo>
                <a:close/>
                <a:moveTo>
                  <a:pt x="6264181" y="74786"/>
                </a:moveTo>
                <a:lnTo>
                  <a:pt x="6270085" y="76755"/>
                </a:lnTo>
                <a:lnTo>
                  <a:pt x="6305509" y="76755"/>
                </a:lnTo>
                <a:lnTo>
                  <a:pt x="6329125" y="80690"/>
                </a:lnTo>
                <a:lnTo>
                  <a:pt x="6338965" y="88565"/>
                </a:lnTo>
                <a:lnTo>
                  <a:pt x="6323221" y="90530"/>
                </a:lnTo>
                <a:lnTo>
                  <a:pt x="6309445" y="88565"/>
                </a:lnTo>
                <a:lnTo>
                  <a:pt x="6307477" y="82658"/>
                </a:lnTo>
                <a:lnTo>
                  <a:pt x="6281893" y="82658"/>
                </a:lnTo>
                <a:lnTo>
                  <a:pt x="6252373" y="92498"/>
                </a:lnTo>
                <a:lnTo>
                  <a:pt x="6252373" y="100371"/>
                </a:lnTo>
                <a:lnTo>
                  <a:pt x="6264181" y="100371"/>
                </a:lnTo>
                <a:lnTo>
                  <a:pt x="6270085" y="106275"/>
                </a:lnTo>
                <a:lnTo>
                  <a:pt x="6258277" y="110210"/>
                </a:lnTo>
                <a:lnTo>
                  <a:pt x="6244501" y="106275"/>
                </a:lnTo>
                <a:lnTo>
                  <a:pt x="6238596" y="108244"/>
                </a:lnTo>
                <a:lnTo>
                  <a:pt x="6228756" y="104307"/>
                </a:lnTo>
                <a:lnTo>
                  <a:pt x="6213012" y="102338"/>
                </a:lnTo>
                <a:lnTo>
                  <a:pt x="6213012" y="100371"/>
                </a:lnTo>
                <a:lnTo>
                  <a:pt x="6211044" y="94467"/>
                </a:lnTo>
                <a:lnTo>
                  <a:pt x="6211044" y="90530"/>
                </a:lnTo>
                <a:lnTo>
                  <a:pt x="6216948" y="88565"/>
                </a:lnTo>
                <a:lnTo>
                  <a:pt x="6252373" y="82658"/>
                </a:lnTo>
                <a:close/>
                <a:moveTo>
                  <a:pt x="6701080" y="62978"/>
                </a:moveTo>
                <a:lnTo>
                  <a:pt x="6706984" y="68885"/>
                </a:lnTo>
                <a:lnTo>
                  <a:pt x="6697144" y="74786"/>
                </a:lnTo>
                <a:lnTo>
                  <a:pt x="6673528" y="74786"/>
                </a:lnTo>
                <a:lnTo>
                  <a:pt x="6675496" y="68885"/>
                </a:lnTo>
                <a:close/>
                <a:moveTo>
                  <a:pt x="6602680" y="62978"/>
                </a:moveTo>
                <a:lnTo>
                  <a:pt x="6614488" y="68885"/>
                </a:lnTo>
                <a:lnTo>
                  <a:pt x="6620392" y="74786"/>
                </a:lnTo>
                <a:lnTo>
                  <a:pt x="6604648" y="74786"/>
                </a:lnTo>
                <a:lnTo>
                  <a:pt x="6598744" y="68885"/>
                </a:lnTo>
                <a:close/>
                <a:moveTo>
                  <a:pt x="6549543" y="62978"/>
                </a:moveTo>
                <a:lnTo>
                  <a:pt x="6575127" y="62978"/>
                </a:lnTo>
                <a:lnTo>
                  <a:pt x="6584967" y="68885"/>
                </a:lnTo>
                <a:lnTo>
                  <a:pt x="6598743" y="76755"/>
                </a:lnTo>
                <a:lnTo>
                  <a:pt x="6596775" y="80690"/>
                </a:lnTo>
                <a:lnTo>
                  <a:pt x="6586935" y="78725"/>
                </a:lnTo>
                <a:lnTo>
                  <a:pt x="6567255" y="68885"/>
                </a:lnTo>
                <a:close/>
                <a:moveTo>
                  <a:pt x="6512151" y="62978"/>
                </a:moveTo>
                <a:lnTo>
                  <a:pt x="6531832" y="68885"/>
                </a:lnTo>
                <a:lnTo>
                  <a:pt x="6543640" y="68885"/>
                </a:lnTo>
                <a:lnTo>
                  <a:pt x="6555448" y="74786"/>
                </a:lnTo>
                <a:lnTo>
                  <a:pt x="6577096" y="80690"/>
                </a:lnTo>
                <a:lnTo>
                  <a:pt x="6596776" y="86596"/>
                </a:lnTo>
                <a:lnTo>
                  <a:pt x="6590872" y="90530"/>
                </a:lnTo>
                <a:lnTo>
                  <a:pt x="6575128" y="94467"/>
                </a:lnTo>
                <a:lnTo>
                  <a:pt x="6563320" y="86596"/>
                </a:lnTo>
                <a:lnTo>
                  <a:pt x="6545608" y="86596"/>
                </a:lnTo>
                <a:lnTo>
                  <a:pt x="6529864" y="78725"/>
                </a:lnTo>
                <a:lnTo>
                  <a:pt x="6527895" y="76755"/>
                </a:lnTo>
                <a:lnTo>
                  <a:pt x="6508215" y="68885"/>
                </a:lnTo>
                <a:lnTo>
                  <a:pt x="6506247" y="64946"/>
                </a:lnTo>
                <a:close/>
                <a:moveTo>
                  <a:pt x="6398006" y="59045"/>
                </a:moveTo>
                <a:lnTo>
                  <a:pt x="6403910" y="59045"/>
                </a:lnTo>
                <a:lnTo>
                  <a:pt x="6409814" y="68885"/>
                </a:lnTo>
                <a:lnTo>
                  <a:pt x="6401942" y="68885"/>
                </a:lnTo>
                <a:lnTo>
                  <a:pt x="6396038" y="68885"/>
                </a:lnTo>
                <a:close/>
                <a:moveTo>
                  <a:pt x="7529616" y="53137"/>
                </a:moveTo>
                <a:lnTo>
                  <a:pt x="7557168" y="53137"/>
                </a:lnTo>
                <a:lnTo>
                  <a:pt x="7563072" y="61009"/>
                </a:lnTo>
                <a:lnTo>
                  <a:pt x="7557168" y="62977"/>
                </a:lnTo>
                <a:lnTo>
                  <a:pt x="7531584" y="62977"/>
                </a:lnTo>
                <a:lnTo>
                  <a:pt x="7519776" y="57076"/>
                </a:lnTo>
                <a:close/>
                <a:moveTo>
                  <a:pt x="6584967" y="53137"/>
                </a:moveTo>
                <a:lnTo>
                  <a:pt x="6598743" y="53137"/>
                </a:lnTo>
                <a:lnTo>
                  <a:pt x="6598743" y="57076"/>
                </a:lnTo>
                <a:lnTo>
                  <a:pt x="6584967" y="59040"/>
                </a:lnTo>
                <a:lnTo>
                  <a:pt x="6575127" y="57076"/>
                </a:lnTo>
                <a:close/>
                <a:moveTo>
                  <a:pt x="7679185" y="51169"/>
                </a:moveTo>
                <a:lnTo>
                  <a:pt x="7698866" y="61009"/>
                </a:lnTo>
                <a:lnTo>
                  <a:pt x="7706738" y="80690"/>
                </a:lnTo>
                <a:lnTo>
                  <a:pt x="7736258" y="92497"/>
                </a:lnTo>
                <a:lnTo>
                  <a:pt x="7744130" y="96435"/>
                </a:lnTo>
                <a:lnTo>
                  <a:pt x="7722482" y="106275"/>
                </a:lnTo>
                <a:lnTo>
                  <a:pt x="7720514" y="118085"/>
                </a:lnTo>
                <a:lnTo>
                  <a:pt x="7726418" y="127924"/>
                </a:lnTo>
                <a:lnTo>
                  <a:pt x="7669345" y="129890"/>
                </a:lnTo>
                <a:lnTo>
                  <a:pt x="7647697" y="129890"/>
                </a:lnTo>
                <a:lnTo>
                  <a:pt x="7643761" y="135795"/>
                </a:lnTo>
                <a:lnTo>
                  <a:pt x="7612273" y="139729"/>
                </a:lnTo>
                <a:lnTo>
                  <a:pt x="7580785" y="131858"/>
                </a:lnTo>
                <a:lnTo>
                  <a:pt x="7580785" y="122017"/>
                </a:lnTo>
                <a:lnTo>
                  <a:pt x="7563072" y="122017"/>
                </a:lnTo>
                <a:lnTo>
                  <a:pt x="7551264" y="118085"/>
                </a:lnTo>
                <a:lnTo>
                  <a:pt x="7567008" y="112178"/>
                </a:lnTo>
                <a:lnTo>
                  <a:pt x="7586689" y="110209"/>
                </a:lnTo>
                <a:lnTo>
                  <a:pt x="7600465" y="100369"/>
                </a:lnTo>
                <a:lnTo>
                  <a:pt x="7584721" y="92497"/>
                </a:lnTo>
                <a:lnTo>
                  <a:pt x="7604401" y="80690"/>
                </a:lnTo>
                <a:lnTo>
                  <a:pt x="7657537" y="62977"/>
                </a:lnTo>
                <a:lnTo>
                  <a:pt x="7663441" y="53137"/>
                </a:lnTo>
                <a:close/>
                <a:moveTo>
                  <a:pt x="6488535" y="47236"/>
                </a:moveTo>
                <a:lnTo>
                  <a:pt x="6498375" y="47236"/>
                </a:lnTo>
                <a:lnTo>
                  <a:pt x="6504279" y="47236"/>
                </a:lnTo>
                <a:lnTo>
                  <a:pt x="6490503" y="53137"/>
                </a:lnTo>
                <a:close/>
                <a:moveTo>
                  <a:pt x="6691240" y="41329"/>
                </a:moveTo>
                <a:lnTo>
                  <a:pt x="6693208" y="47236"/>
                </a:lnTo>
                <a:lnTo>
                  <a:pt x="6679432" y="51169"/>
                </a:lnTo>
                <a:lnTo>
                  <a:pt x="6673528" y="47236"/>
                </a:lnTo>
                <a:close/>
                <a:moveTo>
                  <a:pt x="6777834" y="39361"/>
                </a:moveTo>
                <a:lnTo>
                  <a:pt x="6795546" y="39361"/>
                </a:lnTo>
                <a:lnTo>
                  <a:pt x="6801450" y="47236"/>
                </a:lnTo>
                <a:lnTo>
                  <a:pt x="6793578" y="53137"/>
                </a:lnTo>
                <a:lnTo>
                  <a:pt x="6803418" y="62977"/>
                </a:lnTo>
                <a:lnTo>
                  <a:pt x="6803418" y="68881"/>
                </a:lnTo>
                <a:lnTo>
                  <a:pt x="6775866" y="68881"/>
                </a:lnTo>
                <a:lnTo>
                  <a:pt x="6773898" y="76755"/>
                </a:lnTo>
                <a:lnTo>
                  <a:pt x="6762090" y="84626"/>
                </a:lnTo>
                <a:lnTo>
                  <a:pt x="6754218" y="84626"/>
                </a:lnTo>
                <a:lnTo>
                  <a:pt x="6746345" y="76755"/>
                </a:lnTo>
                <a:lnTo>
                  <a:pt x="6734537" y="74786"/>
                </a:lnTo>
                <a:lnTo>
                  <a:pt x="6746345" y="62977"/>
                </a:lnTo>
                <a:lnTo>
                  <a:pt x="6744377" y="57076"/>
                </a:lnTo>
                <a:lnTo>
                  <a:pt x="6756186" y="51169"/>
                </a:lnTo>
                <a:lnTo>
                  <a:pt x="6773898" y="47236"/>
                </a:lnTo>
                <a:close/>
                <a:moveTo>
                  <a:pt x="6573160" y="39361"/>
                </a:moveTo>
                <a:lnTo>
                  <a:pt x="6590872" y="45266"/>
                </a:lnTo>
                <a:lnTo>
                  <a:pt x="6590872" y="47236"/>
                </a:lnTo>
                <a:lnTo>
                  <a:pt x="6563320" y="53137"/>
                </a:lnTo>
                <a:lnTo>
                  <a:pt x="6537735" y="53137"/>
                </a:lnTo>
                <a:lnTo>
                  <a:pt x="6531831" y="47236"/>
                </a:lnTo>
                <a:lnTo>
                  <a:pt x="6541671" y="47236"/>
                </a:lnTo>
                <a:lnTo>
                  <a:pt x="6547576" y="47236"/>
                </a:lnTo>
                <a:lnTo>
                  <a:pt x="6559384" y="41329"/>
                </a:lnTo>
                <a:close/>
                <a:moveTo>
                  <a:pt x="6628264" y="35427"/>
                </a:moveTo>
                <a:lnTo>
                  <a:pt x="6634168" y="39361"/>
                </a:lnTo>
                <a:lnTo>
                  <a:pt x="6628264" y="41329"/>
                </a:lnTo>
                <a:lnTo>
                  <a:pt x="6614488" y="41329"/>
                </a:lnTo>
                <a:lnTo>
                  <a:pt x="6614488" y="39361"/>
                </a:lnTo>
                <a:close/>
                <a:moveTo>
                  <a:pt x="6590871" y="27555"/>
                </a:moveTo>
                <a:lnTo>
                  <a:pt x="6610551" y="35427"/>
                </a:lnTo>
                <a:lnTo>
                  <a:pt x="6592839" y="39361"/>
                </a:lnTo>
                <a:lnTo>
                  <a:pt x="6567255" y="35427"/>
                </a:lnTo>
                <a:lnTo>
                  <a:pt x="6569223" y="33457"/>
                </a:lnTo>
                <a:close/>
                <a:moveTo>
                  <a:pt x="6756185" y="7876"/>
                </a:moveTo>
                <a:lnTo>
                  <a:pt x="6758153" y="15746"/>
                </a:lnTo>
                <a:lnTo>
                  <a:pt x="6748313" y="15746"/>
                </a:lnTo>
                <a:lnTo>
                  <a:pt x="6728633" y="9841"/>
                </a:lnTo>
                <a:close/>
                <a:moveTo>
                  <a:pt x="6614488" y="0"/>
                </a:moveTo>
                <a:lnTo>
                  <a:pt x="6628264" y="0"/>
                </a:lnTo>
                <a:lnTo>
                  <a:pt x="6632200" y="9841"/>
                </a:lnTo>
                <a:lnTo>
                  <a:pt x="6616456" y="13777"/>
                </a:lnTo>
                <a:lnTo>
                  <a:pt x="6596776" y="11809"/>
                </a:lnTo>
                <a:lnTo>
                  <a:pt x="6602680" y="3937"/>
                </a:lnTo>
                <a:close/>
              </a:path>
            </a:pathLst>
          </a:custGeom>
          <a:solidFill>
            <a:srgbClr val="D8D8D8"/>
          </a:solidFill>
          <a:ln>
            <a:noFill/>
          </a:ln>
        </p:spPr>
        <p:txBody>
          <a:bodyPr spcFirstLastPara="1" wrap="square" lIns="28925" tIns="14450" rIns="28925" bIns="14450" anchor="t" anchorCtr="0">
            <a:noAutofit/>
          </a:bodyPr>
          <a:lstStyle/>
          <a:p>
            <a:pPr marL="0" marR="0" lvl="0" indent="0" algn="l" rtl="0">
              <a:lnSpc>
                <a:spcPct val="100000"/>
              </a:lnSpc>
              <a:spcBef>
                <a:spcPts val="0"/>
              </a:spcBef>
              <a:spcAft>
                <a:spcPts val="0"/>
              </a:spcAft>
              <a:buClr>
                <a:srgbClr val="000000"/>
              </a:buClr>
              <a:buSzPts val="600"/>
              <a:buFont typeface="Libre Franklin"/>
              <a:buNone/>
            </a:pPr>
            <a:endParaRPr sz="700" b="1" i="0" u="none" strike="noStrike" cap="none">
              <a:solidFill>
                <a:srgbClr val="1C1815"/>
              </a:solidFill>
              <a:latin typeface="Montserrat"/>
              <a:ea typeface="Montserrat"/>
              <a:cs typeface="Montserrat"/>
              <a:sym typeface="Montserrat"/>
            </a:endParaRPr>
          </a:p>
        </p:txBody>
      </p:sp>
      <p:pic>
        <p:nvPicPr>
          <p:cNvPr id="43" name="Picture 42">
            <a:extLst>
              <a:ext uri="{FF2B5EF4-FFF2-40B4-BE49-F238E27FC236}">
                <a16:creationId xmlns:a16="http://schemas.microsoft.com/office/drawing/2014/main" id="{C49B0F73-AEFA-9F2B-2AFE-7ADFB789CB4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1263" y="1415588"/>
            <a:ext cx="2463141" cy="2437559"/>
          </a:xfrm>
          <a:prstGeom prst="rect">
            <a:avLst/>
          </a:prstGeom>
        </p:spPr>
      </p:pic>
      <p:sp>
        <p:nvSpPr>
          <p:cNvPr id="74" name="Rectangle 73">
            <a:extLst>
              <a:ext uri="{FF2B5EF4-FFF2-40B4-BE49-F238E27FC236}">
                <a16:creationId xmlns:a16="http://schemas.microsoft.com/office/drawing/2014/main" id="{2DF8470F-5C05-767E-5AFA-68B7CB585626}"/>
              </a:ext>
            </a:extLst>
          </p:cNvPr>
          <p:cNvSpPr/>
          <p:nvPr/>
        </p:nvSpPr>
        <p:spPr>
          <a:xfrm>
            <a:off x="428892" y="3892278"/>
            <a:ext cx="3306474" cy="28611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
            <a:extLst>
              <a:ext uri="{FF2B5EF4-FFF2-40B4-BE49-F238E27FC236}">
                <a16:creationId xmlns:a16="http://schemas.microsoft.com/office/drawing/2014/main" id="{6304CA19-72F0-0247-3DB1-6ACBA42A9C8C}"/>
              </a:ext>
            </a:extLst>
          </p:cNvPr>
          <p:cNvSpPr txBox="1"/>
          <p:nvPr/>
        </p:nvSpPr>
        <p:spPr>
          <a:xfrm>
            <a:off x="0" y="1045741"/>
            <a:ext cx="454002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dk1"/>
                </a:solidFill>
                <a:latin typeface="Figtree"/>
                <a:ea typeface="Figtree"/>
                <a:cs typeface="Figtree"/>
                <a:sym typeface="Figtree"/>
              </a:rPr>
              <a:t>South Africa – Durban</a:t>
            </a:r>
            <a:endParaRPr dirty="0"/>
          </a:p>
        </p:txBody>
      </p:sp>
      <p:sp>
        <p:nvSpPr>
          <p:cNvPr id="9" name="TextBox 8">
            <a:extLst>
              <a:ext uri="{FF2B5EF4-FFF2-40B4-BE49-F238E27FC236}">
                <a16:creationId xmlns:a16="http://schemas.microsoft.com/office/drawing/2014/main" id="{34F05098-A2EE-701D-1FF3-D1571F107907}"/>
              </a:ext>
            </a:extLst>
          </p:cNvPr>
          <p:cNvSpPr txBox="1"/>
          <p:nvPr/>
        </p:nvSpPr>
        <p:spPr>
          <a:xfrm>
            <a:off x="8263054" y="1011839"/>
            <a:ext cx="3922757" cy="5424562"/>
          </a:xfrm>
          <a:prstGeom prst="rect">
            <a:avLst/>
          </a:prstGeom>
          <a:solidFill>
            <a:schemeClr val="bg1"/>
          </a:solidFill>
        </p:spPr>
        <p:txBody>
          <a:bodyPr wrap="square" rtlCol="0">
            <a:spAutoFit/>
          </a:bodyPr>
          <a:lstStyle/>
          <a:p>
            <a:pPr algn="just">
              <a:spcAft>
                <a:spcPts val="300"/>
              </a:spcAft>
            </a:pPr>
            <a:r>
              <a:rPr lang="en-US" sz="1050" b="1" dirty="0">
                <a:latin typeface="Figtree" pitchFamily="2" charset="0"/>
              </a:rPr>
              <a:t>        Estimating air pollution (0.9)</a:t>
            </a:r>
          </a:p>
          <a:p>
            <a:pPr algn="just"/>
            <a:r>
              <a:rPr lang="en-US" sz="900" dirty="0">
                <a:latin typeface="Figtree" pitchFamily="2" charset="0"/>
              </a:rPr>
              <a:t>Durban collects high resolution air quality and meteorological data required for effectively estimating air pollution across the city. Required technical and data integration abilities are lacking to take this data and make it relevant for use in models and policy insights. Developing modeling capacity using data fusion and exposure modeling techniques will provide usable resources for a variety of other equity focused policy indicators. Once modeling capacity is established, overlaying demographic data on exposure maps will provide insight into air quality inequities across the city.</a:t>
            </a:r>
          </a:p>
          <a:p>
            <a:pPr algn="just"/>
            <a:endParaRPr lang="en-US" sz="900" b="1" dirty="0">
              <a:latin typeface="Figtree" pitchFamily="2" charset="0"/>
            </a:endParaRPr>
          </a:p>
          <a:p>
            <a:pPr algn="just">
              <a:spcAft>
                <a:spcPts val="300"/>
              </a:spcAft>
            </a:pPr>
            <a:r>
              <a:rPr lang="en-US" sz="1050" b="1" dirty="0">
                <a:latin typeface="Figtree" pitchFamily="2" charset="0"/>
              </a:rPr>
              <a:t>        Health and economic impact modeling (0.5)</a:t>
            </a:r>
          </a:p>
          <a:p>
            <a:pPr algn="just"/>
            <a:r>
              <a:rPr lang="en-US" sz="900" dirty="0">
                <a:latin typeface="Figtree" pitchFamily="2" charset="0"/>
              </a:rPr>
              <a:t>Impact modeling is an area where Durban has potential for growth. A first step here would be to begin collecting basic health outcome and economic transition information across the city. This includes items such as asthma incidence or early mortality, household energy usage, and green jobs. Harmonizing this data with temporally relevant air quality information will put in place the basic requirements to proceed with health and economic modeling related to air pollution. Once this is in place, further disaggregating data across demographic and socioeconomic factors will allow for further refined analyses to take place.</a:t>
            </a:r>
          </a:p>
          <a:p>
            <a:pPr algn="just"/>
            <a:endParaRPr lang="en-US" sz="900" dirty="0">
              <a:latin typeface="Figtree" pitchFamily="2" charset="0"/>
            </a:endParaRPr>
          </a:p>
          <a:p>
            <a:pPr algn="just">
              <a:spcAft>
                <a:spcPts val="300"/>
              </a:spcAft>
            </a:pPr>
            <a:r>
              <a:rPr lang="en-US" sz="1050" b="1" dirty="0">
                <a:latin typeface="Figtree" pitchFamily="2" charset="0"/>
              </a:rPr>
              <a:t>        Public support and engagement (1.0)</a:t>
            </a:r>
            <a:endParaRPr lang="en-US" sz="1050" dirty="0">
              <a:latin typeface="Figtree" pitchFamily="2" charset="0"/>
            </a:endParaRPr>
          </a:p>
          <a:p>
            <a:pPr lvl="0" algn="just"/>
            <a:r>
              <a:rPr lang="en-US" sz="900" dirty="0">
                <a:latin typeface="Figtree" pitchFamily="2" charset="0"/>
              </a:rPr>
              <a:t>Durban in in an introductory phase related to engaging public in air quality efforts across the city. They have made progress related to assessing the health or economic costs of policy compliance across communities as well as collecting data that could characterize vulnerable populations. However, they have not begun to use this information to understand inequities that exist. Important next steps include analyzing how environmental burdens differ across communities and providing communication of policy impacts or air quality information through public channels. Targeted outreach to communities most affected by air pollution has the potential to provide early success in engaging representatives from diverse communities across the city.</a:t>
            </a:r>
          </a:p>
          <a:p>
            <a:pPr lvl="0" algn="just"/>
            <a:endParaRPr lang="en-US" sz="900" dirty="0">
              <a:latin typeface="Figtree" pitchFamily="2" charset="0"/>
            </a:endParaRPr>
          </a:p>
          <a:p>
            <a:pPr algn="just"/>
            <a:endParaRPr lang="en-US" sz="900" b="1" dirty="0">
              <a:latin typeface="Figtree" pitchFamily="2" charset="0"/>
            </a:endParaRPr>
          </a:p>
        </p:txBody>
      </p:sp>
      <p:sp>
        <p:nvSpPr>
          <p:cNvPr id="2" name="TextBox 1">
            <a:extLst>
              <a:ext uri="{FF2B5EF4-FFF2-40B4-BE49-F238E27FC236}">
                <a16:creationId xmlns:a16="http://schemas.microsoft.com/office/drawing/2014/main" id="{DCCE1AC0-0FAB-1F1B-0E5C-1031CE9CE665}"/>
              </a:ext>
            </a:extLst>
          </p:cNvPr>
          <p:cNvSpPr txBox="1"/>
          <p:nvPr/>
        </p:nvSpPr>
        <p:spPr>
          <a:xfrm>
            <a:off x="0" y="-83667"/>
            <a:ext cx="4493538" cy="1323439"/>
          </a:xfrm>
          <a:prstGeom prst="rect">
            <a:avLst/>
          </a:prstGeom>
          <a:noFill/>
        </p:spPr>
        <p:txBody>
          <a:bodyPr wrap="none" rtlCol="0">
            <a:spAutoFit/>
          </a:bodyPr>
          <a:lstStyle/>
          <a:p>
            <a:r>
              <a:rPr lang="en-US" sz="8000" b="1" dirty="0">
                <a:latin typeface="Figtree" pitchFamily="2" charset="0"/>
              </a:rPr>
              <a:t>[EQuiPD]</a:t>
            </a:r>
          </a:p>
        </p:txBody>
      </p:sp>
      <p:pic>
        <p:nvPicPr>
          <p:cNvPr id="12" name="Picture 11">
            <a:extLst>
              <a:ext uri="{FF2B5EF4-FFF2-40B4-BE49-F238E27FC236}">
                <a16:creationId xmlns:a16="http://schemas.microsoft.com/office/drawing/2014/main" id="{957B5BB4-C2D2-B918-B370-CDCEC6A7844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90989" y="219007"/>
            <a:ext cx="677649" cy="682559"/>
          </a:xfrm>
          <a:prstGeom prst="rect">
            <a:avLst/>
          </a:prstGeom>
        </p:spPr>
      </p:pic>
      <p:sp>
        <p:nvSpPr>
          <p:cNvPr id="14" name="TextBox 13">
            <a:extLst>
              <a:ext uri="{FF2B5EF4-FFF2-40B4-BE49-F238E27FC236}">
                <a16:creationId xmlns:a16="http://schemas.microsoft.com/office/drawing/2014/main" id="{24A6B449-02AA-54C4-4DEC-4F72A8BB4176}"/>
              </a:ext>
            </a:extLst>
          </p:cNvPr>
          <p:cNvSpPr txBox="1"/>
          <p:nvPr/>
        </p:nvSpPr>
        <p:spPr>
          <a:xfrm>
            <a:off x="4473737" y="162553"/>
            <a:ext cx="3586238" cy="830997"/>
          </a:xfrm>
          <a:prstGeom prst="rect">
            <a:avLst/>
          </a:prstGeom>
          <a:noFill/>
        </p:spPr>
        <p:txBody>
          <a:bodyPr wrap="none" rtlCol="0">
            <a:spAutoFit/>
          </a:bodyPr>
          <a:lstStyle/>
          <a:p>
            <a:r>
              <a:rPr lang="en-US" sz="2400" dirty="0">
                <a:latin typeface="Figtree" pitchFamily="2" charset="0"/>
              </a:rPr>
              <a:t>Equity in Air Quality </a:t>
            </a:r>
            <a:br>
              <a:rPr lang="en-US" sz="2400" dirty="0">
                <a:latin typeface="Figtree" pitchFamily="2" charset="0"/>
              </a:rPr>
            </a:br>
            <a:r>
              <a:rPr lang="en-US" sz="2400" dirty="0">
                <a:latin typeface="Figtree" pitchFamily="2" charset="0"/>
              </a:rPr>
              <a:t>Policy &amp; Data Ecosystem</a:t>
            </a:r>
          </a:p>
        </p:txBody>
      </p:sp>
      <p:pic>
        <p:nvPicPr>
          <p:cNvPr id="18" name="Graphic 17" descr="Star with solid fill">
            <a:extLst>
              <a:ext uri="{FF2B5EF4-FFF2-40B4-BE49-F238E27FC236}">
                <a16:creationId xmlns:a16="http://schemas.microsoft.com/office/drawing/2014/main" id="{82537DCC-438C-D8C2-B772-F4C6F6F9B0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84034" y="3228522"/>
            <a:ext cx="295689" cy="295689"/>
          </a:xfrm>
          <a:prstGeom prst="rect">
            <a:avLst/>
          </a:prstGeom>
        </p:spPr>
      </p:pic>
      <p:pic>
        <p:nvPicPr>
          <p:cNvPr id="23" name="Picture 22">
            <a:extLst>
              <a:ext uri="{FF2B5EF4-FFF2-40B4-BE49-F238E27FC236}">
                <a16:creationId xmlns:a16="http://schemas.microsoft.com/office/drawing/2014/main" id="{4C04D28D-38BF-025B-F9C7-9C58EC509D3D}"/>
              </a:ext>
            </a:extLst>
          </p:cNvPr>
          <p:cNvPicPr>
            <a:picLocks noChangeAspect="1"/>
          </p:cNvPicPr>
          <p:nvPr/>
        </p:nvPicPr>
        <p:blipFill>
          <a:blip r:embed="rId7"/>
          <a:srcRect r="56322"/>
          <a:stretch>
            <a:fillRect/>
          </a:stretch>
        </p:blipFill>
        <p:spPr>
          <a:xfrm>
            <a:off x="493777" y="4190770"/>
            <a:ext cx="2208555" cy="1379039"/>
          </a:xfrm>
          <a:prstGeom prst="rect">
            <a:avLst/>
          </a:prstGeom>
        </p:spPr>
      </p:pic>
      <p:pic>
        <p:nvPicPr>
          <p:cNvPr id="24" name="Picture 23">
            <a:extLst>
              <a:ext uri="{FF2B5EF4-FFF2-40B4-BE49-F238E27FC236}">
                <a16:creationId xmlns:a16="http://schemas.microsoft.com/office/drawing/2014/main" id="{56E9F41D-2E74-3834-690F-4F1450C5A793}"/>
              </a:ext>
            </a:extLst>
          </p:cNvPr>
          <p:cNvPicPr>
            <a:picLocks noChangeAspect="1"/>
          </p:cNvPicPr>
          <p:nvPr/>
        </p:nvPicPr>
        <p:blipFill>
          <a:blip r:embed="rId7"/>
          <a:srcRect l="43717" b="21438"/>
          <a:stretch>
            <a:fillRect/>
          </a:stretch>
        </p:blipFill>
        <p:spPr>
          <a:xfrm>
            <a:off x="493777" y="5647698"/>
            <a:ext cx="2845945" cy="1083397"/>
          </a:xfrm>
          <a:prstGeom prst="rect">
            <a:avLst/>
          </a:prstGeom>
        </p:spPr>
      </p:pic>
      <p:sp>
        <p:nvSpPr>
          <p:cNvPr id="25" name="TextBox 24">
            <a:extLst>
              <a:ext uri="{FF2B5EF4-FFF2-40B4-BE49-F238E27FC236}">
                <a16:creationId xmlns:a16="http://schemas.microsoft.com/office/drawing/2014/main" id="{F7C55AC4-7494-5985-A6C7-4D84D4E6892F}"/>
              </a:ext>
            </a:extLst>
          </p:cNvPr>
          <p:cNvSpPr txBox="1"/>
          <p:nvPr/>
        </p:nvSpPr>
        <p:spPr>
          <a:xfrm>
            <a:off x="1690893" y="4440936"/>
            <a:ext cx="508473" cy="276999"/>
          </a:xfrm>
          <a:prstGeom prst="rect">
            <a:avLst/>
          </a:prstGeom>
          <a:noFill/>
        </p:spPr>
        <p:txBody>
          <a:bodyPr wrap="none" rtlCol="0">
            <a:spAutoFit/>
          </a:bodyPr>
          <a:lstStyle/>
          <a:p>
            <a:r>
              <a:rPr lang="en-US" sz="1200" dirty="0">
                <a:latin typeface="Figtree" pitchFamily="2" charset="0"/>
              </a:rPr>
              <a:t>(0.7)</a:t>
            </a:r>
          </a:p>
        </p:txBody>
      </p:sp>
      <p:sp>
        <p:nvSpPr>
          <p:cNvPr id="26" name="TextBox 25">
            <a:extLst>
              <a:ext uri="{FF2B5EF4-FFF2-40B4-BE49-F238E27FC236}">
                <a16:creationId xmlns:a16="http://schemas.microsoft.com/office/drawing/2014/main" id="{05DC368B-CB0E-B605-A56E-B7598800B01E}"/>
              </a:ext>
            </a:extLst>
          </p:cNvPr>
          <p:cNvSpPr txBox="1"/>
          <p:nvPr/>
        </p:nvSpPr>
        <p:spPr>
          <a:xfrm>
            <a:off x="1816039" y="4717935"/>
            <a:ext cx="473206" cy="276999"/>
          </a:xfrm>
          <a:prstGeom prst="rect">
            <a:avLst/>
          </a:prstGeom>
          <a:noFill/>
        </p:spPr>
        <p:txBody>
          <a:bodyPr wrap="none" rtlCol="0">
            <a:spAutoFit/>
          </a:bodyPr>
          <a:lstStyle/>
          <a:p>
            <a:r>
              <a:rPr lang="en-US" sz="1200" dirty="0">
                <a:latin typeface="Figtree" pitchFamily="2" charset="0"/>
              </a:rPr>
              <a:t>(1.3)</a:t>
            </a:r>
          </a:p>
        </p:txBody>
      </p:sp>
      <p:sp>
        <p:nvSpPr>
          <p:cNvPr id="27" name="TextBox 26">
            <a:extLst>
              <a:ext uri="{FF2B5EF4-FFF2-40B4-BE49-F238E27FC236}">
                <a16:creationId xmlns:a16="http://schemas.microsoft.com/office/drawing/2014/main" id="{A76D169D-AA21-27D8-552A-4AAF9EA11B90}"/>
              </a:ext>
            </a:extLst>
          </p:cNvPr>
          <p:cNvSpPr txBox="1"/>
          <p:nvPr/>
        </p:nvSpPr>
        <p:spPr>
          <a:xfrm>
            <a:off x="2608127" y="4994934"/>
            <a:ext cx="508473" cy="276999"/>
          </a:xfrm>
          <a:prstGeom prst="rect">
            <a:avLst/>
          </a:prstGeom>
          <a:noFill/>
        </p:spPr>
        <p:txBody>
          <a:bodyPr wrap="none" rtlCol="0">
            <a:spAutoFit/>
          </a:bodyPr>
          <a:lstStyle/>
          <a:p>
            <a:r>
              <a:rPr lang="en-US" sz="1200" dirty="0">
                <a:latin typeface="Figtree" pitchFamily="2" charset="0"/>
              </a:rPr>
              <a:t>(0.7)</a:t>
            </a:r>
          </a:p>
        </p:txBody>
      </p:sp>
      <p:sp>
        <p:nvSpPr>
          <p:cNvPr id="28" name="TextBox 27">
            <a:extLst>
              <a:ext uri="{FF2B5EF4-FFF2-40B4-BE49-F238E27FC236}">
                <a16:creationId xmlns:a16="http://schemas.microsoft.com/office/drawing/2014/main" id="{70FB9A76-D799-CDD2-BB49-7A148693851F}"/>
              </a:ext>
            </a:extLst>
          </p:cNvPr>
          <p:cNvSpPr txBox="1"/>
          <p:nvPr/>
        </p:nvSpPr>
        <p:spPr>
          <a:xfrm>
            <a:off x="1854525" y="5273839"/>
            <a:ext cx="511679" cy="276999"/>
          </a:xfrm>
          <a:prstGeom prst="rect">
            <a:avLst/>
          </a:prstGeom>
          <a:noFill/>
        </p:spPr>
        <p:txBody>
          <a:bodyPr wrap="none" rtlCol="0">
            <a:spAutoFit/>
          </a:bodyPr>
          <a:lstStyle/>
          <a:p>
            <a:r>
              <a:rPr lang="en-US" sz="1200" dirty="0">
                <a:latin typeface="Figtree" pitchFamily="2" charset="0"/>
              </a:rPr>
              <a:t>(0.9)</a:t>
            </a:r>
          </a:p>
        </p:txBody>
      </p:sp>
      <p:sp>
        <p:nvSpPr>
          <p:cNvPr id="29" name="TextBox 28">
            <a:extLst>
              <a:ext uri="{FF2B5EF4-FFF2-40B4-BE49-F238E27FC236}">
                <a16:creationId xmlns:a16="http://schemas.microsoft.com/office/drawing/2014/main" id="{336E8C21-ECA5-9652-ED86-1504B3EB6E86}"/>
              </a:ext>
            </a:extLst>
          </p:cNvPr>
          <p:cNvSpPr txBox="1"/>
          <p:nvPr/>
        </p:nvSpPr>
        <p:spPr>
          <a:xfrm>
            <a:off x="2055230" y="5891521"/>
            <a:ext cx="508473" cy="276999"/>
          </a:xfrm>
          <a:prstGeom prst="rect">
            <a:avLst/>
          </a:prstGeom>
          <a:noFill/>
        </p:spPr>
        <p:txBody>
          <a:bodyPr wrap="none" rtlCol="0">
            <a:spAutoFit/>
          </a:bodyPr>
          <a:lstStyle/>
          <a:p>
            <a:r>
              <a:rPr lang="en-US" sz="1200" dirty="0">
                <a:latin typeface="Figtree" pitchFamily="2" charset="0"/>
              </a:rPr>
              <a:t>(0.7)</a:t>
            </a:r>
          </a:p>
        </p:txBody>
      </p:sp>
      <p:sp>
        <p:nvSpPr>
          <p:cNvPr id="30" name="TextBox 29">
            <a:extLst>
              <a:ext uri="{FF2B5EF4-FFF2-40B4-BE49-F238E27FC236}">
                <a16:creationId xmlns:a16="http://schemas.microsoft.com/office/drawing/2014/main" id="{BAE23FE6-C3C7-080F-261A-2E402B83E6B2}"/>
              </a:ext>
            </a:extLst>
          </p:cNvPr>
          <p:cNvSpPr txBox="1"/>
          <p:nvPr/>
        </p:nvSpPr>
        <p:spPr>
          <a:xfrm>
            <a:off x="1935911" y="6182130"/>
            <a:ext cx="453970" cy="276999"/>
          </a:xfrm>
          <a:prstGeom prst="rect">
            <a:avLst/>
          </a:prstGeom>
          <a:noFill/>
        </p:spPr>
        <p:txBody>
          <a:bodyPr wrap="none" rtlCol="0">
            <a:spAutoFit/>
          </a:bodyPr>
          <a:lstStyle/>
          <a:p>
            <a:r>
              <a:rPr lang="en-US" sz="1200" dirty="0">
                <a:latin typeface="Figtree" pitchFamily="2" charset="0"/>
              </a:rPr>
              <a:t>(1.1)</a:t>
            </a:r>
          </a:p>
        </p:txBody>
      </p:sp>
      <p:sp>
        <p:nvSpPr>
          <p:cNvPr id="31" name="TextBox 30">
            <a:extLst>
              <a:ext uri="{FF2B5EF4-FFF2-40B4-BE49-F238E27FC236}">
                <a16:creationId xmlns:a16="http://schemas.microsoft.com/office/drawing/2014/main" id="{8E705D1F-C185-2F4B-86DC-1485519725D5}"/>
              </a:ext>
            </a:extLst>
          </p:cNvPr>
          <p:cNvSpPr txBox="1"/>
          <p:nvPr/>
        </p:nvSpPr>
        <p:spPr>
          <a:xfrm>
            <a:off x="3238182" y="6454096"/>
            <a:ext cx="489236" cy="276999"/>
          </a:xfrm>
          <a:prstGeom prst="rect">
            <a:avLst/>
          </a:prstGeom>
          <a:noFill/>
        </p:spPr>
        <p:txBody>
          <a:bodyPr wrap="none" rtlCol="0">
            <a:spAutoFit/>
          </a:bodyPr>
          <a:lstStyle/>
          <a:p>
            <a:r>
              <a:rPr lang="en-US" sz="1200" dirty="0">
                <a:latin typeface="Figtree" pitchFamily="2" charset="0"/>
              </a:rPr>
              <a:t>(1.0)</a:t>
            </a:r>
          </a:p>
        </p:txBody>
      </p:sp>
      <p:sp>
        <p:nvSpPr>
          <p:cNvPr id="33" name="TextBox 32">
            <a:extLst>
              <a:ext uri="{FF2B5EF4-FFF2-40B4-BE49-F238E27FC236}">
                <a16:creationId xmlns:a16="http://schemas.microsoft.com/office/drawing/2014/main" id="{C9BBE361-58F9-BFF6-13F2-646D2B0BFF00}"/>
              </a:ext>
            </a:extLst>
          </p:cNvPr>
          <p:cNvSpPr txBox="1"/>
          <p:nvPr/>
        </p:nvSpPr>
        <p:spPr>
          <a:xfrm>
            <a:off x="9522903" y="9468"/>
            <a:ext cx="2662908" cy="646331"/>
          </a:xfrm>
          <a:prstGeom prst="rect">
            <a:avLst/>
          </a:prstGeom>
          <a:noFill/>
        </p:spPr>
        <p:txBody>
          <a:bodyPr wrap="none" rtlCol="0">
            <a:spAutoFit/>
          </a:bodyPr>
          <a:lstStyle/>
          <a:p>
            <a:pPr algn="r"/>
            <a:r>
              <a:rPr lang="en-US" sz="3600" b="1" dirty="0">
                <a:solidFill>
                  <a:srgbClr val="193C67"/>
                </a:solidFill>
                <a:latin typeface="Figtree" pitchFamily="2" charset="0"/>
              </a:rPr>
              <a:t>City Report</a:t>
            </a:r>
          </a:p>
        </p:txBody>
      </p:sp>
      <p:sp>
        <p:nvSpPr>
          <p:cNvPr id="34" name="Google Shape;88;p1">
            <a:extLst>
              <a:ext uri="{FF2B5EF4-FFF2-40B4-BE49-F238E27FC236}">
                <a16:creationId xmlns:a16="http://schemas.microsoft.com/office/drawing/2014/main" id="{E02AB9EF-F22E-0D33-8C98-103DAFAB0F01}"/>
              </a:ext>
            </a:extLst>
          </p:cNvPr>
          <p:cNvSpPr txBox="1"/>
          <p:nvPr/>
        </p:nvSpPr>
        <p:spPr>
          <a:xfrm>
            <a:off x="4538298" y="1011839"/>
            <a:ext cx="3749040" cy="5109051"/>
          </a:xfrm>
          <a:prstGeom prst="rect">
            <a:avLst/>
          </a:prstGeom>
          <a:noFill/>
          <a:ln>
            <a:noFill/>
          </a:ln>
        </p:spPr>
        <p:txBody>
          <a:bodyPr spcFirstLastPara="1" wrap="square" lIns="91425" tIns="45700" rIns="91425" bIns="45700" anchor="t" anchorCtr="0">
            <a:spAutoFit/>
          </a:bodyPr>
          <a:lstStyle/>
          <a:p>
            <a:pPr>
              <a:spcAft>
                <a:spcPts val="300"/>
              </a:spcAft>
            </a:pPr>
            <a:r>
              <a:rPr lang="en-US" sz="1050" b="1" dirty="0">
                <a:latin typeface="Figtree" pitchFamily="2" charset="0"/>
              </a:rPr>
              <a:t>        City/institutional buy-in &amp; capacity building (1.2)</a:t>
            </a:r>
          </a:p>
          <a:p>
            <a:pPr algn="just"/>
            <a:r>
              <a:rPr lang="en-US" sz="900" dirty="0">
                <a:solidFill>
                  <a:schemeClr val="dk1"/>
                </a:solidFill>
                <a:latin typeface="Figtree" pitchFamily="2" charset="0"/>
              </a:rPr>
              <a:t>City buy-in is an area of relative strength for Durban. They have processes for sharing air quality, health and economic data with relevant city officials and establish systems in place for collaboration both within governmental offices and communities. Employing individuals with expertise in air quality modeling and health or economic impact analyses would make the best use of the available resources to bring Durban to the next level here and in several other categories. Considering partnerships with NGOs or academic organizations to help supply and inform the knowledge base or develop a data council could also provide long-term support.</a:t>
            </a:r>
          </a:p>
          <a:p>
            <a:pPr algn="just"/>
            <a:endParaRPr lang="en-US" sz="900" dirty="0">
              <a:solidFill>
                <a:schemeClr val="dk1"/>
              </a:solidFill>
              <a:latin typeface="Figtree" pitchFamily="2" charset="0"/>
            </a:endParaRPr>
          </a:p>
          <a:p>
            <a:pPr algn="just">
              <a:spcAft>
                <a:spcPts val="300"/>
              </a:spcAft>
            </a:pPr>
            <a:r>
              <a:rPr lang="en-US" sz="1050" b="1" dirty="0">
                <a:latin typeface="Figtree" pitchFamily="2" charset="0"/>
              </a:rPr>
              <a:t>        Data-sharing partnerships &amp; management tools (0.9)</a:t>
            </a:r>
          </a:p>
          <a:p>
            <a:pPr algn="just"/>
            <a:r>
              <a:rPr lang="en-US" sz="900" dirty="0">
                <a:solidFill>
                  <a:schemeClr val="dk1"/>
                </a:solidFill>
                <a:latin typeface="Figtree" pitchFamily="2" charset="0"/>
              </a:rPr>
              <a:t>Developing partnerships to incorporate a broad range of city data is critical for equitable air quality policy. Durban currently lacks high resolution health and labor market data which has the potential to provide detailed information on disparities related to air quality. Strengthening data sharing partnerships through formal agreements with data providers and including these providers in the overall efforts will create mutual motivation and responsibility when it comes to implementing and maintaining clean air actions. When these data sources are available, enlisting data engineering teams to develop and maintain data pipelines for harmonizing data will provide the foundation for more in depth knowledge to be extracted related to city-wide equity.</a:t>
            </a:r>
          </a:p>
          <a:p>
            <a:pPr algn="just"/>
            <a:endParaRPr lang="en-US" sz="900" dirty="0">
              <a:solidFill>
                <a:schemeClr val="dk1"/>
              </a:solidFill>
              <a:latin typeface="Figtree" pitchFamily="2" charset="0"/>
            </a:endParaRPr>
          </a:p>
          <a:p>
            <a:pPr algn="just">
              <a:spcAft>
                <a:spcPts val="300"/>
              </a:spcAft>
            </a:pPr>
            <a:r>
              <a:rPr lang="en-US" sz="1050" b="1" dirty="0">
                <a:latin typeface="Figtree" pitchFamily="2" charset="0"/>
              </a:rPr>
              <a:t>        Source &amp; emission inventories (1.3)</a:t>
            </a:r>
          </a:p>
          <a:p>
            <a:pPr algn="just"/>
            <a:r>
              <a:rPr lang="en-US" sz="900" dirty="0"/>
              <a:t>Emission inventories is another area where Durban has made progress towards implementation. Their partnerships with transportation, agricultural, and industry sectors can provide detailed data on emission sources. As Durban begins to develop exposure models, this information can be incorporated to improve the quality of the outputs. Additionally, linking emission information with demographic data will allow for disparities to be directly highlighted and lead to development of targeted clean air actions.</a:t>
            </a:r>
          </a:p>
        </p:txBody>
      </p:sp>
      <p:pic>
        <p:nvPicPr>
          <p:cNvPr id="72" name="Picture 2" descr="C40 Cities - partner site">
            <a:extLst>
              <a:ext uri="{FF2B5EF4-FFF2-40B4-BE49-F238E27FC236}">
                <a16:creationId xmlns:a16="http://schemas.microsoft.com/office/drawing/2014/main" id="{917F90A0-B2F7-631C-12BE-AE8B19A540F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326" t="29612" r="20050" b="30233"/>
          <a:stretch>
            <a:fillRect/>
          </a:stretch>
        </p:blipFill>
        <p:spPr bwMode="auto">
          <a:xfrm>
            <a:off x="11430000" y="6086226"/>
            <a:ext cx="755811" cy="776806"/>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a:extLst>
              <a:ext uri="{FF2B5EF4-FFF2-40B4-BE49-F238E27FC236}">
                <a16:creationId xmlns:a16="http://schemas.microsoft.com/office/drawing/2014/main" id="{EE791F2B-C783-C4D8-9FF4-D9D51B735338}"/>
              </a:ext>
            </a:extLst>
          </p:cNvPr>
          <p:cNvSpPr txBox="1"/>
          <p:nvPr/>
        </p:nvSpPr>
        <p:spPr>
          <a:xfrm>
            <a:off x="428892" y="3891798"/>
            <a:ext cx="2569934" cy="338554"/>
          </a:xfrm>
          <a:prstGeom prst="rect">
            <a:avLst/>
          </a:prstGeom>
          <a:noFill/>
        </p:spPr>
        <p:txBody>
          <a:bodyPr wrap="none" rtlCol="0">
            <a:spAutoFit/>
          </a:bodyPr>
          <a:lstStyle/>
          <a:p>
            <a:r>
              <a:rPr lang="en-US" sz="1600" b="1" dirty="0">
                <a:latin typeface="Figtree" pitchFamily="2" charset="0"/>
              </a:rPr>
              <a:t>Radar plot legend (score)</a:t>
            </a:r>
          </a:p>
        </p:txBody>
      </p:sp>
      <p:sp>
        <p:nvSpPr>
          <p:cNvPr id="68" name="TextBox 67">
            <a:extLst>
              <a:ext uri="{FF2B5EF4-FFF2-40B4-BE49-F238E27FC236}">
                <a16:creationId xmlns:a16="http://schemas.microsoft.com/office/drawing/2014/main" id="{F95DCD82-2F30-AD69-3887-0999FC0233CF}"/>
              </a:ext>
            </a:extLst>
          </p:cNvPr>
          <p:cNvSpPr txBox="1"/>
          <p:nvPr/>
        </p:nvSpPr>
        <p:spPr>
          <a:xfrm>
            <a:off x="4605468" y="6291732"/>
            <a:ext cx="5974714" cy="461665"/>
          </a:xfrm>
          <a:prstGeom prst="rect">
            <a:avLst/>
          </a:prstGeom>
          <a:gradFill flip="none" rotWithShape="1">
            <a:gsLst>
              <a:gs pos="50000">
                <a:schemeClr val="bg1"/>
              </a:gs>
              <a:gs pos="100000">
                <a:srgbClr val="57C056"/>
              </a:gs>
            </a:gsLst>
            <a:lin ang="0" scaled="1"/>
            <a:tileRect/>
          </a:gradFill>
          <a:ln w="28575">
            <a:solidFill>
              <a:schemeClr val="tx1"/>
            </a:solidFill>
          </a:ln>
        </p:spPr>
        <p:txBody>
          <a:bodyPr wrap="none" rtlCol="0">
            <a:spAutoFit/>
          </a:bodyPr>
          <a:lstStyle/>
          <a:p>
            <a:pPr algn="ctr"/>
            <a:r>
              <a:rPr lang="en-US" sz="1200" b="1" dirty="0">
                <a:latin typeface="Figtree" pitchFamily="2" charset="0"/>
              </a:rPr>
              <a:t>Implementation Scoring Guide:  	None	Limited	Partial		Full</a:t>
            </a:r>
          </a:p>
          <a:p>
            <a:pPr algn="ctr"/>
            <a:r>
              <a:rPr lang="en-US" sz="1200" b="1" dirty="0">
                <a:latin typeface="Figtree" pitchFamily="2" charset="0"/>
              </a:rPr>
              <a:t>			0	1	2	3</a:t>
            </a:r>
          </a:p>
        </p:txBody>
      </p:sp>
      <p:grpSp>
        <p:nvGrpSpPr>
          <p:cNvPr id="3" name="Group 2">
            <a:extLst>
              <a:ext uri="{FF2B5EF4-FFF2-40B4-BE49-F238E27FC236}">
                <a16:creationId xmlns:a16="http://schemas.microsoft.com/office/drawing/2014/main" id="{CF9FD074-10EC-8B8E-3EB7-3A4C41F4329D}"/>
              </a:ext>
            </a:extLst>
          </p:cNvPr>
          <p:cNvGrpSpPr/>
          <p:nvPr/>
        </p:nvGrpSpPr>
        <p:grpSpPr>
          <a:xfrm>
            <a:off x="1685038" y="1480610"/>
            <a:ext cx="274320" cy="246221"/>
            <a:chOff x="8865731" y="528065"/>
            <a:chExt cx="274320" cy="246221"/>
          </a:xfrm>
        </p:grpSpPr>
        <p:sp>
          <p:nvSpPr>
            <p:cNvPr id="4" name="TextBox 3">
              <a:extLst>
                <a:ext uri="{FF2B5EF4-FFF2-40B4-BE49-F238E27FC236}">
                  <a16:creationId xmlns:a16="http://schemas.microsoft.com/office/drawing/2014/main" id="{0462AAF7-1FC9-0C34-F4BE-9C7FC337DC5C}"/>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5" name="Oval 4">
              <a:extLst>
                <a:ext uri="{FF2B5EF4-FFF2-40B4-BE49-F238E27FC236}">
                  <a16:creationId xmlns:a16="http://schemas.microsoft.com/office/drawing/2014/main" id="{DD584972-0F04-3D5A-D7D5-4382938D24D8}"/>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35F6A99D-891A-3ACE-1FE2-67098DC35E1F}"/>
              </a:ext>
            </a:extLst>
          </p:cNvPr>
          <p:cNvGrpSpPr/>
          <p:nvPr/>
        </p:nvGrpSpPr>
        <p:grpSpPr>
          <a:xfrm>
            <a:off x="2043377" y="2520403"/>
            <a:ext cx="274320" cy="246221"/>
            <a:chOff x="8865731" y="528065"/>
            <a:chExt cx="274320" cy="246221"/>
          </a:xfrm>
        </p:grpSpPr>
        <p:sp>
          <p:nvSpPr>
            <p:cNvPr id="7" name="TextBox 6">
              <a:extLst>
                <a:ext uri="{FF2B5EF4-FFF2-40B4-BE49-F238E27FC236}">
                  <a16:creationId xmlns:a16="http://schemas.microsoft.com/office/drawing/2014/main" id="{77CFF3EC-221D-53CB-0B6C-5011628BEDBC}"/>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8" name="Oval 7">
              <a:extLst>
                <a:ext uri="{FF2B5EF4-FFF2-40B4-BE49-F238E27FC236}">
                  <a16:creationId xmlns:a16="http://schemas.microsoft.com/office/drawing/2014/main" id="{1B03E2B9-AAFA-9E70-C995-B7D1D75E6EA2}"/>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5B02B2D4-D83F-27B4-BAB8-1B22A58E314F}"/>
              </a:ext>
            </a:extLst>
          </p:cNvPr>
          <p:cNvGrpSpPr/>
          <p:nvPr/>
        </p:nvGrpSpPr>
        <p:grpSpPr>
          <a:xfrm>
            <a:off x="1547878" y="3339562"/>
            <a:ext cx="274320" cy="246221"/>
            <a:chOff x="8865731" y="528065"/>
            <a:chExt cx="274320" cy="246221"/>
          </a:xfrm>
        </p:grpSpPr>
        <p:sp>
          <p:nvSpPr>
            <p:cNvPr id="11" name="TextBox 10">
              <a:extLst>
                <a:ext uri="{FF2B5EF4-FFF2-40B4-BE49-F238E27FC236}">
                  <a16:creationId xmlns:a16="http://schemas.microsoft.com/office/drawing/2014/main" id="{D28DF9E1-2BB4-01E1-BFBE-EFC6E64487B8}"/>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13" name="Oval 12">
              <a:extLst>
                <a:ext uri="{FF2B5EF4-FFF2-40B4-BE49-F238E27FC236}">
                  <a16:creationId xmlns:a16="http://schemas.microsoft.com/office/drawing/2014/main" id="{A0CF2CE0-0DFA-17E9-02BB-853A9126F3A0}"/>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0C37CECF-BFE4-33E6-72A7-04AC99B35FA6}"/>
              </a:ext>
            </a:extLst>
          </p:cNvPr>
          <p:cNvGrpSpPr/>
          <p:nvPr/>
        </p:nvGrpSpPr>
        <p:grpSpPr>
          <a:xfrm>
            <a:off x="597574" y="3372693"/>
            <a:ext cx="274320" cy="246221"/>
            <a:chOff x="8865731" y="528065"/>
            <a:chExt cx="274320" cy="246221"/>
          </a:xfrm>
        </p:grpSpPr>
        <p:sp>
          <p:nvSpPr>
            <p:cNvPr id="17" name="TextBox 16">
              <a:extLst>
                <a:ext uri="{FF2B5EF4-FFF2-40B4-BE49-F238E27FC236}">
                  <a16:creationId xmlns:a16="http://schemas.microsoft.com/office/drawing/2014/main" id="{676CD749-3F61-1D11-E93E-88072265111D}"/>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19" name="Oval 18">
              <a:extLst>
                <a:ext uri="{FF2B5EF4-FFF2-40B4-BE49-F238E27FC236}">
                  <a16:creationId xmlns:a16="http://schemas.microsoft.com/office/drawing/2014/main" id="{71B309E9-F31B-F4D4-8391-FAFD19A5042C}"/>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EDEC90C-612B-9990-147A-07D6D2AD661C}"/>
              </a:ext>
            </a:extLst>
          </p:cNvPr>
          <p:cNvGrpSpPr/>
          <p:nvPr/>
        </p:nvGrpSpPr>
        <p:grpSpPr>
          <a:xfrm>
            <a:off x="320902" y="2489972"/>
            <a:ext cx="274320" cy="246221"/>
            <a:chOff x="8865731" y="528065"/>
            <a:chExt cx="274320" cy="246221"/>
          </a:xfrm>
        </p:grpSpPr>
        <p:sp>
          <p:nvSpPr>
            <p:cNvPr id="21" name="TextBox 20">
              <a:extLst>
                <a:ext uri="{FF2B5EF4-FFF2-40B4-BE49-F238E27FC236}">
                  <a16:creationId xmlns:a16="http://schemas.microsoft.com/office/drawing/2014/main" id="{BFA7E681-52FB-07C7-163F-8A9B4440FE09}"/>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22" name="Oval 21">
              <a:extLst>
                <a:ext uri="{FF2B5EF4-FFF2-40B4-BE49-F238E27FC236}">
                  <a16:creationId xmlns:a16="http://schemas.microsoft.com/office/drawing/2014/main" id="{B5F1154D-0A9B-2590-03E9-5644A233FDF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8E275B62-D1DD-4708-8ED1-BC268697940A}"/>
              </a:ext>
            </a:extLst>
          </p:cNvPr>
          <p:cNvGrpSpPr/>
          <p:nvPr/>
        </p:nvGrpSpPr>
        <p:grpSpPr>
          <a:xfrm>
            <a:off x="756672" y="1947846"/>
            <a:ext cx="274320" cy="246221"/>
            <a:chOff x="8865731" y="528065"/>
            <a:chExt cx="274320" cy="246221"/>
          </a:xfrm>
        </p:grpSpPr>
        <p:sp>
          <p:nvSpPr>
            <p:cNvPr id="35" name="TextBox 34">
              <a:extLst>
                <a:ext uri="{FF2B5EF4-FFF2-40B4-BE49-F238E27FC236}">
                  <a16:creationId xmlns:a16="http://schemas.microsoft.com/office/drawing/2014/main" id="{20AE5978-3BFC-68F7-5741-0CE40AF521CB}"/>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37" name="Oval 36">
              <a:extLst>
                <a:ext uri="{FF2B5EF4-FFF2-40B4-BE49-F238E27FC236}">
                  <a16:creationId xmlns:a16="http://schemas.microsoft.com/office/drawing/2014/main" id="{DEB8E6CC-43BF-E83D-7958-B3A21178F96D}"/>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589B8408-EADF-F530-924E-B870519BEC60}"/>
              </a:ext>
            </a:extLst>
          </p:cNvPr>
          <p:cNvGrpSpPr/>
          <p:nvPr/>
        </p:nvGrpSpPr>
        <p:grpSpPr>
          <a:xfrm>
            <a:off x="4601516" y="1022042"/>
            <a:ext cx="274320" cy="246221"/>
            <a:chOff x="8865731" y="528065"/>
            <a:chExt cx="274320" cy="246221"/>
          </a:xfrm>
        </p:grpSpPr>
        <p:sp>
          <p:nvSpPr>
            <p:cNvPr id="39" name="TextBox 38">
              <a:extLst>
                <a:ext uri="{FF2B5EF4-FFF2-40B4-BE49-F238E27FC236}">
                  <a16:creationId xmlns:a16="http://schemas.microsoft.com/office/drawing/2014/main" id="{AF8E0969-E4CF-A1DF-5A54-6023DCFF5F2B}"/>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40" name="Oval 39">
              <a:extLst>
                <a:ext uri="{FF2B5EF4-FFF2-40B4-BE49-F238E27FC236}">
                  <a16:creationId xmlns:a16="http://schemas.microsoft.com/office/drawing/2014/main" id="{EC1476AA-AFD0-60F7-2F9B-F0AEA732DFC3}"/>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8C907DAF-8127-28B2-41B4-A8E7103E92AE}"/>
              </a:ext>
            </a:extLst>
          </p:cNvPr>
          <p:cNvGrpSpPr/>
          <p:nvPr/>
        </p:nvGrpSpPr>
        <p:grpSpPr>
          <a:xfrm>
            <a:off x="4601516" y="2728476"/>
            <a:ext cx="274320" cy="246221"/>
            <a:chOff x="8865731" y="528065"/>
            <a:chExt cx="274320" cy="246221"/>
          </a:xfrm>
        </p:grpSpPr>
        <p:sp>
          <p:nvSpPr>
            <p:cNvPr id="42" name="TextBox 41">
              <a:extLst>
                <a:ext uri="{FF2B5EF4-FFF2-40B4-BE49-F238E27FC236}">
                  <a16:creationId xmlns:a16="http://schemas.microsoft.com/office/drawing/2014/main" id="{0734EB72-AD56-B913-26C7-D137CA83A23B}"/>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45" name="Oval 44">
              <a:extLst>
                <a:ext uri="{FF2B5EF4-FFF2-40B4-BE49-F238E27FC236}">
                  <a16:creationId xmlns:a16="http://schemas.microsoft.com/office/drawing/2014/main" id="{E0F4E10C-950F-F3E9-F40C-AD87BD41DE1C}"/>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7AC2350B-AC1C-97F4-4825-A8C61FA90F5F}"/>
              </a:ext>
            </a:extLst>
          </p:cNvPr>
          <p:cNvGrpSpPr/>
          <p:nvPr/>
        </p:nvGrpSpPr>
        <p:grpSpPr>
          <a:xfrm>
            <a:off x="4601516" y="4705976"/>
            <a:ext cx="274320" cy="246221"/>
            <a:chOff x="8865731" y="528065"/>
            <a:chExt cx="274320" cy="246221"/>
          </a:xfrm>
        </p:grpSpPr>
        <p:sp>
          <p:nvSpPr>
            <p:cNvPr id="47" name="TextBox 46">
              <a:extLst>
                <a:ext uri="{FF2B5EF4-FFF2-40B4-BE49-F238E27FC236}">
                  <a16:creationId xmlns:a16="http://schemas.microsoft.com/office/drawing/2014/main" id="{87BD1ED2-88A2-2FE2-5F9D-E67D42D9C355}"/>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48" name="Oval 47">
              <a:extLst>
                <a:ext uri="{FF2B5EF4-FFF2-40B4-BE49-F238E27FC236}">
                  <a16:creationId xmlns:a16="http://schemas.microsoft.com/office/drawing/2014/main" id="{DA3E286D-69D8-9DB8-FCDD-FD41772865F3}"/>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57337535-CC77-EBEE-4C9F-39E13A096DC9}"/>
              </a:ext>
            </a:extLst>
          </p:cNvPr>
          <p:cNvGrpSpPr/>
          <p:nvPr/>
        </p:nvGrpSpPr>
        <p:grpSpPr>
          <a:xfrm>
            <a:off x="8320337" y="1019931"/>
            <a:ext cx="274320" cy="246221"/>
            <a:chOff x="8865731" y="528065"/>
            <a:chExt cx="274320" cy="246221"/>
          </a:xfrm>
        </p:grpSpPr>
        <p:sp>
          <p:nvSpPr>
            <p:cNvPr id="50" name="TextBox 49">
              <a:extLst>
                <a:ext uri="{FF2B5EF4-FFF2-40B4-BE49-F238E27FC236}">
                  <a16:creationId xmlns:a16="http://schemas.microsoft.com/office/drawing/2014/main" id="{C235977A-6CD2-B51A-2F59-D1D7749FAE5E}"/>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52" name="Oval 51">
              <a:extLst>
                <a:ext uri="{FF2B5EF4-FFF2-40B4-BE49-F238E27FC236}">
                  <a16:creationId xmlns:a16="http://schemas.microsoft.com/office/drawing/2014/main" id="{FBC7AD56-1108-3406-0596-28D28B3FB1E7}"/>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B819200F-EE75-0DAF-FBB8-21B8487DB44D}"/>
              </a:ext>
            </a:extLst>
          </p:cNvPr>
          <p:cNvGrpSpPr/>
          <p:nvPr/>
        </p:nvGrpSpPr>
        <p:grpSpPr>
          <a:xfrm>
            <a:off x="8320337" y="2595650"/>
            <a:ext cx="274320" cy="246221"/>
            <a:chOff x="8865731" y="528065"/>
            <a:chExt cx="274320" cy="246221"/>
          </a:xfrm>
        </p:grpSpPr>
        <p:sp>
          <p:nvSpPr>
            <p:cNvPr id="54" name="TextBox 53">
              <a:extLst>
                <a:ext uri="{FF2B5EF4-FFF2-40B4-BE49-F238E27FC236}">
                  <a16:creationId xmlns:a16="http://schemas.microsoft.com/office/drawing/2014/main" id="{2C20195E-8B56-DF4E-1604-0CB3C14C5F58}"/>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55" name="Oval 54">
              <a:extLst>
                <a:ext uri="{FF2B5EF4-FFF2-40B4-BE49-F238E27FC236}">
                  <a16:creationId xmlns:a16="http://schemas.microsoft.com/office/drawing/2014/main" id="{E96EF83F-FEFA-4086-81C5-A6C0D4F91FB3}"/>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31C671E0-5F3B-3023-5373-482E0C1BD65C}"/>
              </a:ext>
            </a:extLst>
          </p:cNvPr>
          <p:cNvGrpSpPr/>
          <p:nvPr/>
        </p:nvGrpSpPr>
        <p:grpSpPr>
          <a:xfrm>
            <a:off x="8320337" y="4283484"/>
            <a:ext cx="274320" cy="246221"/>
            <a:chOff x="8865731" y="528065"/>
            <a:chExt cx="274320" cy="246221"/>
          </a:xfrm>
        </p:grpSpPr>
        <p:sp>
          <p:nvSpPr>
            <p:cNvPr id="58" name="TextBox 57">
              <a:extLst>
                <a:ext uri="{FF2B5EF4-FFF2-40B4-BE49-F238E27FC236}">
                  <a16:creationId xmlns:a16="http://schemas.microsoft.com/office/drawing/2014/main" id="{127937AC-FF8E-1081-56DF-8EB303EC0A8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60" name="Oval 59">
              <a:extLst>
                <a:ext uri="{FF2B5EF4-FFF2-40B4-BE49-F238E27FC236}">
                  <a16:creationId xmlns:a16="http://schemas.microsoft.com/office/drawing/2014/main" id="{9DF12F68-1D78-0BFB-27A7-B62713DC1185}"/>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70782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12311D2-3D28-FE09-C0E6-6F424115D471}"/>
            </a:ext>
          </a:extLst>
        </p:cNvPr>
        <p:cNvGrpSpPr/>
        <p:nvPr/>
      </p:nvGrpSpPr>
      <p:grpSpPr>
        <a:xfrm>
          <a:off x="0" y="0"/>
          <a:ext cx="0" cy="0"/>
          <a:chOff x="0" y="0"/>
          <a:chExt cx="0" cy="0"/>
        </a:xfrm>
      </p:grpSpPr>
      <p:sp>
        <p:nvSpPr>
          <p:cNvPr id="15" name="Google Shape;961;p37">
            <a:extLst>
              <a:ext uri="{FF2B5EF4-FFF2-40B4-BE49-F238E27FC236}">
                <a16:creationId xmlns:a16="http://schemas.microsoft.com/office/drawing/2014/main" id="{7B3B877D-60ED-8CDD-4C44-CABEFBC8398F}"/>
              </a:ext>
            </a:extLst>
          </p:cNvPr>
          <p:cNvSpPr/>
          <p:nvPr/>
        </p:nvSpPr>
        <p:spPr>
          <a:xfrm>
            <a:off x="289696" y="1619542"/>
            <a:ext cx="3888083" cy="2182255"/>
          </a:xfrm>
          <a:custGeom>
            <a:avLst/>
            <a:gdLst/>
            <a:ahLst/>
            <a:cxnLst/>
            <a:rect l="l" t="t" r="r" b="b"/>
            <a:pathLst>
              <a:path w="10361593" h="5240827" extrusionOk="0">
                <a:moveTo>
                  <a:pt x="3042546" y="5230988"/>
                </a:moveTo>
                <a:lnTo>
                  <a:pt x="3050418" y="5234924"/>
                </a:lnTo>
                <a:lnTo>
                  <a:pt x="3050418" y="5240827"/>
                </a:lnTo>
                <a:lnTo>
                  <a:pt x="3034673" y="5240827"/>
                </a:lnTo>
                <a:lnTo>
                  <a:pt x="3030738" y="5234924"/>
                </a:lnTo>
                <a:close/>
                <a:moveTo>
                  <a:pt x="3038610" y="5205403"/>
                </a:moveTo>
                <a:lnTo>
                  <a:pt x="3054354" y="5207371"/>
                </a:lnTo>
                <a:lnTo>
                  <a:pt x="3054354" y="5215242"/>
                </a:lnTo>
                <a:lnTo>
                  <a:pt x="3046482" y="5215242"/>
                </a:lnTo>
                <a:lnTo>
                  <a:pt x="3030738" y="5211307"/>
                </a:lnTo>
                <a:lnTo>
                  <a:pt x="3030738" y="5207371"/>
                </a:lnTo>
                <a:close/>
                <a:moveTo>
                  <a:pt x="2997282" y="5205403"/>
                </a:moveTo>
                <a:lnTo>
                  <a:pt x="3016963" y="5207371"/>
                </a:lnTo>
                <a:lnTo>
                  <a:pt x="3030739" y="5223115"/>
                </a:lnTo>
                <a:lnTo>
                  <a:pt x="3026803" y="5227051"/>
                </a:lnTo>
                <a:lnTo>
                  <a:pt x="3018931" y="5227051"/>
                </a:lnTo>
                <a:lnTo>
                  <a:pt x="3009090" y="5223115"/>
                </a:lnTo>
                <a:lnTo>
                  <a:pt x="3001219" y="5215243"/>
                </a:lnTo>
                <a:lnTo>
                  <a:pt x="2983506" y="5215243"/>
                </a:lnTo>
                <a:lnTo>
                  <a:pt x="2975634" y="5211307"/>
                </a:lnTo>
                <a:lnTo>
                  <a:pt x="2979570" y="5207371"/>
                </a:lnTo>
                <a:close/>
                <a:moveTo>
                  <a:pt x="3142910" y="5189659"/>
                </a:moveTo>
                <a:lnTo>
                  <a:pt x="3150782" y="5189659"/>
                </a:lnTo>
                <a:lnTo>
                  <a:pt x="3146846" y="5197531"/>
                </a:lnTo>
                <a:lnTo>
                  <a:pt x="3123230" y="5197531"/>
                </a:lnTo>
                <a:lnTo>
                  <a:pt x="3123230" y="5193595"/>
                </a:lnTo>
                <a:lnTo>
                  <a:pt x="3138974" y="5193595"/>
                </a:lnTo>
                <a:close/>
                <a:moveTo>
                  <a:pt x="3896656" y="5160142"/>
                </a:moveTo>
                <a:lnTo>
                  <a:pt x="3926176" y="5166046"/>
                </a:lnTo>
                <a:lnTo>
                  <a:pt x="3949793" y="5181790"/>
                </a:lnTo>
                <a:lnTo>
                  <a:pt x="3959633" y="5201470"/>
                </a:lnTo>
                <a:lnTo>
                  <a:pt x="3937984" y="5197534"/>
                </a:lnTo>
                <a:lnTo>
                  <a:pt x="3916336" y="5177854"/>
                </a:lnTo>
                <a:lnTo>
                  <a:pt x="3894688" y="5166046"/>
                </a:lnTo>
                <a:close/>
                <a:moveTo>
                  <a:pt x="2944144" y="5160139"/>
                </a:moveTo>
                <a:lnTo>
                  <a:pt x="2948081" y="5160139"/>
                </a:lnTo>
                <a:lnTo>
                  <a:pt x="2948081" y="5166043"/>
                </a:lnTo>
                <a:lnTo>
                  <a:pt x="2950049" y="5173914"/>
                </a:lnTo>
                <a:lnTo>
                  <a:pt x="2944144" y="5173914"/>
                </a:lnTo>
                <a:close/>
                <a:moveTo>
                  <a:pt x="2936272" y="5160139"/>
                </a:moveTo>
                <a:lnTo>
                  <a:pt x="2936272" y="5166043"/>
                </a:lnTo>
                <a:lnTo>
                  <a:pt x="2936272" y="5171947"/>
                </a:lnTo>
                <a:lnTo>
                  <a:pt x="2928400" y="5171947"/>
                </a:lnTo>
                <a:lnTo>
                  <a:pt x="2932336" y="5166043"/>
                </a:lnTo>
                <a:close/>
                <a:moveTo>
                  <a:pt x="2926433" y="5160139"/>
                </a:moveTo>
                <a:lnTo>
                  <a:pt x="2922496" y="5166043"/>
                </a:lnTo>
                <a:lnTo>
                  <a:pt x="2922496" y="5171947"/>
                </a:lnTo>
                <a:lnTo>
                  <a:pt x="2912655" y="5171947"/>
                </a:lnTo>
                <a:lnTo>
                  <a:pt x="2912655" y="5162107"/>
                </a:lnTo>
                <a:close/>
                <a:moveTo>
                  <a:pt x="2959890" y="5154233"/>
                </a:moveTo>
                <a:lnTo>
                  <a:pt x="2963826" y="5160137"/>
                </a:lnTo>
                <a:lnTo>
                  <a:pt x="2967762" y="5171945"/>
                </a:lnTo>
                <a:lnTo>
                  <a:pt x="2959890" y="5171945"/>
                </a:lnTo>
                <a:lnTo>
                  <a:pt x="2953985" y="5162105"/>
                </a:lnTo>
                <a:close/>
                <a:moveTo>
                  <a:pt x="2867391" y="5144395"/>
                </a:moveTo>
                <a:lnTo>
                  <a:pt x="2891008" y="5144395"/>
                </a:lnTo>
                <a:lnTo>
                  <a:pt x="2908720" y="5154235"/>
                </a:lnTo>
                <a:lnTo>
                  <a:pt x="2900848" y="5162107"/>
                </a:lnTo>
                <a:lnTo>
                  <a:pt x="2898880" y="5173915"/>
                </a:lnTo>
                <a:lnTo>
                  <a:pt x="2883136" y="5162107"/>
                </a:lnTo>
                <a:lnTo>
                  <a:pt x="2871327" y="5154235"/>
                </a:lnTo>
                <a:close/>
                <a:moveTo>
                  <a:pt x="2902815" y="5112906"/>
                </a:moveTo>
                <a:lnTo>
                  <a:pt x="2918559" y="5116842"/>
                </a:lnTo>
                <a:lnTo>
                  <a:pt x="2914623" y="5122746"/>
                </a:lnTo>
                <a:lnTo>
                  <a:pt x="2902815" y="5122746"/>
                </a:lnTo>
                <a:lnTo>
                  <a:pt x="2891007" y="5132586"/>
                </a:lnTo>
                <a:lnTo>
                  <a:pt x="2891007" y="5118810"/>
                </a:lnTo>
                <a:close/>
                <a:moveTo>
                  <a:pt x="2837870" y="5112906"/>
                </a:moveTo>
                <a:lnTo>
                  <a:pt x="2841806" y="5112906"/>
                </a:lnTo>
                <a:lnTo>
                  <a:pt x="2865423" y="5126682"/>
                </a:lnTo>
                <a:lnTo>
                  <a:pt x="2875263" y="5142426"/>
                </a:lnTo>
                <a:lnTo>
                  <a:pt x="2865423" y="5142426"/>
                </a:lnTo>
                <a:lnTo>
                  <a:pt x="2849678" y="5126682"/>
                </a:lnTo>
                <a:lnTo>
                  <a:pt x="2837870" y="5116842"/>
                </a:lnTo>
                <a:close/>
                <a:moveTo>
                  <a:pt x="2985469" y="5105033"/>
                </a:moveTo>
                <a:lnTo>
                  <a:pt x="2997277" y="5108969"/>
                </a:lnTo>
                <a:lnTo>
                  <a:pt x="3005149" y="5108969"/>
                </a:lnTo>
                <a:lnTo>
                  <a:pt x="3005149" y="5108972"/>
                </a:lnTo>
                <a:lnTo>
                  <a:pt x="3018924" y="5116843"/>
                </a:lnTo>
                <a:lnTo>
                  <a:pt x="3034668" y="5150299"/>
                </a:lnTo>
                <a:lnTo>
                  <a:pt x="3038604" y="5162107"/>
                </a:lnTo>
                <a:lnTo>
                  <a:pt x="3062220" y="5177851"/>
                </a:lnTo>
                <a:lnTo>
                  <a:pt x="3079932" y="5185723"/>
                </a:lnTo>
                <a:lnTo>
                  <a:pt x="3111421" y="5189659"/>
                </a:lnTo>
                <a:lnTo>
                  <a:pt x="3107485" y="5197531"/>
                </a:lnTo>
                <a:lnTo>
                  <a:pt x="3099613" y="5197531"/>
                </a:lnTo>
                <a:lnTo>
                  <a:pt x="3075997" y="5201467"/>
                </a:lnTo>
                <a:lnTo>
                  <a:pt x="3070092" y="5201467"/>
                </a:lnTo>
                <a:lnTo>
                  <a:pt x="3046476" y="5197531"/>
                </a:lnTo>
                <a:lnTo>
                  <a:pt x="3024828" y="5193595"/>
                </a:lnTo>
                <a:lnTo>
                  <a:pt x="3005148" y="5193595"/>
                </a:lnTo>
                <a:lnTo>
                  <a:pt x="3005148" y="5193593"/>
                </a:lnTo>
                <a:lnTo>
                  <a:pt x="2955948" y="5193593"/>
                </a:lnTo>
                <a:lnTo>
                  <a:pt x="2938236" y="5189657"/>
                </a:lnTo>
                <a:lnTo>
                  <a:pt x="2926428" y="5185721"/>
                </a:lnTo>
                <a:lnTo>
                  <a:pt x="2926428" y="5181785"/>
                </a:lnTo>
                <a:lnTo>
                  <a:pt x="2953980" y="5177849"/>
                </a:lnTo>
                <a:lnTo>
                  <a:pt x="2975628" y="5177849"/>
                </a:lnTo>
                <a:lnTo>
                  <a:pt x="3009085" y="5181785"/>
                </a:lnTo>
                <a:lnTo>
                  <a:pt x="3009084" y="5181787"/>
                </a:lnTo>
                <a:lnTo>
                  <a:pt x="3022860" y="5185723"/>
                </a:lnTo>
                <a:lnTo>
                  <a:pt x="3022860" y="5181787"/>
                </a:lnTo>
                <a:lnTo>
                  <a:pt x="3009084" y="5177851"/>
                </a:lnTo>
                <a:lnTo>
                  <a:pt x="3009084" y="5177849"/>
                </a:lnTo>
                <a:lnTo>
                  <a:pt x="2993341" y="5173913"/>
                </a:lnTo>
                <a:lnTo>
                  <a:pt x="2977596" y="5166041"/>
                </a:lnTo>
                <a:lnTo>
                  <a:pt x="2965788" y="5154233"/>
                </a:lnTo>
                <a:lnTo>
                  <a:pt x="2981532" y="5144393"/>
                </a:lnTo>
                <a:lnTo>
                  <a:pt x="2989405" y="5138489"/>
                </a:lnTo>
                <a:lnTo>
                  <a:pt x="2981532" y="5132585"/>
                </a:lnTo>
                <a:lnTo>
                  <a:pt x="2969725" y="5138489"/>
                </a:lnTo>
                <a:lnTo>
                  <a:pt x="2957916" y="5142425"/>
                </a:lnTo>
                <a:lnTo>
                  <a:pt x="2957916" y="5130617"/>
                </a:lnTo>
                <a:lnTo>
                  <a:pt x="2957916" y="5122745"/>
                </a:lnTo>
                <a:lnTo>
                  <a:pt x="2977596" y="5112905"/>
                </a:lnTo>
                <a:close/>
                <a:moveTo>
                  <a:pt x="2849677" y="5095194"/>
                </a:moveTo>
                <a:lnTo>
                  <a:pt x="2857550" y="5095194"/>
                </a:lnTo>
                <a:lnTo>
                  <a:pt x="2859518" y="5103066"/>
                </a:lnTo>
                <a:lnTo>
                  <a:pt x="2857550" y="5108969"/>
                </a:lnTo>
                <a:close/>
                <a:moveTo>
                  <a:pt x="2837869" y="5085353"/>
                </a:moveTo>
                <a:lnTo>
                  <a:pt x="2841806" y="5089289"/>
                </a:lnTo>
                <a:lnTo>
                  <a:pt x="2833933" y="5095192"/>
                </a:lnTo>
                <a:lnTo>
                  <a:pt x="2833933" y="5089289"/>
                </a:lnTo>
                <a:close/>
                <a:moveTo>
                  <a:pt x="2849678" y="5069609"/>
                </a:moveTo>
                <a:lnTo>
                  <a:pt x="2853614" y="5069609"/>
                </a:lnTo>
                <a:lnTo>
                  <a:pt x="2853614" y="5073545"/>
                </a:lnTo>
                <a:lnTo>
                  <a:pt x="2859518" y="5081417"/>
                </a:lnTo>
                <a:lnTo>
                  <a:pt x="2853614" y="5085353"/>
                </a:lnTo>
                <a:lnTo>
                  <a:pt x="2849678" y="5077481"/>
                </a:lnTo>
                <a:close/>
                <a:moveTo>
                  <a:pt x="3292478" y="5063705"/>
                </a:moveTo>
                <a:lnTo>
                  <a:pt x="3304286" y="5063705"/>
                </a:lnTo>
                <a:lnTo>
                  <a:pt x="3312159" y="5069609"/>
                </a:lnTo>
                <a:lnTo>
                  <a:pt x="3296414" y="5077481"/>
                </a:lnTo>
                <a:lnTo>
                  <a:pt x="3292478" y="5085353"/>
                </a:lnTo>
                <a:lnTo>
                  <a:pt x="3278702" y="5093225"/>
                </a:lnTo>
                <a:lnTo>
                  <a:pt x="3270830" y="5089289"/>
                </a:lnTo>
                <a:lnTo>
                  <a:pt x="3278702" y="5073545"/>
                </a:lnTo>
                <a:lnTo>
                  <a:pt x="3292478" y="5069609"/>
                </a:lnTo>
                <a:close/>
                <a:moveTo>
                  <a:pt x="2822125" y="5059769"/>
                </a:moveTo>
                <a:lnTo>
                  <a:pt x="2826061" y="5059769"/>
                </a:lnTo>
                <a:lnTo>
                  <a:pt x="2829997" y="5069609"/>
                </a:lnTo>
                <a:lnTo>
                  <a:pt x="2826061" y="5077481"/>
                </a:lnTo>
                <a:lnTo>
                  <a:pt x="2818189" y="5065673"/>
                </a:lnTo>
                <a:close/>
                <a:moveTo>
                  <a:pt x="3274766" y="5055832"/>
                </a:moveTo>
                <a:lnTo>
                  <a:pt x="3274766" y="5069608"/>
                </a:lnTo>
                <a:lnTo>
                  <a:pt x="3255085" y="5077480"/>
                </a:lnTo>
                <a:lnTo>
                  <a:pt x="3247214" y="5093224"/>
                </a:lnTo>
                <a:lnTo>
                  <a:pt x="3231470" y="5085352"/>
                </a:lnTo>
                <a:lnTo>
                  <a:pt x="3235406" y="5077480"/>
                </a:lnTo>
                <a:lnTo>
                  <a:pt x="3247214" y="5073544"/>
                </a:lnTo>
                <a:lnTo>
                  <a:pt x="3247214" y="5063704"/>
                </a:lnTo>
                <a:close/>
                <a:moveTo>
                  <a:pt x="2833932" y="5044024"/>
                </a:moveTo>
                <a:lnTo>
                  <a:pt x="2841805" y="5044024"/>
                </a:lnTo>
                <a:lnTo>
                  <a:pt x="2837869" y="5059768"/>
                </a:lnTo>
                <a:lnTo>
                  <a:pt x="2833932" y="5051896"/>
                </a:lnTo>
                <a:close/>
                <a:moveTo>
                  <a:pt x="2818188" y="5024344"/>
                </a:moveTo>
                <a:lnTo>
                  <a:pt x="2822124" y="5028280"/>
                </a:lnTo>
                <a:lnTo>
                  <a:pt x="2814252" y="5036152"/>
                </a:lnTo>
                <a:lnTo>
                  <a:pt x="2814252" y="5028280"/>
                </a:lnTo>
                <a:close/>
                <a:moveTo>
                  <a:pt x="2841804" y="5018442"/>
                </a:moveTo>
                <a:lnTo>
                  <a:pt x="2833932" y="5024346"/>
                </a:lnTo>
                <a:lnTo>
                  <a:pt x="2833932" y="5028281"/>
                </a:lnTo>
                <a:lnTo>
                  <a:pt x="2829996" y="5024346"/>
                </a:lnTo>
                <a:close/>
                <a:moveTo>
                  <a:pt x="2822124" y="5010570"/>
                </a:moveTo>
                <a:lnTo>
                  <a:pt x="2829996" y="5010570"/>
                </a:lnTo>
                <a:lnTo>
                  <a:pt x="2833932" y="5014506"/>
                </a:lnTo>
                <a:lnTo>
                  <a:pt x="2826060" y="5018442"/>
                </a:lnTo>
                <a:lnTo>
                  <a:pt x="2818188" y="5018442"/>
                </a:lnTo>
                <a:close/>
                <a:moveTo>
                  <a:pt x="2814251" y="4983017"/>
                </a:moveTo>
                <a:lnTo>
                  <a:pt x="2822123" y="4992857"/>
                </a:lnTo>
                <a:lnTo>
                  <a:pt x="2814251" y="4996792"/>
                </a:lnTo>
                <a:lnTo>
                  <a:pt x="2810315" y="4992857"/>
                </a:lnTo>
                <a:close/>
                <a:moveTo>
                  <a:pt x="2833932" y="4959400"/>
                </a:moveTo>
                <a:lnTo>
                  <a:pt x="2837869" y="4959400"/>
                </a:lnTo>
                <a:lnTo>
                  <a:pt x="2837869" y="4975144"/>
                </a:lnTo>
                <a:lnTo>
                  <a:pt x="2837869" y="4988920"/>
                </a:lnTo>
                <a:lnTo>
                  <a:pt x="2841804" y="5000728"/>
                </a:lnTo>
                <a:lnTo>
                  <a:pt x="2833932" y="4996792"/>
                </a:lnTo>
                <a:lnTo>
                  <a:pt x="2822125" y="4984984"/>
                </a:lnTo>
                <a:lnTo>
                  <a:pt x="2822125" y="4979080"/>
                </a:lnTo>
                <a:lnTo>
                  <a:pt x="2829996" y="4971208"/>
                </a:lnTo>
                <a:close/>
                <a:moveTo>
                  <a:pt x="2818187" y="4933816"/>
                </a:moveTo>
                <a:lnTo>
                  <a:pt x="2822123" y="4937752"/>
                </a:lnTo>
                <a:lnTo>
                  <a:pt x="2818187" y="4943655"/>
                </a:lnTo>
                <a:lnTo>
                  <a:pt x="2814252" y="4937752"/>
                </a:lnTo>
                <a:close/>
                <a:moveTo>
                  <a:pt x="2833932" y="4925944"/>
                </a:moveTo>
                <a:lnTo>
                  <a:pt x="2837867" y="4933816"/>
                </a:lnTo>
                <a:lnTo>
                  <a:pt x="2837867" y="4941688"/>
                </a:lnTo>
                <a:lnTo>
                  <a:pt x="2833932" y="4937752"/>
                </a:lnTo>
                <a:close/>
                <a:moveTo>
                  <a:pt x="9735764" y="4861001"/>
                </a:moveTo>
                <a:lnTo>
                  <a:pt x="9743636" y="4864937"/>
                </a:lnTo>
                <a:lnTo>
                  <a:pt x="9743636" y="4876745"/>
                </a:lnTo>
                <a:lnTo>
                  <a:pt x="9729860" y="4880681"/>
                </a:lnTo>
                <a:close/>
                <a:moveTo>
                  <a:pt x="2916587" y="4835415"/>
                </a:moveTo>
                <a:lnTo>
                  <a:pt x="2916587" y="4835416"/>
                </a:lnTo>
                <a:lnTo>
                  <a:pt x="2920522" y="4835416"/>
                </a:lnTo>
                <a:lnTo>
                  <a:pt x="2920522" y="4835415"/>
                </a:lnTo>
                <a:close/>
                <a:moveTo>
                  <a:pt x="2849676" y="4835415"/>
                </a:moveTo>
                <a:lnTo>
                  <a:pt x="2851644" y="4845255"/>
                </a:lnTo>
                <a:lnTo>
                  <a:pt x="2849676" y="4849190"/>
                </a:lnTo>
                <a:lnTo>
                  <a:pt x="2837867" y="4849190"/>
                </a:lnTo>
                <a:lnTo>
                  <a:pt x="2841804" y="4839351"/>
                </a:lnTo>
                <a:close/>
                <a:moveTo>
                  <a:pt x="2851644" y="4817703"/>
                </a:moveTo>
                <a:lnTo>
                  <a:pt x="2859516" y="4823607"/>
                </a:lnTo>
                <a:lnTo>
                  <a:pt x="2863452" y="4835415"/>
                </a:lnTo>
                <a:lnTo>
                  <a:pt x="2859516" y="4839351"/>
                </a:lnTo>
                <a:lnTo>
                  <a:pt x="2851644" y="4831479"/>
                </a:lnTo>
                <a:close/>
                <a:moveTo>
                  <a:pt x="2877228" y="4807863"/>
                </a:moveTo>
                <a:lnTo>
                  <a:pt x="2883133" y="4815735"/>
                </a:lnTo>
                <a:lnTo>
                  <a:pt x="2881165" y="4815735"/>
                </a:lnTo>
                <a:lnTo>
                  <a:pt x="2877228" y="4821638"/>
                </a:lnTo>
                <a:lnTo>
                  <a:pt x="2873292" y="4815735"/>
                </a:lnTo>
                <a:close/>
                <a:moveTo>
                  <a:pt x="10198248" y="4717336"/>
                </a:moveTo>
                <a:lnTo>
                  <a:pt x="10206120" y="4717336"/>
                </a:lnTo>
                <a:lnTo>
                  <a:pt x="10198248" y="4727176"/>
                </a:lnTo>
                <a:lnTo>
                  <a:pt x="10190376" y="4721272"/>
                </a:lnTo>
                <a:close/>
                <a:moveTo>
                  <a:pt x="2861483" y="4705526"/>
                </a:moveTo>
                <a:lnTo>
                  <a:pt x="2875259" y="4713398"/>
                </a:lnTo>
                <a:lnTo>
                  <a:pt x="2875259" y="4733078"/>
                </a:lnTo>
                <a:lnTo>
                  <a:pt x="2865419" y="4754726"/>
                </a:lnTo>
                <a:lnTo>
                  <a:pt x="2861483" y="4762598"/>
                </a:lnTo>
                <a:lnTo>
                  <a:pt x="2849675" y="4758662"/>
                </a:lnTo>
                <a:lnTo>
                  <a:pt x="2853611" y="4717334"/>
                </a:lnTo>
                <a:lnTo>
                  <a:pt x="2853611" y="4709462"/>
                </a:lnTo>
                <a:close/>
                <a:moveTo>
                  <a:pt x="9082382" y="4642551"/>
                </a:moveTo>
                <a:lnTo>
                  <a:pt x="9088286" y="4646487"/>
                </a:lnTo>
                <a:lnTo>
                  <a:pt x="9111902" y="4656327"/>
                </a:lnTo>
                <a:lnTo>
                  <a:pt x="9133551" y="4664199"/>
                </a:lnTo>
                <a:lnTo>
                  <a:pt x="9149295" y="4660263"/>
                </a:lnTo>
                <a:lnTo>
                  <a:pt x="9163071" y="4646487"/>
                </a:lnTo>
                <a:lnTo>
                  <a:pt x="9174879" y="4646487"/>
                </a:lnTo>
                <a:lnTo>
                  <a:pt x="9186687" y="4648455"/>
                </a:lnTo>
                <a:lnTo>
                  <a:pt x="9186687" y="4676008"/>
                </a:lnTo>
                <a:lnTo>
                  <a:pt x="9178815" y="4705528"/>
                </a:lnTo>
                <a:lnTo>
                  <a:pt x="9170943" y="4717336"/>
                </a:lnTo>
                <a:lnTo>
                  <a:pt x="9163071" y="4737016"/>
                </a:lnTo>
                <a:lnTo>
                  <a:pt x="9153231" y="4737016"/>
                </a:lnTo>
                <a:lnTo>
                  <a:pt x="9149295" y="4750792"/>
                </a:lnTo>
                <a:lnTo>
                  <a:pt x="9121742" y="4754728"/>
                </a:lnTo>
                <a:lnTo>
                  <a:pt x="9115838" y="4746856"/>
                </a:lnTo>
                <a:lnTo>
                  <a:pt x="9104030" y="4725208"/>
                </a:lnTo>
                <a:lnTo>
                  <a:pt x="9092222" y="4713400"/>
                </a:lnTo>
                <a:lnTo>
                  <a:pt x="9092222" y="4679944"/>
                </a:lnTo>
                <a:lnTo>
                  <a:pt x="9082382" y="4668135"/>
                </a:lnTo>
                <a:lnTo>
                  <a:pt x="9074510" y="4652391"/>
                </a:lnTo>
                <a:close/>
                <a:moveTo>
                  <a:pt x="9871557" y="4626807"/>
                </a:moveTo>
                <a:lnTo>
                  <a:pt x="9883365" y="4638615"/>
                </a:lnTo>
                <a:lnTo>
                  <a:pt x="9883365" y="4652391"/>
                </a:lnTo>
                <a:lnTo>
                  <a:pt x="9889269" y="4652391"/>
                </a:lnTo>
                <a:lnTo>
                  <a:pt x="9897141" y="4644519"/>
                </a:lnTo>
                <a:lnTo>
                  <a:pt x="9908949" y="4644519"/>
                </a:lnTo>
                <a:lnTo>
                  <a:pt x="9905013" y="4685848"/>
                </a:lnTo>
                <a:lnTo>
                  <a:pt x="9889269" y="4713400"/>
                </a:lnTo>
                <a:lnTo>
                  <a:pt x="9883365" y="4725208"/>
                </a:lnTo>
                <a:lnTo>
                  <a:pt x="9875493" y="4746856"/>
                </a:lnTo>
                <a:lnTo>
                  <a:pt x="9847940" y="4754728"/>
                </a:lnTo>
                <a:lnTo>
                  <a:pt x="9832196" y="4774409"/>
                </a:lnTo>
                <a:lnTo>
                  <a:pt x="9810548" y="4819673"/>
                </a:lnTo>
                <a:lnTo>
                  <a:pt x="9773156" y="4857065"/>
                </a:lnTo>
                <a:lnTo>
                  <a:pt x="9727891" y="4843289"/>
                </a:lnTo>
                <a:lnTo>
                  <a:pt x="9704275" y="4843289"/>
                </a:lnTo>
                <a:lnTo>
                  <a:pt x="9700339" y="4827545"/>
                </a:lnTo>
                <a:lnTo>
                  <a:pt x="9716083" y="4792121"/>
                </a:lnTo>
                <a:lnTo>
                  <a:pt x="9735763" y="4770472"/>
                </a:lnTo>
                <a:lnTo>
                  <a:pt x="9769220" y="4750792"/>
                </a:lnTo>
                <a:lnTo>
                  <a:pt x="9790868" y="4729144"/>
                </a:lnTo>
                <a:lnTo>
                  <a:pt x="9826292" y="4709464"/>
                </a:lnTo>
                <a:lnTo>
                  <a:pt x="9838100" y="4689784"/>
                </a:lnTo>
                <a:lnTo>
                  <a:pt x="9838100" y="4676008"/>
                </a:lnTo>
                <a:lnTo>
                  <a:pt x="9855812" y="4652391"/>
                </a:lnTo>
                <a:lnTo>
                  <a:pt x="9855812" y="4634679"/>
                </a:lnTo>
                <a:close/>
                <a:moveTo>
                  <a:pt x="9174879" y="4609095"/>
                </a:moveTo>
                <a:lnTo>
                  <a:pt x="9178815" y="4609095"/>
                </a:lnTo>
                <a:lnTo>
                  <a:pt x="9182751" y="4622871"/>
                </a:lnTo>
                <a:lnTo>
                  <a:pt x="9174879" y="4626807"/>
                </a:lnTo>
                <a:lnTo>
                  <a:pt x="9172911" y="4618935"/>
                </a:lnTo>
                <a:lnTo>
                  <a:pt x="9172911" y="4614999"/>
                </a:lnTo>
                <a:close/>
                <a:moveTo>
                  <a:pt x="9052862" y="4609095"/>
                </a:moveTo>
                <a:lnTo>
                  <a:pt x="9056798" y="4609095"/>
                </a:lnTo>
                <a:lnTo>
                  <a:pt x="9062702" y="4613031"/>
                </a:lnTo>
                <a:lnTo>
                  <a:pt x="9056798" y="4618935"/>
                </a:lnTo>
                <a:lnTo>
                  <a:pt x="9052862" y="4613031"/>
                </a:lnTo>
                <a:close/>
                <a:moveTo>
                  <a:pt x="9875493" y="4412293"/>
                </a:moveTo>
                <a:lnTo>
                  <a:pt x="9905013" y="4439845"/>
                </a:lnTo>
                <a:lnTo>
                  <a:pt x="9912885" y="4439845"/>
                </a:lnTo>
                <a:lnTo>
                  <a:pt x="9928629" y="4453622"/>
                </a:lnTo>
                <a:lnTo>
                  <a:pt x="9928629" y="4465430"/>
                </a:lnTo>
                <a:lnTo>
                  <a:pt x="9940437" y="4491014"/>
                </a:lnTo>
                <a:lnTo>
                  <a:pt x="9952245" y="4502822"/>
                </a:lnTo>
                <a:lnTo>
                  <a:pt x="9956181" y="4496918"/>
                </a:lnTo>
                <a:lnTo>
                  <a:pt x="9952245" y="4485110"/>
                </a:lnTo>
                <a:lnTo>
                  <a:pt x="9962086" y="4496918"/>
                </a:lnTo>
                <a:lnTo>
                  <a:pt x="9969958" y="4522502"/>
                </a:lnTo>
                <a:lnTo>
                  <a:pt x="9989638" y="4534310"/>
                </a:lnTo>
                <a:lnTo>
                  <a:pt x="10013254" y="4530374"/>
                </a:lnTo>
                <a:lnTo>
                  <a:pt x="10019158" y="4512662"/>
                </a:lnTo>
                <a:lnTo>
                  <a:pt x="10038838" y="4510694"/>
                </a:lnTo>
                <a:lnTo>
                  <a:pt x="10038838" y="4534310"/>
                </a:lnTo>
                <a:lnTo>
                  <a:pt x="10027030" y="4546118"/>
                </a:lnTo>
                <a:lnTo>
                  <a:pt x="10023094" y="4579575"/>
                </a:lnTo>
                <a:lnTo>
                  <a:pt x="10013254" y="4573671"/>
                </a:lnTo>
                <a:lnTo>
                  <a:pt x="9993574" y="4573671"/>
                </a:lnTo>
                <a:lnTo>
                  <a:pt x="9989638" y="4581543"/>
                </a:lnTo>
                <a:lnTo>
                  <a:pt x="9997510" y="4593351"/>
                </a:lnTo>
                <a:lnTo>
                  <a:pt x="9985702" y="4605159"/>
                </a:lnTo>
                <a:lnTo>
                  <a:pt x="9962086" y="4654359"/>
                </a:lnTo>
                <a:lnTo>
                  <a:pt x="9944373" y="4660263"/>
                </a:lnTo>
                <a:lnTo>
                  <a:pt x="9924693" y="4654359"/>
                </a:lnTo>
                <a:lnTo>
                  <a:pt x="9940437" y="4638615"/>
                </a:lnTo>
                <a:lnTo>
                  <a:pt x="9944373" y="4614999"/>
                </a:lnTo>
                <a:lnTo>
                  <a:pt x="9924693" y="4593351"/>
                </a:lnTo>
                <a:lnTo>
                  <a:pt x="9905013" y="4589415"/>
                </a:lnTo>
                <a:lnTo>
                  <a:pt x="9905013" y="4573671"/>
                </a:lnTo>
                <a:lnTo>
                  <a:pt x="9928629" y="4567766"/>
                </a:lnTo>
                <a:lnTo>
                  <a:pt x="9936501" y="4546118"/>
                </a:lnTo>
                <a:lnTo>
                  <a:pt x="9924693" y="4502822"/>
                </a:lnTo>
                <a:lnTo>
                  <a:pt x="9912885" y="4481174"/>
                </a:lnTo>
                <a:lnTo>
                  <a:pt x="9887301" y="4439845"/>
                </a:lnTo>
                <a:lnTo>
                  <a:pt x="9875493" y="4428037"/>
                </a:lnTo>
                <a:close/>
                <a:moveTo>
                  <a:pt x="3410578" y="4351288"/>
                </a:moveTo>
                <a:lnTo>
                  <a:pt x="3428280" y="4359155"/>
                </a:lnTo>
                <a:lnTo>
                  <a:pt x="3436152" y="4374899"/>
                </a:lnTo>
                <a:lnTo>
                  <a:pt x="3455812" y="4388661"/>
                </a:lnTo>
                <a:lnTo>
                  <a:pt x="3438120" y="4374900"/>
                </a:lnTo>
                <a:lnTo>
                  <a:pt x="3430248" y="4359156"/>
                </a:lnTo>
                <a:close/>
                <a:moveTo>
                  <a:pt x="2961726" y="4335427"/>
                </a:moveTo>
                <a:lnTo>
                  <a:pt x="2959884" y="4343412"/>
                </a:lnTo>
                <a:lnTo>
                  <a:pt x="2960090" y="4344265"/>
                </a:lnTo>
                <a:close/>
                <a:moveTo>
                  <a:pt x="3320074" y="4321691"/>
                </a:moveTo>
                <a:lnTo>
                  <a:pt x="3320031" y="4321763"/>
                </a:lnTo>
                <a:lnTo>
                  <a:pt x="3320031" y="4335652"/>
                </a:lnTo>
                <a:lnTo>
                  <a:pt x="3320038" y="4335539"/>
                </a:lnTo>
                <a:lnTo>
                  <a:pt x="3320038" y="4321763"/>
                </a:lnTo>
                <a:close/>
                <a:moveTo>
                  <a:pt x="3353588" y="4272484"/>
                </a:moveTo>
                <a:lnTo>
                  <a:pt x="3353487" y="4272563"/>
                </a:lnTo>
                <a:lnTo>
                  <a:pt x="3349551" y="4280435"/>
                </a:lnTo>
                <a:lnTo>
                  <a:pt x="3331839" y="4302083"/>
                </a:lnTo>
                <a:lnTo>
                  <a:pt x="3331387" y="4302838"/>
                </a:lnTo>
                <a:lnTo>
                  <a:pt x="3345623" y="4309955"/>
                </a:lnTo>
                <a:lnTo>
                  <a:pt x="3331847" y="4302083"/>
                </a:lnTo>
                <a:lnTo>
                  <a:pt x="3349559" y="4280435"/>
                </a:lnTo>
                <a:lnTo>
                  <a:pt x="3353495" y="4272563"/>
                </a:lnTo>
                <a:close/>
                <a:moveTo>
                  <a:pt x="3412923" y="4158573"/>
                </a:moveTo>
                <a:lnTo>
                  <a:pt x="3412561" y="4160388"/>
                </a:lnTo>
                <a:lnTo>
                  <a:pt x="3412560" y="4160393"/>
                </a:lnTo>
                <a:lnTo>
                  <a:pt x="3422368" y="4162354"/>
                </a:lnTo>
                <a:lnTo>
                  <a:pt x="3437624" y="4192865"/>
                </a:lnTo>
                <a:lnTo>
                  <a:pt x="3438120" y="4191874"/>
                </a:lnTo>
                <a:lnTo>
                  <a:pt x="3422376" y="4162354"/>
                </a:lnTo>
                <a:close/>
                <a:moveTo>
                  <a:pt x="5646223" y="4138739"/>
                </a:moveTo>
                <a:lnTo>
                  <a:pt x="5630479" y="4142675"/>
                </a:lnTo>
                <a:lnTo>
                  <a:pt x="5630479" y="4142675"/>
                </a:lnTo>
                <a:lnTo>
                  <a:pt x="5646223" y="4138739"/>
                </a:lnTo>
                <a:lnTo>
                  <a:pt x="5658031" y="4150547"/>
                </a:lnTo>
                <a:close/>
                <a:moveTo>
                  <a:pt x="5539951" y="4113155"/>
                </a:moveTo>
                <a:lnTo>
                  <a:pt x="5539951" y="4113156"/>
                </a:lnTo>
                <a:lnTo>
                  <a:pt x="5559630" y="4132835"/>
                </a:lnTo>
                <a:lnTo>
                  <a:pt x="5571438" y="4182036"/>
                </a:lnTo>
                <a:lnTo>
                  <a:pt x="5593087" y="4182036"/>
                </a:lnTo>
                <a:lnTo>
                  <a:pt x="5630478" y="4142676"/>
                </a:lnTo>
                <a:lnTo>
                  <a:pt x="5593087" y="4180067"/>
                </a:lnTo>
                <a:lnTo>
                  <a:pt x="5571439" y="4180067"/>
                </a:lnTo>
                <a:lnTo>
                  <a:pt x="5559630" y="4130867"/>
                </a:lnTo>
                <a:close/>
                <a:moveTo>
                  <a:pt x="3251181" y="4101347"/>
                </a:moveTo>
                <a:lnTo>
                  <a:pt x="3251157" y="4101353"/>
                </a:lnTo>
                <a:lnTo>
                  <a:pt x="3274766" y="4122994"/>
                </a:lnTo>
                <a:lnTo>
                  <a:pt x="3316095" y="4132834"/>
                </a:lnTo>
                <a:lnTo>
                  <a:pt x="3333807" y="4150546"/>
                </a:lnTo>
                <a:lnTo>
                  <a:pt x="3335775" y="4160386"/>
                </a:lnTo>
                <a:lnTo>
                  <a:pt x="3304287" y="4203682"/>
                </a:lnTo>
                <a:lnTo>
                  <a:pt x="3316095" y="4207618"/>
                </a:lnTo>
                <a:lnTo>
                  <a:pt x="3316120" y="4207618"/>
                </a:lnTo>
                <a:lnTo>
                  <a:pt x="3304319" y="4203684"/>
                </a:lnTo>
                <a:lnTo>
                  <a:pt x="3335807" y="4160388"/>
                </a:lnTo>
                <a:lnTo>
                  <a:pt x="3333839" y="4150548"/>
                </a:lnTo>
                <a:lnTo>
                  <a:pt x="3316126" y="4132836"/>
                </a:lnTo>
                <a:lnTo>
                  <a:pt x="3274798" y="4121028"/>
                </a:lnTo>
                <a:close/>
                <a:moveTo>
                  <a:pt x="3404663" y="4097410"/>
                </a:moveTo>
                <a:lnTo>
                  <a:pt x="3388942" y="4105270"/>
                </a:lnTo>
                <a:lnTo>
                  <a:pt x="3388944" y="4105283"/>
                </a:lnTo>
                <a:lnTo>
                  <a:pt x="3404688" y="4099379"/>
                </a:lnTo>
                <a:lnTo>
                  <a:pt x="3418617" y="4106344"/>
                </a:lnTo>
                <a:lnTo>
                  <a:pt x="3418439" y="4105282"/>
                </a:lnTo>
                <a:close/>
                <a:moveTo>
                  <a:pt x="3050054" y="4094369"/>
                </a:moveTo>
                <a:lnTo>
                  <a:pt x="3042545" y="4113143"/>
                </a:lnTo>
                <a:lnTo>
                  <a:pt x="3050412" y="4095442"/>
                </a:lnTo>
                <a:close/>
                <a:moveTo>
                  <a:pt x="5744623" y="4067892"/>
                </a:moveTo>
                <a:lnTo>
                  <a:pt x="5736752" y="4081667"/>
                </a:lnTo>
                <a:lnTo>
                  <a:pt x="5707232" y="4089539"/>
                </a:lnTo>
                <a:lnTo>
                  <a:pt x="5703296" y="4122995"/>
                </a:lnTo>
                <a:lnTo>
                  <a:pt x="5683615" y="4146611"/>
                </a:lnTo>
                <a:lnTo>
                  <a:pt x="5703296" y="4124963"/>
                </a:lnTo>
                <a:lnTo>
                  <a:pt x="5707232" y="4089539"/>
                </a:lnTo>
                <a:lnTo>
                  <a:pt x="5736752" y="4083635"/>
                </a:lnTo>
                <a:close/>
                <a:moveTo>
                  <a:pt x="3197965" y="4063925"/>
                </a:moveTo>
                <a:lnTo>
                  <a:pt x="3198014" y="4063953"/>
                </a:lnTo>
                <a:lnTo>
                  <a:pt x="3213758" y="4083634"/>
                </a:lnTo>
                <a:lnTo>
                  <a:pt x="3233438" y="4105282"/>
                </a:lnTo>
                <a:lnTo>
                  <a:pt x="3233463" y="4105276"/>
                </a:lnTo>
                <a:lnTo>
                  <a:pt x="3213788" y="4083635"/>
                </a:lnTo>
                <a:lnTo>
                  <a:pt x="3198044" y="4063955"/>
                </a:lnTo>
                <a:close/>
                <a:moveTo>
                  <a:pt x="3144907" y="4052146"/>
                </a:moveTo>
                <a:lnTo>
                  <a:pt x="3144900" y="4052150"/>
                </a:lnTo>
                <a:lnTo>
                  <a:pt x="3164557" y="4056081"/>
                </a:lnTo>
                <a:lnTo>
                  <a:pt x="3164582" y="4056081"/>
                </a:lnTo>
                <a:close/>
                <a:moveTo>
                  <a:pt x="3070121" y="4044274"/>
                </a:moveTo>
                <a:lnTo>
                  <a:pt x="3042955" y="4071440"/>
                </a:lnTo>
                <a:lnTo>
                  <a:pt x="3070092" y="4046241"/>
                </a:lnTo>
                <a:lnTo>
                  <a:pt x="3079932" y="4046241"/>
                </a:lnTo>
                <a:lnTo>
                  <a:pt x="3107485" y="4056081"/>
                </a:lnTo>
                <a:lnTo>
                  <a:pt x="3119293" y="4075761"/>
                </a:lnTo>
                <a:lnTo>
                  <a:pt x="3133069" y="4075761"/>
                </a:lnTo>
                <a:lnTo>
                  <a:pt x="3136912" y="4068075"/>
                </a:lnTo>
                <a:lnTo>
                  <a:pt x="3133099" y="4073794"/>
                </a:lnTo>
                <a:lnTo>
                  <a:pt x="3119322" y="4073794"/>
                </a:lnTo>
                <a:lnTo>
                  <a:pt x="3107514" y="4056082"/>
                </a:lnTo>
                <a:lnTo>
                  <a:pt x="3081930" y="4044274"/>
                </a:lnTo>
                <a:close/>
                <a:moveTo>
                  <a:pt x="6533799" y="4002946"/>
                </a:moveTo>
                <a:lnTo>
                  <a:pt x="6545607" y="4002946"/>
                </a:lnTo>
                <a:lnTo>
                  <a:pt x="6551511" y="4010818"/>
                </a:lnTo>
                <a:lnTo>
                  <a:pt x="6541671" y="4016722"/>
                </a:lnTo>
                <a:lnTo>
                  <a:pt x="6533799" y="4016722"/>
                </a:lnTo>
                <a:lnTo>
                  <a:pt x="6533799" y="4010818"/>
                </a:lnTo>
                <a:close/>
                <a:moveTo>
                  <a:pt x="5752640" y="3994921"/>
                </a:moveTo>
                <a:lnTo>
                  <a:pt x="5762336" y="4022626"/>
                </a:lnTo>
                <a:lnTo>
                  <a:pt x="5774144" y="4040338"/>
                </a:lnTo>
                <a:lnTo>
                  <a:pt x="5744624" y="4067890"/>
                </a:lnTo>
                <a:lnTo>
                  <a:pt x="5744624" y="4067891"/>
                </a:lnTo>
                <a:lnTo>
                  <a:pt x="5774144" y="4040338"/>
                </a:lnTo>
                <a:lnTo>
                  <a:pt x="5774932" y="4040338"/>
                </a:lnTo>
                <a:lnTo>
                  <a:pt x="5764305" y="4022626"/>
                </a:lnTo>
                <a:close/>
                <a:moveTo>
                  <a:pt x="6598743" y="3981298"/>
                </a:moveTo>
                <a:lnTo>
                  <a:pt x="6608583" y="3989170"/>
                </a:lnTo>
                <a:lnTo>
                  <a:pt x="6598743" y="3997042"/>
                </a:lnTo>
                <a:lnTo>
                  <a:pt x="6590871" y="3993106"/>
                </a:lnTo>
                <a:lnTo>
                  <a:pt x="6590871" y="3985234"/>
                </a:lnTo>
                <a:close/>
                <a:moveTo>
                  <a:pt x="9718052" y="3981297"/>
                </a:moveTo>
                <a:lnTo>
                  <a:pt x="9721988" y="3989169"/>
                </a:lnTo>
                <a:lnTo>
                  <a:pt x="9718052" y="3993105"/>
                </a:lnTo>
                <a:lnTo>
                  <a:pt x="9712148" y="3993105"/>
                </a:lnTo>
                <a:lnTo>
                  <a:pt x="9712148" y="3985233"/>
                </a:lnTo>
                <a:close/>
                <a:moveTo>
                  <a:pt x="3202040" y="3977341"/>
                </a:moveTo>
                <a:lnTo>
                  <a:pt x="3201980" y="3977361"/>
                </a:lnTo>
                <a:lnTo>
                  <a:pt x="3194107" y="3997042"/>
                </a:lnTo>
                <a:lnTo>
                  <a:pt x="3190171" y="4030498"/>
                </a:lnTo>
                <a:lnTo>
                  <a:pt x="3182300" y="4056081"/>
                </a:lnTo>
                <a:lnTo>
                  <a:pt x="3182300" y="4056081"/>
                </a:lnTo>
                <a:lnTo>
                  <a:pt x="3190171" y="4030499"/>
                </a:lnTo>
                <a:lnTo>
                  <a:pt x="3194108" y="3997043"/>
                </a:lnTo>
                <a:lnTo>
                  <a:pt x="3201981" y="3977362"/>
                </a:lnTo>
                <a:close/>
                <a:moveTo>
                  <a:pt x="9694435" y="3973425"/>
                </a:moveTo>
                <a:lnTo>
                  <a:pt x="9700339" y="3973425"/>
                </a:lnTo>
                <a:lnTo>
                  <a:pt x="9700339" y="3981297"/>
                </a:lnTo>
                <a:lnTo>
                  <a:pt x="9694435" y="3981297"/>
                </a:lnTo>
                <a:close/>
                <a:moveTo>
                  <a:pt x="9627523" y="3971457"/>
                </a:moveTo>
                <a:lnTo>
                  <a:pt x="9635395" y="3971457"/>
                </a:lnTo>
                <a:lnTo>
                  <a:pt x="9643267" y="3977361"/>
                </a:lnTo>
                <a:lnTo>
                  <a:pt x="9651139" y="3981297"/>
                </a:lnTo>
                <a:lnTo>
                  <a:pt x="9670820" y="3993105"/>
                </a:lnTo>
                <a:lnTo>
                  <a:pt x="9678692" y="4000977"/>
                </a:lnTo>
                <a:lnTo>
                  <a:pt x="9704276" y="4014753"/>
                </a:lnTo>
                <a:lnTo>
                  <a:pt x="9704276" y="4022625"/>
                </a:lnTo>
                <a:lnTo>
                  <a:pt x="9700340" y="4026561"/>
                </a:lnTo>
                <a:lnTo>
                  <a:pt x="9684596" y="4022625"/>
                </a:lnTo>
                <a:lnTo>
                  <a:pt x="9655075" y="4004913"/>
                </a:lnTo>
                <a:lnTo>
                  <a:pt x="9643267" y="4000977"/>
                </a:lnTo>
                <a:lnTo>
                  <a:pt x="9627523" y="3985233"/>
                </a:lnTo>
                <a:lnTo>
                  <a:pt x="9627523" y="3981297"/>
                </a:lnTo>
                <a:close/>
                <a:moveTo>
                  <a:pt x="3237405" y="3965553"/>
                </a:moveTo>
                <a:lnTo>
                  <a:pt x="3237401" y="3965554"/>
                </a:lnTo>
                <a:lnTo>
                  <a:pt x="3300382" y="3965554"/>
                </a:lnTo>
                <a:lnTo>
                  <a:pt x="3320063" y="3981298"/>
                </a:lnTo>
                <a:lnTo>
                  <a:pt x="3327935" y="4050179"/>
                </a:lnTo>
                <a:lnTo>
                  <a:pt x="3347616" y="4061987"/>
                </a:lnTo>
                <a:lnTo>
                  <a:pt x="3384755" y="4075670"/>
                </a:lnTo>
                <a:lnTo>
                  <a:pt x="3345623" y="4060017"/>
                </a:lnTo>
                <a:lnTo>
                  <a:pt x="3327911" y="4048209"/>
                </a:lnTo>
                <a:lnTo>
                  <a:pt x="3320038" y="3979328"/>
                </a:lnTo>
                <a:lnTo>
                  <a:pt x="3320040" y="3979313"/>
                </a:lnTo>
                <a:lnTo>
                  <a:pt x="3302350" y="3965553"/>
                </a:lnTo>
                <a:close/>
                <a:moveTo>
                  <a:pt x="5744607" y="3965541"/>
                </a:moveTo>
                <a:lnTo>
                  <a:pt x="5744624" y="3965554"/>
                </a:lnTo>
                <a:lnTo>
                  <a:pt x="5744630" y="3965581"/>
                </a:lnTo>
                <a:lnTo>
                  <a:pt x="5744625" y="3965553"/>
                </a:lnTo>
                <a:close/>
                <a:moveTo>
                  <a:pt x="9769220" y="3941937"/>
                </a:moveTo>
                <a:lnTo>
                  <a:pt x="9775124" y="3941937"/>
                </a:lnTo>
                <a:lnTo>
                  <a:pt x="9775124" y="3945873"/>
                </a:lnTo>
                <a:lnTo>
                  <a:pt x="9769220" y="3949809"/>
                </a:lnTo>
                <a:close/>
                <a:moveTo>
                  <a:pt x="5624575" y="3920288"/>
                </a:moveTo>
                <a:lnTo>
                  <a:pt x="5623570" y="3920610"/>
                </a:lnTo>
                <a:lnTo>
                  <a:pt x="5646223" y="3928161"/>
                </a:lnTo>
                <a:lnTo>
                  <a:pt x="5646232" y="3928157"/>
                </a:lnTo>
                <a:lnTo>
                  <a:pt x="5646224" y="3928161"/>
                </a:lnTo>
                <a:close/>
                <a:moveTo>
                  <a:pt x="9769220" y="3918321"/>
                </a:moveTo>
                <a:lnTo>
                  <a:pt x="9775124" y="3930129"/>
                </a:lnTo>
                <a:lnTo>
                  <a:pt x="9769220" y="3932097"/>
                </a:lnTo>
                <a:lnTo>
                  <a:pt x="9765284" y="3924225"/>
                </a:lnTo>
                <a:lnTo>
                  <a:pt x="9761348" y="3922257"/>
                </a:lnTo>
                <a:close/>
                <a:moveTo>
                  <a:pt x="2986873" y="3917041"/>
                </a:moveTo>
                <a:lnTo>
                  <a:pt x="2986740" y="3917200"/>
                </a:lnTo>
                <a:lnTo>
                  <a:pt x="2997276" y="3924224"/>
                </a:lnTo>
                <a:lnTo>
                  <a:pt x="3009084" y="3957681"/>
                </a:lnTo>
                <a:lnTo>
                  <a:pt x="3016956" y="3999009"/>
                </a:lnTo>
                <a:lnTo>
                  <a:pt x="3034668" y="4063953"/>
                </a:lnTo>
                <a:lnTo>
                  <a:pt x="3042541" y="4071825"/>
                </a:lnTo>
                <a:lnTo>
                  <a:pt x="3042554" y="4071812"/>
                </a:lnTo>
                <a:lnTo>
                  <a:pt x="3034696" y="4063954"/>
                </a:lnTo>
                <a:lnTo>
                  <a:pt x="3016984" y="3999010"/>
                </a:lnTo>
                <a:lnTo>
                  <a:pt x="3009113" y="3957681"/>
                </a:lnTo>
                <a:lnTo>
                  <a:pt x="2997304" y="3922257"/>
                </a:lnTo>
                <a:close/>
                <a:moveTo>
                  <a:pt x="5677712" y="3912416"/>
                </a:moveTo>
                <a:lnTo>
                  <a:pt x="5677273" y="3912636"/>
                </a:lnTo>
                <a:lnTo>
                  <a:pt x="5703296" y="3916353"/>
                </a:lnTo>
                <a:lnTo>
                  <a:pt x="5703296" y="3934065"/>
                </a:lnTo>
                <a:lnTo>
                  <a:pt x="5703296" y="3934066"/>
                </a:lnTo>
                <a:lnTo>
                  <a:pt x="5703296" y="3916353"/>
                </a:lnTo>
                <a:lnTo>
                  <a:pt x="5703295" y="3916352"/>
                </a:lnTo>
                <a:close/>
                <a:moveTo>
                  <a:pt x="5624584" y="3894708"/>
                </a:moveTo>
                <a:lnTo>
                  <a:pt x="5642288" y="3902576"/>
                </a:lnTo>
                <a:lnTo>
                  <a:pt x="5673776" y="3902576"/>
                </a:lnTo>
                <a:lnTo>
                  <a:pt x="5691479" y="3904543"/>
                </a:lnTo>
                <a:lnTo>
                  <a:pt x="5673776" y="3900609"/>
                </a:lnTo>
                <a:lnTo>
                  <a:pt x="5642288" y="3900609"/>
                </a:lnTo>
                <a:close/>
                <a:moveTo>
                  <a:pt x="5965041" y="3890761"/>
                </a:moveTo>
                <a:lnTo>
                  <a:pt x="5965042" y="3890769"/>
                </a:lnTo>
                <a:lnTo>
                  <a:pt x="5965043" y="3890769"/>
                </a:lnTo>
                <a:close/>
                <a:moveTo>
                  <a:pt x="10027030" y="3884864"/>
                </a:moveTo>
                <a:lnTo>
                  <a:pt x="10034902" y="3894704"/>
                </a:lnTo>
                <a:lnTo>
                  <a:pt x="10034902" y="3906512"/>
                </a:lnTo>
                <a:lnTo>
                  <a:pt x="10015222" y="3910448"/>
                </a:lnTo>
                <a:lnTo>
                  <a:pt x="9999478" y="3900608"/>
                </a:lnTo>
                <a:lnTo>
                  <a:pt x="10003414" y="3888800"/>
                </a:lnTo>
                <a:close/>
                <a:moveTo>
                  <a:pt x="3001110" y="3882310"/>
                </a:moveTo>
                <a:lnTo>
                  <a:pt x="3001223" y="3882896"/>
                </a:lnTo>
                <a:lnTo>
                  <a:pt x="3001095" y="3883206"/>
                </a:lnTo>
                <a:lnTo>
                  <a:pt x="3001241" y="3882897"/>
                </a:lnTo>
                <a:close/>
                <a:moveTo>
                  <a:pt x="5941444" y="3878972"/>
                </a:moveTo>
                <a:lnTo>
                  <a:pt x="5959139" y="3890769"/>
                </a:lnTo>
                <a:lnTo>
                  <a:pt x="5961106" y="3890769"/>
                </a:lnTo>
                <a:close/>
                <a:moveTo>
                  <a:pt x="5780050" y="3878957"/>
                </a:moveTo>
                <a:lnTo>
                  <a:pt x="5780049" y="3878961"/>
                </a:lnTo>
                <a:lnTo>
                  <a:pt x="5760369" y="3888801"/>
                </a:lnTo>
                <a:lnTo>
                  <a:pt x="5744629" y="3894704"/>
                </a:lnTo>
                <a:lnTo>
                  <a:pt x="5760369" y="3890769"/>
                </a:lnTo>
                <a:lnTo>
                  <a:pt x="5780049" y="3878961"/>
                </a:lnTo>
                <a:close/>
                <a:moveTo>
                  <a:pt x="5816028" y="3849643"/>
                </a:moveTo>
                <a:lnTo>
                  <a:pt x="5789889" y="3853377"/>
                </a:lnTo>
                <a:lnTo>
                  <a:pt x="5785954" y="3861247"/>
                </a:lnTo>
                <a:lnTo>
                  <a:pt x="5789889" y="3855344"/>
                </a:lnTo>
                <a:lnTo>
                  <a:pt x="5816202" y="3849706"/>
                </a:lnTo>
                <a:close/>
                <a:moveTo>
                  <a:pt x="10064422" y="3847472"/>
                </a:moveTo>
                <a:lnTo>
                  <a:pt x="10076230" y="3851408"/>
                </a:lnTo>
                <a:lnTo>
                  <a:pt x="10046710" y="3867152"/>
                </a:lnTo>
                <a:lnTo>
                  <a:pt x="10030966" y="3865184"/>
                </a:lnTo>
                <a:lnTo>
                  <a:pt x="10056550" y="3851408"/>
                </a:lnTo>
                <a:close/>
                <a:moveTo>
                  <a:pt x="9716084" y="3843536"/>
                </a:moveTo>
                <a:lnTo>
                  <a:pt x="9729860" y="3849440"/>
                </a:lnTo>
                <a:lnTo>
                  <a:pt x="9729860" y="3855344"/>
                </a:lnTo>
                <a:lnTo>
                  <a:pt x="9712148" y="3847472"/>
                </a:lnTo>
                <a:close/>
                <a:moveTo>
                  <a:pt x="765542" y="3839598"/>
                </a:moveTo>
                <a:lnTo>
                  <a:pt x="767510" y="3839598"/>
                </a:lnTo>
                <a:lnTo>
                  <a:pt x="769478" y="3839598"/>
                </a:lnTo>
                <a:lnTo>
                  <a:pt x="769478" y="3841566"/>
                </a:lnTo>
                <a:lnTo>
                  <a:pt x="771446" y="3841566"/>
                </a:lnTo>
                <a:lnTo>
                  <a:pt x="773414" y="3841566"/>
                </a:lnTo>
                <a:lnTo>
                  <a:pt x="775382" y="3841566"/>
                </a:lnTo>
                <a:lnTo>
                  <a:pt x="775382" y="3843534"/>
                </a:lnTo>
                <a:lnTo>
                  <a:pt x="777350" y="3843534"/>
                </a:lnTo>
                <a:lnTo>
                  <a:pt x="777350" y="3845502"/>
                </a:lnTo>
                <a:lnTo>
                  <a:pt x="777350" y="3847470"/>
                </a:lnTo>
                <a:lnTo>
                  <a:pt x="777350" y="3849438"/>
                </a:lnTo>
                <a:lnTo>
                  <a:pt x="777350" y="3853374"/>
                </a:lnTo>
                <a:lnTo>
                  <a:pt x="779318" y="3853374"/>
                </a:lnTo>
                <a:lnTo>
                  <a:pt x="781286" y="3853374"/>
                </a:lnTo>
                <a:lnTo>
                  <a:pt x="783254" y="3853374"/>
                </a:lnTo>
                <a:lnTo>
                  <a:pt x="783254" y="3855342"/>
                </a:lnTo>
                <a:lnTo>
                  <a:pt x="785222" y="3855342"/>
                </a:lnTo>
                <a:lnTo>
                  <a:pt x="787190" y="3855342"/>
                </a:lnTo>
                <a:lnTo>
                  <a:pt x="789158" y="3855342"/>
                </a:lnTo>
                <a:lnTo>
                  <a:pt x="789158" y="3859278"/>
                </a:lnTo>
                <a:lnTo>
                  <a:pt x="789158" y="3861246"/>
                </a:lnTo>
                <a:lnTo>
                  <a:pt x="787190" y="3861246"/>
                </a:lnTo>
                <a:lnTo>
                  <a:pt x="785222" y="3861246"/>
                </a:lnTo>
                <a:lnTo>
                  <a:pt x="783254" y="3861246"/>
                </a:lnTo>
                <a:lnTo>
                  <a:pt x="781286" y="3861246"/>
                </a:lnTo>
                <a:lnTo>
                  <a:pt x="779318" y="3861246"/>
                </a:lnTo>
                <a:lnTo>
                  <a:pt x="779318" y="3859278"/>
                </a:lnTo>
                <a:lnTo>
                  <a:pt x="777350" y="3859278"/>
                </a:lnTo>
                <a:lnTo>
                  <a:pt x="777350" y="3855342"/>
                </a:lnTo>
                <a:lnTo>
                  <a:pt x="775382" y="3855342"/>
                </a:lnTo>
                <a:lnTo>
                  <a:pt x="773414" y="3855342"/>
                </a:lnTo>
                <a:lnTo>
                  <a:pt x="771446" y="3855342"/>
                </a:lnTo>
                <a:lnTo>
                  <a:pt x="769478" y="3855342"/>
                </a:lnTo>
                <a:lnTo>
                  <a:pt x="767510" y="3855342"/>
                </a:lnTo>
                <a:lnTo>
                  <a:pt x="765542" y="3855342"/>
                </a:lnTo>
                <a:lnTo>
                  <a:pt x="763574" y="3855342"/>
                </a:lnTo>
                <a:lnTo>
                  <a:pt x="761606" y="3855342"/>
                </a:lnTo>
                <a:lnTo>
                  <a:pt x="759638" y="3855342"/>
                </a:lnTo>
                <a:lnTo>
                  <a:pt x="759638" y="3853374"/>
                </a:lnTo>
                <a:lnTo>
                  <a:pt x="759638" y="3849438"/>
                </a:lnTo>
                <a:lnTo>
                  <a:pt x="757670" y="3849438"/>
                </a:lnTo>
                <a:lnTo>
                  <a:pt x="757670" y="3847470"/>
                </a:lnTo>
                <a:lnTo>
                  <a:pt x="757670" y="3845502"/>
                </a:lnTo>
                <a:lnTo>
                  <a:pt x="757670" y="3843534"/>
                </a:lnTo>
                <a:lnTo>
                  <a:pt x="759638" y="3843534"/>
                </a:lnTo>
                <a:lnTo>
                  <a:pt x="759638" y="3841566"/>
                </a:lnTo>
                <a:lnTo>
                  <a:pt x="761606" y="3841566"/>
                </a:lnTo>
                <a:lnTo>
                  <a:pt x="763574" y="3841566"/>
                </a:lnTo>
                <a:lnTo>
                  <a:pt x="765542" y="3841566"/>
                </a:lnTo>
                <a:close/>
                <a:moveTo>
                  <a:pt x="739958" y="3839598"/>
                </a:moveTo>
                <a:lnTo>
                  <a:pt x="741926" y="3839598"/>
                </a:lnTo>
                <a:lnTo>
                  <a:pt x="741926" y="3841566"/>
                </a:lnTo>
                <a:lnTo>
                  <a:pt x="743894" y="3839598"/>
                </a:lnTo>
                <a:lnTo>
                  <a:pt x="745862" y="3839598"/>
                </a:lnTo>
                <a:lnTo>
                  <a:pt x="745862" y="3841566"/>
                </a:lnTo>
                <a:lnTo>
                  <a:pt x="747830" y="3841566"/>
                </a:lnTo>
                <a:lnTo>
                  <a:pt x="747830" y="3839598"/>
                </a:lnTo>
                <a:lnTo>
                  <a:pt x="749798" y="3839598"/>
                </a:lnTo>
                <a:lnTo>
                  <a:pt x="751766" y="3839598"/>
                </a:lnTo>
                <a:lnTo>
                  <a:pt x="751766" y="3841566"/>
                </a:lnTo>
                <a:lnTo>
                  <a:pt x="749798" y="3841566"/>
                </a:lnTo>
                <a:lnTo>
                  <a:pt x="749798" y="3843534"/>
                </a:lnTo>
                <a:lnTo>
                  <a:pt x="749798" y="3845502"/>
                </a:lnTo>
                <a:lnTo>
                  <a:pt x="747830" y="3845502"/>
                </a:lnTo>
                <a:lnTo>
                  <a:pt x="747830" y="3847470"/>
                </a:lnTo>
                <a:lnTo>
                  <a:pt x="745862" y="3847470"/>
                </a:lnTo>
                <a:lnTo>
                  <a:pt x="743894" y="3847470"/>
                </a:lnTo>
                <a:lnTo>
                  <a:pt x="743894" y="3845502"/>
                </a:lnTo>
                <a:lnTo>
                  <a:pt x="741926" y="3845502"/>
                </a:lnTo>
                <a:lnTo>
                  <a:pt x="741926" y="3843534"/>
                </a:lnTo>
                <a:lnTo>
                  <a:pt x="739958" y="3843534"/>
                </a:lnTo>
                <a:lnTo>
                  <a:pt x="739958" y="3841566"/>
                </a:lnTo>
                <a:close/>
                <a:moveTo>
                  <a:pt x="9704275" y="3812048"/>
                </a:moveTo>
                <a:lnTo>
                  <a:pt x="9716083" y="3819920"/>
                </a:lnTo>
                <a:lnTo>
                  <a:pt x="9716083" y="3831728"/>
                </a:lnTo>
                <a:lnTo>
                  <a:pt x="9708211" y="3839600"/>
                </a:lnTo>
                <a:lnTo>
                  <a:pt x="9700339" y="3831728"/>
                </a:lnTo>
                <a:lnTo>
                  <a:pt x="9700339" y="3823856"/>
                </a:lnTo>
                <a:close/>
                <a:moveTo>
                  <a:pt x="5896169" y="3802210"/>
                </a:moveTo>
                <a:lnTo>
                  <a:pt x="5909938" y="3806144"/>
                </a:lnTo>
                <a:lnTo>
                  <a:pt x="5917810" y="3814016"/>
                </a:lnTo>
                <a:lnTo>
                  <a:pt x="5937486" y="3815984"/>
                </a:lnTo>
                <a:lnTo>
                  <a:pt x="5919778" y="3812049"/>
                </a:lnTo>
                <a:lnTo>
                  <a:pt x="5911905" y="3806144"/>
                </a:lnTo>
                <a:close/>
                <a:moveTo>
                  <a:pt x="3001597" y="3782433"/>
                </a:moveTo>
                <a:lnTo>
                  <a:pt x="3001223" y="3782527"/>
                </a:lnTo>
                <a:lnTo>
                  <a:pt x="3008748" y="3822034"/>
                </a:lnTo>
                <a:lnTo>
                  <a:pt x="3009113" y="3821888"/>
                </a:lnTo>
                <a:close/>
                <a:moveTo>
                  <a:pt x="6258279" y="3778591"/>
                </a:moveTo>
                <a:lnTo>
                  <a:pt x="6262215" y="3780559"/>
                </a:lnTo>
                <a:lnTo>
                  <a:pt x="6262215" y="3788431"/>
                </a:lnTo>
                <a:lnTo>
                  <a:pt x="6260247" y="3790399"/>
                </a:lnTo>
                <a:lnTo>
                  <a:pt x="6258279" y="3786463"/>
                </a:lnTo>
                <a:lnTo>
                  <a:pt x="6256310" y="3782527"/>
                </a:lnTo>
                <a:close/>
                <a:moveTo>
                  <a:pt x="6220884" y="3766783"/>
                </a:moveTo>
                <a:lnTo>
                  <a:pt x="6224821" y="3766783"/>
                </a:lnTo>
                <a:lnTo>
                  <a:pt x="6226789" y="3770719"/>
                </a:lnTo>
                <a:lnTo>
                  <a:pt x="6220884" y="3768751"/>
                </a:lnTo>
                <a:close/>
                <a:moveTo>
                  <a:pt x="3016255" y="3765742"/>
                </a:moveTo>
                <a:lnTo>
                  <a:pt x="3016967" y="3766783"/>
                </a:lnTo>
                <a:lnTo>
                  <a:pt x="3016967" y="3776628"/>
                </a:lnTo>
                <a:lnTo>
                  <a:pt x="3016984" y="3776624"/>
                </a:lnTo>
                <a:lnTo>
                  <a:pt x="3016984" y="3766784"/>
                </a:lnTo>
                <a:close/>
                <a:moveTo>
                  <a:pt x="6246470" y="3758910"/>
                </a:moveTo>
                <a:lnTo>
                  <a:pt x="6248438" y="3766782"/>
                </a:lnTo>
                <a:lnTo>
                  <a:pt x="6246470" y="3770718"/>
                </a:lnTo>
                <a:lnTo>
                  <a:pt x="6240566" y="3762846"/>
                </a:lnTo>
                <a:close/>
                <a:moveTo>
                  <a:pt x="6362582" y="3745136"/>
                </a:moveTo>
                <a:lnTo>
                  <a:pt x="6370454" y="3756944"/>
                </a:lnTo>
                <a:lnTo>
                  <a:pt x="6374390" y="3786465"/>
                </a:lnTo>
                <a:lnTo>
                  <a:pt x="6390134" y="3839601"/>
                </a:lnTo>
                <a:lnTo>
                  <a:pt x="6386198" y="3855345"/>
                </a:lnTo>
                <a:lnTo>
                  <a:pt x="6370454" y="3859281"/>
                </a:lnTo>
                <a:lnTo>
                  <a:pt x="6370454" y="3894706"/>
                </a:lnTo>
                <a:lnTo>
                  <a:pt x="6366518" y="3906514"/>
                </a:lnTo>
                <a:lnTo>
                  <a:pt x="6342902" y="3977363"/>
                </a:lnTo>
                <a:lnTo>
                  <a:pt x="6333062" y="4018691"/>
                </a:lnTo>
                <a:lnTo>
                  <a:pt x="6317318" y="4054115"/>
                </a:lnTo>
                <a:lnTo>
                  <a:pt x="6309445" y="4113156"/>
                </a:lnTo>
                <a:lnTo>
                  <a:pt x="6289765" y="4136772"/>
                </a:lnTo>
                <a:lnTo>
                  <a:pt x="6268117" y="4140708"/>
                </a:lnTo>
                <a:lnTo>
                  <a:pt x="6248437" y="4154484"/>
                </a:lnTo>
                <a:lnTo>
                  <a:pt x="6224821" y="4144644"/>
                </a:lnTo>
                <a:lnTo>
                  <a:pt x="6209076" y="4128900"/>
                </a:lnTo>
                <a:lnTo>
                  <a:pt x="6203172" y="4087572"/>
                </a:lnTo>
                <a:lnTo>
                  <a:pt x="6187428" y="4067891"/>
                </a:lnTo>
                <a:lnTo>
                  <a:pt x="6187428" y="4038371"/>
                </a:lnTo>
                <a:lnTo>
                  <a:pt x="6213013" y="4004915"/>
                </a:lnTo>
                <a:lnTo>
                  <a:pt x="6220885" y="3951778"/>
                </a:lnTo>
                <a:lnTo>
                  <a:pt x="6209076" y="3932098"/>
                </a:lnTo>
                <a:lnTo>
                  <a:pt x="6216949" y="3888802"/>
                </a:lnTo>
                <a:lnTo>
                  <a:pt x="6224821" y="3873057"/>
                </a:lnTo>
                <a:lnTo>
                  <a:pt x="6240565" y="3867153"/>
                </a:lnTo>
                <a:lnTo>
                  <a:pt x="6248437" y="3861249"/>
                </a:lnTo>
                <a:lnTo>
                  <a:pt x="6264181" y="3859281"/>
                </a:lnTo>
                <a:lnTo>
                  <a:pt x="6281893" y="3843537"/>
                </a:lnTo>
                <a:lnTo>
                  <a:pt x="6297637" y="3839601"/>
                </a:lnTo>
                <a:lnTo>
                  <a:pt x="6309445" y="3827793"/>
                </a:lnTo>
                <a:lnTo>
                  <a:pt x="6321254" y="3817953"/>
                </a:lnTo>
                <a:lnTo>
                  <a:pt x="6321254" y="3802209"/>
                </a:lnTo>
                <a:lnTo>
                  <a:pt x="6335030" y="3794337"/>
                </a:lnTo>
                <a:lnTo>
                  <a:pt x="6350774" y="3764816"/>
                </a:lnTo>
                <a:lnTo>
                  <a:pt x="6354710" y="3749072"/>
                </a:lnTo>
                <a:close/>
                <a:moveTo>
                  <a:pt x="5911770" y="3743305"/>
                </a:moveTo>
                <a:lnTo>
                  <a:pt x="5904034" y="3751040"/>
                </a:lnTo>
                <a:lnTo>
                  <a:pt x="5896162" y="3800240"/>
                </a:lnTo>
                <a:lnTo>
                  <a:pt x="5874514" y="3812049"/>
                </a:lnTo>
                <a:lnTo>
                  <a:pt x="5854834" y="3812049"/>
                </a:lnTo>
                <a:lnTo>
                  <a:pt x="5835172" y="3823846"/>
                </a:lnTo>
                <a:lnTo>
                  <a:pt x="5852866" y="3814016"/>
                </a:lnTo>
                <a:lnTo>
                  <a:pt x="5872546" y="3814016"/>
                </a:lnTo>
                <a:lnTo>
                  <a:pt x="5896162" y="3802208"/>
                </a:lnTo>
                <a:lnTo>
                  <a:pt x="5896161" y="3802208"/>
                </a:lnTo>
                <a:lnTo>
                  <a:pt x="5904033" y="3753008"/>
                </a:lnTo>
                <a:lnTo>
                  <a:pt x="5911905" y="3745136"/>
                </a:lnTo>
                <a:close/>
                <a:moveTo>
                  <a:pt x="6213013" y="3737262"/>
                </a:moveTo>
                <a:lnTo>
                  <a:pt x="6214981" y="3737262"/>
                </a:lnTo>
                <a:lnTo>
                  <a:pt x="6214981" y="3751038"/>
                </a:lnTo>
                <a:lnTo>
                  <a:pt x="6216949" y="3754974"/>
                </a:lnTo>
                <a:lnTo>
                  <a:pt x="6214981" y="3756942"/>
                </a:lnTo>
                <a:lnTo>
                  <a:pt x="6213013" y="3753006"/>
                </a:lnTo>
                <a:lnTo>
                  <a:pt x="6213013" y="3745134"/>
                </a:lnTo>
                <a:close/>
                <a:moveTo>
                  <a:pt x="5657908" y="3728777"/>
                </a:moveTo>
                <a:lnTo>
                  <a:pt x="5654095" y="3770720"/>
                </a:lnTo>
                <a:lnTo>
                  <a:pt x="5600959" y="3770720"/>
                </a:lnTo>
                <a:lnTo>
                  <a:pt x="5604895" y="3876993"/>
                </a:lnTo>
                <a:lnTo>
                  <a:pt x="5624574" y="3894705"/>
                </a:lnTo>
                <a:lnTo>
                  <a:pt x="5624575" y="3894705"/>
                </a:lnTo>
                <a:lnTo>
                  <a:pt x="5604895" y="3876993"/>
                </a:lnTo>
                <a:lnTo>
                  <a:pt x="5600959" y="3770720"/>
                </a:lnTo>
                <a:lnTo>
                  <a:pt x="5654096" y="3770720"/>
                </a:lnTo>
                <a:lnTo>
                  <a:pt x="5657909" y="3728777"/>
                </a:lnTo>
                <a:close/>
                <a:moveTo>
                  <a:pt x="5717072" y="3725456"/>
                </a:moveTo>
                <a:lnTo>
                  <a:pt x="5713628" y="3739232"/>
                </a:lnTo>
                <a:lnTo>
                  <a:pt x="5715104" y="3739232"/>
                </a:lnTo>
                <a:lnTo>
                  <a:pt x="5718909" y="3725915"/>
                </a:lnTo>
                <a:close/>
                <a:moveTo>
                  <a:pt x="5667872" y="3725456"/>
                </a:moveTo>
                <a:lnTo>
                  <a:pt x="5665904" y="3726112"/>
                </a:lnTo>
                <a:lnTo>
                  <a:pt x="5669840" y="3725456"/>
                </a:lnTo>
                <a:close/>
                <a:moveTo>
                  <a:pt x="5683616" y="3721520"/>
                </a:moveTo>
                <a:lnTo>
                  <a:pt x="5675744" y="3725456"/>
                </a:lnTo>
                <a:lnTo>
                  <a:pt x="5677712" y="3725456"/>
                </a:lnTo>
                <a:lnTo>
                  <a:pt x="5684459" y="3722082"/>
                </a:lnTo>
                <a:close/>
                <a:moveTo>
                  <a:pt x="6075252" y="3718989"/>
                </a:moveTo>
                <a:lnTo>
                  <a:pt x="6069348" y="3721519"/>
                </a:lnTo>
                <a:lnTo>
                  <a:pt x="6063443" y="3725948"/>
                </a:lnTo>
                <a:lnTo>
                  <a:pt x="6067380" y="3723487"/>
                </a:lnTo>
                <a:close/>
                <a:moveTo>
                  <a:pt x="9519282" y="3705775"/>
                </a:moveTo>
                <a:lnTo>
                  <a:pt x="9525186" y="3717583"/>
                </a:lnTo>
                <a:lnTo>
                  <a:pt x="9515346" y="3721519"/>
                </a:lnTo>
                <a:lnTo>
                  <a:pt x="9511410" y="3717583"/>
                </a:lnTo>
                <a:lnTo>
                  <a:pt x="9511410" y="3709711"/>
                </a:lnTo>
                <a:close/>
                <a:moveTo>
                  <a:pt x="9021373" y="3690031"/>
                </a:moveTo>
                <a:lnTo>
                  <a:pt x="9027277" y="3697903"/>
                </a:lnTo>
                <a:lnTo>
                  <a:pt x="9027277" y="3717583"/>
                </a:lnTo>
                <a:lnTo>
                  <a:pt x="9039085" y="3729392"/>
                </a:lnTo>
                <a:lnTo>
                  <a:pt x="9039085" y="3747104"/>
                </a:lnTo>
                <a:lnTo>
                  <a:pt x="9054830" y="3774656"/>
                </a:lnTo>
                <a:lnTo>
                  <a:pt x="9062702" y="3800240"/>
                </a:lnTo>
                <a:lnTo>
                  <a:pt x="9066638" y="3788432"/>
                </a:lnTo>
                <a:lnTo>
                  <a:pt x="9072542" y="3792368"/>
                </a:lnTo>
                <a:lnTo>
                  <a:pt x="9088286" y="3800240"/>
                </a:lnTo>
                <a:lnTo>
                  <a:pt x="9100094" y="3804176"/>
                </a:lnTo>
                <a:lnTo>
                  <a:pt x="9100094" y="3855345"/>
                </a:lnTo>
                <a:lnTo>
                  <a:pt x="9115838" y="3873057"/>
                </a:lnTo>
                <a:lnTo>
                  <a:pt x="9123710" y="3906513"/>
                </a:lnTo>
                <a:lnTo>
                  <a:pt x="9129614" y="3918321"/>
                </a:lnTo>
                <a:lnTo>
                  <a:pt x="9133550" y="3938001"/>
                </a:lnTo>
                <a:lnTo>
                  <a:pt x="9157167" y="3943906"/>
                </a:lnTo>
                <a:lnTo>
                  <a:pt x="9168975" y="3957682"/>
                </a:lnTo>
                <a:lnTo>
                  <a:pt x="9186687" y="3961618"/>
                </a:lnTo>
                <a:lnTo>
                  <a:pt x="9194559" y="3969490"/>
                </a:lnTo>
                <a:lnTo>
                  <a:pt x="9194559" y="3985234"/>
                </a:lnTo>
                <a:lnTo>
                  <a:pt x="9210303" y="3999010"/>
                </a:lnTo>
                <a:lnTo>
                  <a:pt x="9210303" y="4026562"/>
                </a:lnTo>
                <a:lnTo>
                  <a:pt x="9226047" y="4044274"/>
                </a:lnTo>
                <a:lnTo>
                  <a:pt x="9233919" y="4040338"/>
                </a:lnTo>
                <a:lnTo>
                  <a:pt x="9245727" y="4038370"/>
                </a:lnTo>
                <a:lnTo>
                  <a:pt x="9251631" y="4056083"/>
                </a:lnTo>
                <a:lnTo>
                  <a:pt x="9269343" y="4075763"/>
                </a:lnTo>
                <a:lnTo>
                  <a:pt x="9281151" y="4085603"/>
                </a:lnTo>
                <a:lnTo>
                  <a:pt x="9296896" y="4109219"/>
                </a:lnTo>
                <a:lnTo>
                  <a:pt x="9312640" y="4132835"/>
                </a:lnTo>
                <a:lnTo>
                  <a:pt x="9320512" y="4121027"/>
                </a:lnTo>
                <a:lnTo>
                  <a:pt x="9320512" y="4124963"/>
                </a:lnTo>
                <a:lnTo>
                  <a:pt x="9314608" y="4170228"/>
                </a:lnTo>
                <a:lnTo>
                  <a:pt x="9320512" y="4185972"/>
                </a:lnTo>
                <a:lnTo>
                  <a:pt x="9334288" y="4199748"/>
                </a:lnTo>
                <a:lnTo>
                  <a:pt x="9326416" y="4219428"/>
                </a:lnTo>
                <a:lnTo>
                  <a:pt x="9326416" y="4256820"/>
                </a:lnTo>
                <a:lnTo>
                  <a:pt x="9320512" y="4280436"/>
                </a:lnTo>
                <a:lnTo>
                  <a:pt x="9320512" y="4302085"/>
                </a:lnTo>
                <a:lnTo>
                  <a:pt x="9320512" y="4309957"/>
                </a:lnTo>
                <a:lnTo>
                  <a:pt x="9308704" y="4325701"/>
                </a:lnTo>
                <a:lnTo>
                  <a:pt x="9308704" y="4337509"/>
                </a:lnTo>
                <a:lnTo>
                  <a:pt x="9300832" y="4347349"/>
                </a:lnTo>
                <a:lnTo>
                  <a:pt x="9269343" y="4386709"/>
                </a:lnTo>
                <a:lnTo>
                  <a:pt x="9269343" y="4398518"/>
                </a:lnTo>
                <a:lnTo>
                  <a:pt x="9251631" y="4428038"/>
                </a:lnTo>
                <a:lnTo>
                  <a:pt x="9251631" y="4439846"/>
                </a:lnTo>
                <a:lnTo>
                  <a:pt x="9229983" y="4485110"/>
                </a:lnTo>
                <a:lnTo>
                  <a:pt x="9231951" y="4510695"/>
                </a:lnTo>
                <a:lnTo>
                  <a:pt x="9229983" y="4524471"/>
                </a:lnTo>
                <a:lnTo>
                  <a:pt x="9184719" y="4536279"/>
                </a:lnTo>
                <a:lnTo>
                  <a:pt x="9168975" y="4542183"/>
                </a:lnTo>
                <a:lnTo>
                  <a:pt x="9157167" y="4555959"/>
                </a:lnTo>
                <a:lnTo>
                  <a:pt x="9153230" y="4567767"/>
                </a:lnTo>
                <a:lnTo>
                  <a:pt x="9133550" y="4573671"/>
                </a:lnTo>
                <a:lnTo>
                  <a:pt x="9111902" y="4579575"/>
                </a:lnTo>
                <a:lnTo>
                  <a:pt x="9100094" y="4561863"/>
                </a:lnTo>
                <a:lnTo>
                  <a:pt x="9100094" y="4548087"/>
                </a:lnTo>
                <a:lnTo>
                  <a:pt x="9076478" y="4546119"/>
                </a:lnTo>
                <a:lnTo>
                  <a:pt x="9066638" y="4557927"/>
                </a:lnTo>
                <a:lnTo>
                  <a:pt x="9050894" y="4569735"/>
                </a:lnTo>
                <a:lnTo>
                  <a:pt x="9054830" y="4585479"/>
                </a:lnTo>
                <a:lnTo>
                  <a:pt x="9001693" y="4567767"/>
                </a:lnTo>
                <a:lnTo>
                  <a:pt x="8993821" y="4567767"/>
                </a:lnTo>
                <a:lnTo>
                  <a:pt x="8989885" y="4567767"/>
                </a:lnTo>
                <a:lnTo>
                  <a:pt x="8982013" y="4557927"/>
                </a:lnTo>
                <a:lnTo>
                  <a:pt x="8968237" y="4555959"/>
                </a:lnTo>
                <a:lnTo>
                  <a:pt x="8952493" y="4548087"/>
                </a:lnTo>
                <a:lnTo>
                  <a:pt x="8948557" y="4530375"/>
                </a:lnTo>
                <a:lnTo>
                  <a:pt x="8932813" y="4518567"/>
                </a:lnTo>
                <a:lnTo>
                  <a:pt x="8940685" y="4502822"/>
                </a:lnTo>
                <a:lnTo>
                  <a:pt x="8928877" y="4489046"/>
                </a:lnTo>
                <a:lnTo>
                  <a:pt x="8921004" y="4477238"/>
                </a:lnTo>
                <a:lnTo>
                  <a:pt x="8899356" y="4469366"/>
                </a:lnTo>
                <a:lnTo>
                  <a:pt x="8891484" y="4457558"/>
                </a:lnTo>
                <a:lnTo>
                  <a:pt x="8911164" y="4449686"/>
                </a:lnTo>
                <a:lnTo>
                  <a:pt x="8903292" y="4435910"/>
                </a:lnTo>
                <a:lnTo>
                  <a:pt x="8887548" y="4435910"/>
                </a:lnTo>
                <a:lnTo>
                  <a:pt x="8887548" y="4445750"/>
                </a:lnTo>
                <a:lnTo>
                  <a:pt x="8871804" y="4461494"/>
                </a:lnTo>
                <a:lnTo>
                  <a:pt x="8856060" y="4461494"/>
                </a:lnTo>
                <a:lnTo>
                  <a:pt x="8856060" y="4449686"/>
                </a:lnTo>
                <a:lnTo>
                  <a:pt x="8865900" y="4443782"/>
                </a:lnTo>
                <a:lnTo>
                  <a:pt x="8871804" y="4435910"/>
                </a:lnTo>
                <a:lnTo>
                  <a:pt x="8875740" y="4416230"/>
                </a:lnTo>
                <a:lnTo>
                  <a:pt x="8887548" y="4400486"/>
                </a:lnTo>
                <a:lnTo>
                  <a:pt x="8891484" y="4378837"/>
                </a:lnTo>
                <a:lnTo>
                  <a:pt x="8875740" y="4378837"/>
                </a:lnTo>
                <a:lnTo>
                  <a:pt x="8871804" y="4388677"/>
                </a:lnTo>
                <a:lnTo>
                  <a:pt x="8865900" y="4394582"/>
                </a:lnTo>
                <a:lnTo>
                  <a:pt x="8838348" y="4424102"/>
                </a:lnTo>
                <a:lnTo>
                  <a:pt x="8842284" y="4435910"/>
                </a:lnTo>
                <a:lnTo>
                  <a:pt x="8826540" y="4445750"/>
                </a:lnTo>
                <a:lnTo>
                  <a:pt x="8808827" y="4439846"/>
                </a:lnTo>
                <a:lnTo>
                  <a:pt x="8800955" y="4431974"/>
                </a:lnTo>
                <a:lnTo>
                  <a:pt x="8808827" y="4424102"/>
                </a:lnTo>
                <a:lnTo>
                  <a:pt x="8804891" y="4404422"/>
                </a:lnTo>
                <a:lnTo>
                  <a:pt x="8789147" y="4388677"/>
                </a:lnTo>
                <a:lnTo>
                  <a:pt x="8773403" y="4359157"/>
                </a:lnTo>
                <a:lnTo>
                  <a:pt x="8743883" y="4351285"/>
                </a:lnTo>
                <a:lnTo>
                  <a:pt x="8728139" y="4355221"/>
                </a:lnTo>
                <a:lnTo>
                  <a:pt x="8694683" y="4333573"/>
                </a:lnTo>
                <a:lnTo>
                  <a:pt x="8633674" y="4341445"/>
                </a:lnTo>
                <a:lnTo>
                  <a:pt x="8592346" y="4355221"/>
                </a:lnTo>
                <a:lnTo>
                  <a:pt x="8552985" y="4359157"/>
                </a:lnTo>
                <a:lnTo>
                  <a:pt x="8531337" y="4378837"/>
                </a:lnTo>
                <a:lnTo>
                  <a:pt x="8511657" y="4378837"/>
                </a:lnTo>
                <a:lnTo>
                  <a:pt x="8490009" y="4394582"/>
                </a:lnTo>
                <a:lnTo>
                  <a:pt x="8490009" y="4400486"/>
                </a:lnTo>
                <a:lnTo>
                  <a:pt x="8474265" y="4412294"/>
                </a:lnTo>
                <a:lnTo>
                  <a:pt x="8454584" y="4412294"/>
                </a:lnTo>
                <a:lnTo>
                  <a:pt x="8446712" y="4408358"/>
                </a:lnTo>
                <a:lnTo>
                  <a:pt x="8401448" y="4408358"/>
                </a:lnTo>
                <a:lnTo>
                  <a:pt x="8393576" y="4412294"/>
                </a:lnTo>
                <a:lnTo>
                  <a:pt x="8367992" y="4424102"/>
                </a:lnTo>
                <a:lnTo>
                  <a:pt x="8360120" y="4431974"/>
                </a:lnTo>
                <a:lnTo>
                  <a:pt x="8340439" y="4435910"/>
                </a:lnTo>
                <a:lnTo>
                  <a:pt x="8336503" y="4449686"/>
                </a:lnTo>
                <a:lnTo>
                  <a:pt x="8332567" y="4453622"/>
                </a:lnTo>
                <a:lnTo>
                  <a:pt x="8303047" y="4453622"/>
                </a:lnTo>
                <a:lnTo>
                  <a:pt x="8277463" y="4449686"/>
                </a:lnTo>
                <a:lnTo>
                  <a:pt x="8265655" y="4435910"/>
                </a:lnTo>
                <a:lnTo>
                  <a:pt x="8238103" y="4431974"/>
                </a:lnTo>
                <a:lnTo>
                  <a:pt x="8234167" y="4416230"/>
                </a:lnTo>
                <a:lnTo>
                  <a:pt x="8238103" y="4400486"/>
                </a:lnTo>
                <a:lnTo>
                  <a:pt x="8249911" y="4400486"/>
                </a:lnTo>
                <a:lnTo>
                  <a:pt x="8253847" y="4367029"/>
                </a:lnTo>
                <a:lnTo>
                  <a:pt x="8257783" y="4355221"/>
                </a:lnTo>
                <a:lnTo>
                  <a:pt x="8249911" y="4333573"/>
                </a:lnTo>
                <a:lnTo>
                  <a:pt x="8245975" y="4317829"/>
                </a:lnTo>
                <a:lnTo>
                  <a:pt x="8234167" y="4298149"/>
                </a:lnTo>
                <a:lnTo>
                  <a:pt x="8230230" y="4252884"/>
                </a:lnTo>
                <a:lnTo>
                  <a:pt x="8230230" y="4241076"/>
                </a:lnTo>
                <a:lnTo>
                  <a:pt x="8212518" y="4223364"/>
                </a:lnTo>
                <a:lnTo>
                  <a:pt x="8212518" y="4211556"/>
                </a:lnTo>
                <a:lnTo>
                  <a:pt x="8200710" y="4195812"/>
                </a:lnTo>
                <a:lnTo>
                  <a:pt x="8200710" y="4185972"/>
                </a:lnTo>
                <a:lnTo>
                  <a:pt x="8173158" y="4142675"/>
                </a:lnTo>
                <a:lnTo>
                  <a:pt x="8173158" y="4138739"/>
                </a:lnTo>
                <a:lnTo>
                  <a:pt x="8177094" y="4138739"/>
                </a:lnTo>
                <a:lnTo>
                  <a:pt x="8200710" y="4174164"/>
                </a:lnTo>
                <a:lnTo>
                  <a:pt x="8204646" y="4170228"/>
                </a:lnTo>
                <a:lnTo>
                  <a:pt x="8196774" y="4154483"/>
                </a:lnTo>
                <a:lnTo>
                  <a:pt x="8192838" y="4142675"/>
                </a:lnTo>
                <a:lnTo>
                  <a:pt x="8200710" y="4142675"/>
                </a:lnTo>
                <a:lnTo>
                  <a:pt x="8208582" y="4162355"/>
                </a:lnTo>
                <a:lnTo>
                  <a:pt x="8212518" y="4158419"/>
                </a:lnTo>
                <a:lnTo>
                  <a:pt x="8216454" y="4150547"/>
                </a:lnTo>
                <a:lnTo>
                  <a:pt x="8200710" y="4117091"/>
                </a:lnTo>
                <a:lnTo>
                  <a:pt x="8192838" y="4093475"/>
                </a:lnTo>
                <a:lnTo>
                  <a:pt x="8208582" y="4030498"/>
                </a:lnTo>
                <a:lnTo>
                  <a:pt x="8212518" y="4022626"/>
                </a:lnTo>
                <a:lnTo>
                  <a:pt x="8216454" y="4026562"/>
                </a:lnTo>
                <a:lnTo>
                  <a:pt x="8220390" y="4038370"/>
                </a:lnTo>
                <a:lnTo>
                  <a:pt x="8234167" y="4018690"/>
                </a:lnTo>
                <a:lnTo>
                  <a:pt x="8253847" y="4010818"/>
                </a:lnTo>
                <a:lnTo>
                  <a:pt x="8257783" y="4010818"/>
                </a:lnTo>
                <a:lnTo>
                  <a:pt x="8281399" y="3987202"/>
                </a:lnTo>
                <a:lnTo>
                  <a:pt x="8295175" y="3985234"/>
                </a:lnTo>
                <a:lnTo>
                  <a:pt x="8303047" y="3991138"/>
                </a:lnTo>
                <a:lnTo>
                  <a:pt x="8314855" y="3991138"/>
                </a:lnTo>
                <a:lnTo>
                  <a:pt x="8332567" y="3977362"/>
                </a:lnTo>
                <a:lnTo>
                  <a:pt x="8348312" y="3973426"/>
                </a:lnTo>
                <a:lnTo>
                  <a:pt x="8356184" y="3965554"/>
                </a:lnTo>
                <a:lnTo>
                  <a:pt x="8387672" y="3961618"/>
                </a:lnTo>
                <a:lnTo>
                  <a:pt x="8393576" y="3957682"/>
                </a:lnTo>
                <a:lnTo>
                  <a:pt x="8421128" y="3938001"/>
                </a:lnTo>
                <a:lnTo>
                  <a:pt x="8429000" y="3932097"/>
                </a:lnTo>
                <a:lnTo>
                  <a:pt x="8446712" y="3910449"/>
                </a:lnTo>
                <a:lnTo>
                  <a:pt x="8436872" y="3906513"/>
                </a:lnTo>
                <a:lnTo>
                  <a:pt x="8440808" y="3888801"/>
                </a:lnTo>
                <a:lnTo>
                  <a:pt x="8446712" y="3873057"/>
                </a:lnTo>
                <a:lnTo>
                  <a:pt x="8458520" y="3861249"/>
                </a:lnTo>
                <a:lnTo>
                  <a:pt x="8474265" y="3876993"/>
                </a:lnTo>
                <a:lnTo>
                  <a:pt x="8490009" y="3876993"/>
                </a:lnTo>
                <a:lnTo>
                  <a:pt x="8482137" y="3867153"/>
                </a:lnTo>
                <a:lnTo>
                  <a:pt x="8486073" y="3861249"/>
                </a:lnTo>
                <a:lnTo>
                  <a:pt x="8491977" y="3861249"/>
                </a:lnTo>
                <a:lnTo>
                  <a:pt x="8503785" y="3861249"/>
                </a:lnTo>
                <a:lnTo>
                  <a:pt x="8507721" y="3827792"/>
                </a:lnTo>
                <a:lnTo>
                  <a:pt x="8527401" y="3827792"/>
                </a:lnTo>
                <a:lnTo>
                  <a:pt x="8527401" y="3812048"/>
                </a:lnTo>
                <a:lnTo>
                  <a:pt x="8543145" y="3800240"/>
                </a:lnTo>
                <a:lnTo>
                  <a:pt x="8552985" y="3804176"/>
                </a:lnTo>
                <a:lnTo>
                  <a:pt x="8564793" y="3788432"/>
                </a:lnTo>
                <a:lnTo>
                  <a:pt x="8572665" y="3788432"/>
                </a:lnTo>
                <a:lnTo>
                  <a:pt x="8584474" y="3784496"/>
                </a:lnTo>
                <a:lnTo>
                  <a:pt x="8594314" y="3780560"/>
                </a:lnTo>
                <a:lnTo>
                  <a:pt x="8613994" y="3823856"/>
                </a:lnTo>
                <a:lnTo>
                  <a:pt x="8625802" y="3815984"/>
                </a:lnTo>
                <a:lnTo>
                  <a:pt x="8633674" y="3815984"/>
                </a:lnTo>
                <a:lnTo>
                  <a:pt x="8633674" y="3823856"/>
                </a:lnTo>
                <a:lnTo>
                  <a:pt x="8641546" y="3823856"/>
                </a:lnTo>
                <a:lnTo>
                  <a:pt x="8651386" y="3823856"/>
                </a:lnTo>
                <a:lnTo>
                  <a:pt x="8659258" y="3835665"/>
                </a:lnTo>
                <a:lnTo>
                  <a:pt x="8663194" y="3827792"/>
                </a:lnTo>
                <a:lnTo>
                  <a:pt x="8663194" y="3815984"/>
                </a:lnTo>
                <a:lnTo>
                  <a:pt x="8649418" y="3800240"/>
                </a:lnTo>
                <a:lnTo>
                  <a:pt x="8659258" y="3774656"/>
                </a:lnTo>
                <a:lnTo>
                  <a:pt x="8667130" y="3766784"/>
                </a:lnTo>
                <a:lnTo>
                  <a:pt x="8667130" y="3758912"/>
                </a:lnTo>
                <a:lnTo>
                  <a:pt x="8682874" y="3739232"/>
                </a:lnTo>
                <a:lnTo>
                  <a:pt x="8698619" y="3739232"/>
                </a:lnTo>
                <a:lnTo>
                  <a:pt x="8736011" y="3739232"/>
                </a:lnTo>
                <a:lnTo>
                  <a:pt x="8739947" y="3729392"/>
                </a:lnTo>
                <a:lnTo>
                  <a:pt x="8716331" y="3717583"/>
                </a:lnTo>
                <a:lnTo>
                  <a:pt x="8716331" y="3709711"/>
                </a:lnTo>
                <a:lnTo>
                  <a:pt x="8743883" y="3713647"/>
                </a:lnTo>
                <a:lnTo>
                  <a:pt x="8757659" y="3721520"/>
                </a:lnTo>
                <a:lnTo>
                  <a:pt x="8789147" y="3725456"/>
                </a:lnTo>
                <a:lnTo>
                  <a:pt x="8804891" y="3731360"/>
                </a:lnTo>
                <a:lnTo>
                  <a:pt x="8830476" y="3731360"/>
                </a:lnTo>
                <a:lnTo>
                  <a:pt x="8838348" y="3735296"/>
                </a:lnTo>
                <a:lnTo>
                  <a:pt x="8850156" y="3731360"/>
                </a:lnTo>
                <a:lnTo>
                  <a:pt x="8856060" y="3735296"/>
                </a:lnTo>
                <a:lnTo>
                  <a:pt x="8856060" y="3747104"/>
                </a:lnTo>
                <a:lnTo>
                  <a:pt x="8854092" y="3762848"/>
                </a:lnTo>
                <a:lnTo>
                  <a:pt x="8850156" y="3766784"/>
                </a:lnTo>
                <a:lnTo>
                  <a:pt x="8830476" y="3774656"/>
                </a:lnTo>
                <a:lnTo>
                  <a:pt x="8830476" y="3800240"/>
                </a:lnTo>
                <a:lnTo>
                  <a:pt x="8822604" y="3804176"/>
                </a:lnTo>
                <a:lnTo>
                  <a:pt x="8818668" y="3819920"/>
                </a:lnTo>
                <a:lnTo>
                  <a:pt x="8830476" y="3823856"/>
                </a:lnTo>
                <a:lnTo>
                  <a:pt x="8842284" y="3831729"/>
                </a:lnTo>
                <a:lnTo>
                  <a:pt x="8850156" y="3837633"/>
                </a:lnTo>
                <a:lnTo>
                  <a:pt x="8865900" y="3837633"/>
                </a:lnTo>
                <a:lnTo>
                  <a:pt x="8867868" y="3845505"/>
                </a:lnTo>
                <a:lnTo>
                  <a:pt x="8891484" y="3865185"/>
                </a:lnTo>
                <a:lnTo>
                  <a:pt x="8913132" y="3873057"/>
                </a:lnTo>
                <a:lnTo>
                  <a:pt x="8921004" y="3878961"/>
                </a:lnTo>
                <a:lnTo>
                  <a:pt x="8936749" y="3888801"/>
                </a:lnTo>
                <a:lnTo>
                  <a:pt x="8964301" y="3894705"/>
                </a:lnTo>
                <a:lnTo>
                  <a:pt x="8978077" y="3878961"/>
                </a:lnTo>
                <a:lnTo>
                  <a:pt x="8985949" y="3835665"/>
                </a:lnTo>
                <a:lnTo>
                  <a:pt x="8993821" y="3804176"/>
                </a:lnTo>
                <a:lnTo>
                  <a:pt x="8997757" y="3792368"/>
                </a:lnTo>
                <a:lnTo>
                  <a:pt x="8989885" y="3780560"/>
                </a:lnTo>
                <a:lnTo>
                  <a:pt x="8989885" y="3766784"/>
                </a:lnTo>
                <a:lnTo>
                  <a:pt x="8997757" y="3758912"/>
                </a:lnTo>
                <a:lnTo>
                  <a:pt x="9001693" y="3754976"/>
                </a:lnTo>
                <a:lnTo>
                  <a:pt x="8989885" y="3743168"/>
                </a:lnTo>
                <a:lnTo>
                  <a:pt x="8997757" y="3731360"/>
                </a:lnTo>
                <a:lnTo>
                  <a:pt x="9005629" y="3725456"/>
                </a:lnTo>
                <a:lnTo>
                  <a:pt x="9009565" y="3713647"/>
                </a:lnTo>
                <a:lnTo>
                  <a:pt x="9013501" y="3693967"/>
                </a:lnTo>
                <a:close/>
                <a:moveTo>
                  <a:pt x="9312640" y="3686095"/>
                </a:moveTo>
                <a:lnTo>
                  <a:pt x="9314608" y="3695935"/>
                </a:lnTo>
                <a:lnTo>
                  <a:pt x="9308704" y="3699871"/>
                </a:lnTo>
                <a:lnTo>
                  <a:pt x="9300832" y="3695935"/>
                </a:lnTo>
                <a:lnTo>
                  <a:pt x="9300832" y="3691999"/>
                </a:lnTo>
                <a:close/>
                <a:moveTo>
                  <a:pt x="3087812" y="3686094"/>
                </a:moveTo>
                <a:lnTo>
                  <a:pt x="3058291" y="3693966"/>
                </a:lnTo>
                <a:lnTo>
                  <a:pt x="3042547" y="3721518"/>
                </a:lnTo>
                <a:lnTo>
                  <a:pt x="2989411" y="3727422"/>
                </a:lnTo>
                <a:lnTo>
                  <a:pt x="2969749" y="3723209"/>
                </a:lnTo>
                <a:lnTo>
                  <a:pt x="2990665" y="3729185"/>
                </a:lnTo>
                <a:lnTo>
                  <a:pt x="2989432" y="3727424"/>
                </a:lnTo>
                <a:lnTo>
                  <a:pt x="3042569" y="3721520"/>
                </a:lnTo>
                <a:lnTo>
                  <a:pt x="3058314" y="3693967"/>
                </a:lnTo>
                <a:lnTo>
                  <a:pt x="3087820" y="3686099"/>
                </a:lnTo>
                <a:close/>
                <a:moveTo>
                  <a:pt x="9550770" y="3678222"/>
                </a:moveTo>
                <a:lnTo>
                  <a:pt x="9562578" y="3678222"/>
                </a:lnTo>
                <a:lnTo>
                  <a:pt x="9574386" y="3682158"/>
                </a:lnTo>
                <a:lnTo>
                  <a:pt x="9574386" y="3695934"/>
                </a:lnTo>
                <a:lnTo>
                  <a:pt x="9566514" y="3699870"/>
                </a:lnTo>
                <a:lnTo>
                  <a:pt x="9550770" y="3688062"/>
                </a:lnTo>
                <a:close/>
                <a:moveTo>
                  <a:pt x="2893517" y="3677723"/>
                </a:moveTo>
                <a:lnTo>
                  <a:pt x="2902821" y="3688062"/>
                </a:lnTo>
                <a:lnTo>
                  <a:pt x="2955959" y="3684126"/>
                </a:lnTo>
                <a:lnTo>
                  <a:pt x="2959895" y="3688062"/>
                </a:lnTo>
                <a:lnTo>
                  <a:pt x="2960093" y="3689750"/>
                </a:lnTo>
                <a:lnTo>
                  <a:pt x="2959890" y="3686094"/>
                </a:lnTo>
                <a:lnTo>
                  <a:pt x="2955954" y="3682158"/>
                </a:lnTo>
                <a:lnTo>
                  <a:pt x="2902818" y="3686094"/>
                </a:lnTo>
                <a:close/>
                <a:moveTo>
                  <a:pt x="5935514" y="3672316"/>
                </a:moveTo>
                <a:lnTo>
                  <a:pt x="5935522" y="3672319"/>
                </a:lnTo>
                <a:lnTo>
                  <a:pt x="5945362" y="3699872"/>
                </a:lnTo>
                <a:lnTo>
                  <a:pt x="5949298" y="3733328"/>
                </a:lnTo>
                <a:lnTo>
                  <a:pt x="5945362" y="3770720"/>
                </a:lnTo>
                <a:lnTo>
                  <a:pt x="5945373" y="3770734"/>
                </a:lnTo>
                <a:lnTo>
                  <a:pt x="5945363" y="3770720"/>
                </a:lnTo>
                <a:lnTo>
                  <a:pt x="5949299" y="3733328"/>
                </a:lnTo>
                <a:lnTo>
                  <a:pt x="5986691" y="3737264"/>
                </a:lnTo>
                <a:lnTo>
                  <a:pt x="6006371" y="3741200"/>
                </a:lnTo>
                <a:lnTo>
                  <a:pt x="6007305" y="3740992"/>
                </a:lnTo>
                <a:lnTo>
                  <a:pt x="5988659" y="3737263"/>
                </a:lnTo>
                <a:lnTo>
                  <a:pt x="5951267" y="3733327"/>
                </a:lnTo>
                <a:lnTo>
                  <a:pt x="5947331" y="3699871"/>
                </a:lnTo>
                <a:lnTo>
                  <a:pt x="5935523" y="3672319"/>
                </a:lnTo>
                <a:close/>
                <a:moveTo>
                  <a:pt x="9253599" y="3664446"/>
                </a:moveTo>
                <a:lnTo>
                  <a:pt x="9263439" y="3676254"/>
                </a:lnTo>
                <a:lnTo>
                  <a:pt x="9263439" y="3682158"/>
                </a:lnTo>
                <a:lnTo>
                  <a:pt x="9253599" y="3682158"/>
                </a:lnTo>
                <a:lnTo>
                  <a:pt x="9253599" y="3676254"/>
                </a:lnTo>
                <a:lnTo>
                  <a:pt x="9251631" y="3668382"/>
                </a:lnTo>
                <a:close/>
                <a:moveTo>
                  <a:pt x="5786480" y="3657098"/>
                </a:moveTo>
                <a:lnTo>
                  <a:pt x="5778081" y="3664447"/>
                </a:lnTo>
                <a:lnTo>
                  <a:pt x="5766273" y="3729392"/>
                </a:lnTo>
                <a:lnTo>
                  <a:pt x="5782017" y="3749072"/>
                </a:lnTo>
                <a:lnTo>
                  <a:pt x="5793825" y="3749072"/>
                </a:lnTo>
                <a:lnTo>
                  <a:pt x="5801697" y="3737264"/>
                </a:lnTo>
                <a:lnTo>
                  <a:pt x="5813505" y="3745136"/>
                </a:lnTo>
                <a:lnTo>
                  <a:pt x="5813505" y="3743168"/>
                </a:lnTo>
                <a:lnTo>
                  <a:pt x="5801697" y="3735296"/>
                </a:lnTo>
                <a:lnTo>
                  <a:pt x="5793825" y="3747104"/>
                </a:lnTo>
                <a:lnTo>
                  <a:pt x="5783985" y="3747104"/>
                </a:lnTo>
                <a:lnTo>
                  <a:pt x="5768241" y="3727424"/>
                </a:lnTo>
                <a:lnTo>
                  <a:pt x="5780049" y="3664447"/>
                </a:lnTo>
                <a:close/>
                <a:moveTo>
                  <a:pt x="8352247" y="3652638"/>
                </a:moveTo>
                <a:lnTo>
                  <a:pt x="8379799" y="3660510"/>
                </a:lnTo>
                <a:lnTo>
                  <a:pt x="8401447" y="3678222"/>
                </a:lnTo>
                <a:lnTo>
                  <a:pt x="8393575" y="3682158"/>
                </a:lnTo>
                <a:lnTo>
                  <a:pt x="8367991" y="3674286"/>
                </a:lnTo>
                <a:lnTo>
                  <a:pt x="8348311" y="3660510"/>
                </a:lnTo>
                <a:close/>
                <a:moveTo>
                  <a:pt x="9501570" y="3650670"/>
                </a:moveTo>
                <a:lnTo>
                  <a:pt x="9517314" y="3650670"/>
                </a:lnTo>
                <a:lnTo>
                  <a:pt x="9529122" y="3658542"/>
                </a:lnTo>
                <a:lnTo>
                  <a:pt x="9517314" y="3664446"/>
                </a:lnTo>
                <a:lnTo>
                  <a:pt x="9501570" y="3654606"/>
                </a:lnTo>
                <a:close/>
                <a:moveTo>
                  <a:pt x="9529122" y="3625086"/>
                </a:moveTo>
                <a:lnTo>
                  <a:pt x="9540930" y="3629022"/>
                </a:lnTo>
                <a:lnTo>
                  <a:pt x="9560610" y="3656574"/>
                </a:lnTo>
                <a:lnTo>
                  <a:pt x="9556674" y="3664446"/>
                </a:lnTo>
                <a:lnTo>
                  <a:pt x="9548802" y="3660510"/>
                </a:lnTo>
                <a:lnTo>
                  <a:pt x="9529122" y="3640830"/>
                </a:lnTo>
                <a:lnTo>
                  <a:pt x="9525186" y="3632958"/>
                </a:lnTo>
                <a:close/>
                <a:moveTo>
                  <a:pt x="8574634" y="3625086"/>
                </a:moveTo>
                <a:lnTo>
                  <a:pt x="8578570" y="3632958"/>
                </a:lnTo>
                <a:lnTo>
                  <a:pt x="8570698" y="3640830"/>
                </a:lnTo>
                <a:lnTo>
                  <a:pt x="8545114" y="3652638"/>
                </a:lnTo>
                <a:lnTo>
                  <a:pt x="8531338" y="3656574"/>
                </a:lnTo>
                <a:lnTo>
                  <a:pt x="8519529" y="3670350"/>
                </a:lnTo>
                <a:lnTo>
                  <a:pt x="8493945" y="3678222"/>
                </a:lnTo>
                <a:lnTo>
                  <a:pt x="8482137" y="3678222"/>
                </a:lnTo>
                <a:lnTo>
                  <a:pt x="8478201" y="3670350"/>
                </a:lnTo>
                <a:lnTo>
                  <a:pt x="8493945" y="3656574"/>
                </a:lnTo>
                <a:lnTo>
                  <a:pt x="8503785" y="3652638"/>
                </a:lnTo>
                <a:lnTo>
                  <a:pt x="8527401" y="3632958"/>
                </a:lnTo>
                <a:close/>
                <a:moveTo>
                  <a:pt x="8393576" y="3625086"/>
                </a:moveTo>
                <a:lnTo>
                  <a:pt x="8434905" y="3629022"/>
                </a:lnTo>
                <a:lnTo>
                  <a:pt x="8438841" y="3636894"/>
                </a:lnTo>
                <a:lnTo>
                  <a:pt x="8430969" y="3640830"/>
                </a:lnTo>
                <a:lnTo>
                  <a:pt x="8373896" y="3640830"/>
                </a:lnTo>
                <a:lnTo>
                  <a:pt x="8366024" y="3636894"/>
                </a:lnTo>
                <a:close/>
                <a:moveTo>
                  <a:pt x="8271559" y="3623118"/>
                </a:moveTo>
                <a:lnTo>
                  <a:pt x="8283367" y="3634926"/>
                </a:lnTo>
                <a:lnTo>
                  <a:pt x="8303047" y="3630990"/>
                </a:lnTo>
                <a:lnTo>
                  <a:pt x="8314856" y="3630990"/>
                </a:lnTo>
                <a:lnTo>
                  <a:pt x="8318792" y="3627054"/>
                </a:lnTo>
                <a:lnTo>
                  <a:pt x="8352248" y="3623118"/>
                </a:lnTo>
                <a:lnTo>
                  <a:pt x="8356184" y="3634926"/>
                </a:lnTo>
                <a:lnTo>
                  <a:pt x="8348312" y="3642798"/>
                </a:lnTo>
                <a:lnTo>
                  <a:pt x="8295175" y="3650670"/>
                </a:lnTo>
                <a:lnTo>
                  <a:pt x="8267623" y="3642798"/>
                </a:lnTo>
                <a:lnTo>
                  <a:pt x="8259751" y="3634926"/>
                </a:lnTo>
                <a:close/>
                <a:moveTo>
                  <a:pt x="8523465" y="3619182"/>
                </a:moveTo>
                <a:lnTo>
                  <a:pt x="8523465" y="3627054"/>
                </a:lnTo>
                <a:lnTo>
                  <a:pt x="8507721" y="3632958"/>
                </a:lnTo>
                <a:lnTo>
                  <a:pt x="8491977" y="3632958"/>
                </a:lnTo>
                <a:lnTo>
                  <a:pt x="8491977" y="3629022"/>
                </a:lnTo>
                <a:lnTo>
                  <a:pt x="8507721" y="3623118"/>
                </a:lnTo>
                <a:close/>
                <a:moveTo>
                  <a:pt x="8484104" y="3619182"/>
                </a:moveTo>
                <a:lnTo>
                  <a:pt x="8484104" y="3627054"/>
                </a:lnTo>
                <a:lnTo>
                  <a:pt x="8470328" y="3632958"/>
                </a:lnTo>
                <a:lnTo>
                  <a:pt x="8466392" y="3629022"/>
                </a:lnTo>
                <a:lnTo>
                  <a:pt x="8474264" y="3623118"/>
                </a:lnTo>
                <a:close/>
                <a:moveTo>
                  <a:pt x="8458520" y="3619182"/>
                </a:moveTo>
                <a:lnTo>
                  <a:pt x="8466392" y="3623118"/>
                </a:lnTo>
                <a:lnTo>
                  <a:pt x="8450648" y="3632958"/>
                </a:lnTo>
                <a:lnTo>
                  <a:pt x="8442776" y="3632958"/>
                </a:lnTo>
                <a:close/>
                <a:moveTo>
                  <a:pt x="8222358" y="3619182"/>
                </a:moveTo>
                <a:lnTo>
                  <a:pt x="8245974" y="3619182"/>
                </a:lnTo>
                <a:lnTo>
                  <a:pt x="8249910" y="3634926"/>
                </a:lnTo>
                <a:lnTo>
                  <a:pt x="8238102" y="3636894"/>
                </a:lnTo>
                <a:lnTo>
                  <a:pt x="8222358" y="3634926"/>
                </a:lnTo>
                <a:close/>
                <a:moveTo>
                  <a:pt x="8653354" y="3611310"/>
                </a:moveTo>
                <a:lnTo>
                  <a:pt x="8663194" y="3611310"/>
                </a:lnTo>
                <a:lnTo>
                  <a:pt x="8663194" y="3619182"/>
                </a:lnTo>
                <a:lnTo>
                  <a:pt x="8657290" y="3623118"/>
                </a:lnTo>
                <a:lnTo>
                  <a:pt x="8653354" y="3615246"/>
                </a:lnTo>
                <a:close/>
                <a:moveTo>
                  <a:pt x="8564793" y="3603438"/>
                </a:moveTo>
                <a:lnTo>
                  <a:pt x="8568729" y="3607374"/>
                </a:lnTo>
                <a:lnTo>
                  <a:pt x="8564793" y="3615246"/>
                </a:lnTo>
                <a:lnTo>
                  <a:pt x="8545113" y="3619182"/>
                </a:lnTo>
                <a:lnTo>
                  <a:pt x="8545113" y="3611310"/>
                </a:lnTo>
                <a:close/>
                <a:moveTo>
                  <a:pt x="5528142" y="3603135"/>
                </a:moveTo>
                <a:lnTo>
                  <a:pt x="5524206" y="3603438"/>
                </a:lnTo>
                <a:lnTo>
                  <a:pt x="5524206" y="3625251"/>
                </a:lnTo>
                <a:lnTo>
                  <a:pt x="5526174" y="3625087"/>
                </a:lnTo>
                <a:lnTo>
                  <a:pt x="5526174" y="3603438"/>
                </a:lnTo>
                <a:close/>
                <a:moveTo>
                  <a:pt x="9472049" y="3595566"/>
                </a:moveTo>
                <a:lnTo>
                  <a:pt x="9495665" y="3611310"/>
                </a:lnTo>
                <a:lnTo>
                  <a:pt x="9511409" y="3625086"/>
                </a:lnTo>
                <a:lnTo>
                  <a:pt x="9501569" y="3625086"/>
                </a:lnTo>
                <a:lnTo>
                  <a:pt x="9464177" y="3611310"/>
                </a:lnTo>
                <a:lnTo>
                  <a:pt x="9462209" y="3599502"/>
                </a:lnTo>
                <a:close/>
                <a:moveTo>
                  <a:pt x="8893452" y="3595566"/>
                </a:moveTo>
                <a:lnTo>
                  <a:pt x="8905260" y="3595566"/>
                </a:lnTo>
                <a:lnTo>
                  <a:pt x="8913132" y="3607374"/>
                </a:lnTo>
                <a:lnTo>
                  <a:pt x="8913132" y="3621150"/>
                </a:lnTo>
                <a:lnTo>
                  <a:pt x="8883612" y="3625086"/>
                </a:lnTo>
                <a:lnTo>
                  <a:pt x="8879676" y="3619182"/>
                </a:lnTo>
                <a:close/>
                <a:moveTo>
                  <a:pt x="8708458" y="3595566"/>
                </a:moveTo>
                <a:lnTo>
                  <a:pt x="8708458" y="3603438"/>
                </a:lnTo>
                <a:lnTo>
                  <a:pt x="8704522" y="3615246"/>
                </a:lnTo>
                <a:lnTo>
                  <a:pt x="8694682" y="3619182"/>
                </a:lnTo>
                <a:lnTo>
                  <a:pt x="8694682" y="3611310"/>
                </a:lnTo>
                <a:close/>
                <a:moveTo>
                  <a:pt x="8214486" y="3587694"/>
                </a:moveTo>
                <a:lnTo>
                  <a:pt x="8210550" y="3595566"/>
                </a:lnTo>
                <a:lnTo>
                  <a:pt x="8173158" y="3595566"/>
                </a:lnTo>
                <a:lnTo>
                  <a:pt x="8173158" y="3591630"/>
                </a:lnTo>
                <a:close/>
                <a:moveTo>
                  <a:pt x="9411041" y="3573918"/>
                </a:moveTo>
                <a:lnTo>
                  <a:pt x="9426785" y="3577854"/>
                </a:lnTo>
                <a:lnTo>
                  <a:pt x="9434657" y="3589662"/>
                </a:lnTo>
                <a:lnTo>
                  <a:pt x="9426785" y="3595566"/>
                </a:lnTo>
                <a:lnTo>
                  <a:pt x="9409073" y="3581790"/>
                </a:lnTo>
                <a:close/>
                <a:moveTo>
                  <a:pt x="8785211" y="3566045"/>
                </a:moveTo>
                <a:lnTo>
                  <a:pt x="8793083" y="3573917"/>
                </a:lnTo>
                <a:lnTo>
                  <a:pt x="8781275" y="3579821"/>
                </a:lnTo>
                <a:lnTo>
                  <a:pt x="8777339" y="3569981"/>
                </a:lnTo>
                <a:close/>
                <a:moveTo>
                  <a:pt x="7990132" y="3558173"/>
                </a:moveTo>
                <a:lnTo>
                  <a:pt x="8013748" y="3569981"/>
                </a:lnTo>
                <a:lnTo>
                  <a:pt x="8019652" y="3566045"/>
                </a:lnTo>
                <a:lnTo>
                  <a:pt x="8047205" y="3566045"/>
                </a:lnTo>
                <a:lnTo>
                  <a:pt x="8053109" y="3581790"/>
                </a:lnTo>
                <a:lnTo>
                  <a:pt x="8106245" y="3589662"/>
                </a:lnTo>
                <a:lnTo>
                  <a:pt x="8110181" y="3581790"/>
                </a:lnTo>
                <a:lnTo>
                  <a:pt x="8114117" y="3573917"/>
                </a:lnTo>
                <a:lnTo>
                  <a:pt x="8159382" y="3589662"/>
                </a:lnTo>
                <a:lnTo>
                  <a:pt x="8161350" y="3603438"/>
                </a:lnTo>
                <a:lnTo>
                  <a:pt x="8192838" y="3611310"/>
                </a:lnTo>
                <a:lnTo>
                  <a:pt x="8206614" y="3611310"/>
                </a:lnTo>
                <a:lnTo>
                  <a:pt x="8210550" y="3619182"/>
                </a:lnTo>
                <a:lnTo>
                  <a:pt x="8214486" y="3632958"/>
                </a:lnTo>
                <a:lnTo>
                  <a:pt x="8192838" y="3632958"/>
                </a:lnTo>
                <a:lnTo>
                  <a:pt x="8161350" y="3623118"/>
                </a:lnTo>
                <a:lnTo>
                  <a:pt x="8110181" y="3623118"/>
                </a:lnTo>
                <a:lnTo>
                  <a:pt x="8084597" y="3611310"/>
                </a:lnTo>
                <a:lnTo>
                  <a:pt x="8047205" y="3611310"/>
                </a:lnTo>
                <a:lnTo>
                  <a:pt x="8035396" y="3607374"/>
                </a:lnTo>
                <a:lnTo>
                  <a:pt x="7990132" y="3599502"/>
                </a:lnTo>
                <a:lnTo>
                  <a:pt x="7976356" y="3581790"/>
                </a:lnTo>
                <a:close/>
                <a:moveTo>
                  <a:pt x="8789147" y="3546365"/>
                </a:moveTo>
                <a:lnTo>
                  <a:pt x="8797019" y="3546365"/>
                </a:lnTo>
                <a:lnTo>
                  <a:pt x="8800955" y="3564077"/>
                </a:lnTo>
                <a:lnTo>
                  <a:pt x="8789147" y="3554237"/>
                </a:lnTo>
                <a:close/>
                <a:moveTo>
                  <a:pt x="8737979" y="3546365"/>
                </a:moveTo>
                <a:lnTo>
                  <a:pt x="8747819" y="3546365"/>
                </a:lnTo>
                <a:lnTo>
                  <a:pt x="8751755" y="3554237"/>
                </a:lnTo>
                <a:lnTo>
                  <a:pt x="8737979" y="3558173"/>
                </a:lnTo>
                <a:lnTo>
                  <a:pt x="8730107" y="3552269"/>
                </a:lnTo>
                <a:close/>
                <a:moveTo>
                  <a:pt x="9363808" y="3542429"/>
                </a:moveTo>
                <a:lnTo>
                  <a:pt x="9387424" y="3566045"/>
                </a:lnTo>
                <a:lnTo>
                  <a:pt x="9391360" y="3569981"/>
                </a:lnTo>
                <a:lnTo>
                  <a:pt x="9391360" y="3585725"/>
                </a:lnTo>
                <a:lnTo>
                  <a:pt x="9375616" y="3573917"/>
                </a:lnTo>
                <a:lnTo>
                  <a:pt x="9367744" y="3562109"/>
                </a:lnTo>
                <a:lnTo>
                  <a:pt x="9359872" y="3550301"/>
                </a:lnTo>
                <a:close/>
                <a:moveTo>
                  <a:pt x="6527895" y="3526686"/>
                </a:moveTo>
                <a:lnTo>
                  <a:pt x="6533799" y="3530622"/>
                </a:lnTo>
                <a:lnTo>
                  <a:pt x="6531831" y="3538494"/>
                </a:lnTo>
                <a:lnTo>
                  <a:pt x="6523959" y="3530622"/>
                </a:lnTo>
                <a:close/>
                <a:moveTo>
                  <a:pt x="8448680" y="3526685"/>
                </a:moveTo>
                <a:lnTo>
                  <a:pt x="8452616" y="3532589"/>
                </a:lnTo>
                <a:lnTo>
                  <a:pt x="8446712" y="3536525"/>
                </a:lnTo>
                <a:lnTo>
                  <a:pt x="8446712" y="3540461"/>
                </a:lnTo>
                <a:lnTo>
                  <a:pt x="8438840" y="3540461"/>
                </a:lnTo>
                <a:lnTo>
                  <a:pt x="8442776" y="3528653"/>
                </a:lnTo>
                <a:close/>
                <a:moveTo>
                  <a:pt x="8462456" y="3514877"/>
                </a:moveTo>
                <a:lnTo>
                  <a:pt x="8466392" y="3520781"/>
                </a:lnTo>
                <a:lnTo>
                  <a:pt x="8462456" y="3540461"/>
                </a:lnTo>
                <a:lnTo>
                  <a:pt x="8454584" y="3552269"/>
                </a:lnTo>
                <a:lnTo>
                  <a:pt x="8446712" y="3552269"/>
                </a:lnTo>
                <a:lnTo>
                  <a:pt x="8454584" y="3544397"/>
                </a:lnTo>
                <a:lnTo>
                  <a:pt x="8462456" y="3528653"/>
                </a:lnTo>
                <a:lnTo>
                  <a:pt x="8454584" y="3520781"/>
                </a:lnTo>
                <a:close/>
                <a:moveTo>
                  <a:pt x="2959895" y="3514874"/>
                </a:moveTo>
                <a:lnTo>
                  <a:pt x="2959895" y="3514876"/>
                </a:lnTo>
                <a:lnTo>
                  <a:pt x="2959913" y="3514874"/>
                </a:lnTo>
                <a:close/>
                <a:moveTo>
                  <a:pt x="5421784" y="3508886"/>
                </a:moveTo>
                <a:lnTo>
                  <a:pt x="5417933" y="3522749"/>
                </a:lnTo>
                <a:lnTo>
                  <a:pt x="5392344" y="3535544"/>
                </a:lnTo>
                <a:lnTo>
                  <a:pt x="5417933" y="3524718"/>
                </a:lnTo>
                <a:close/>
                <a:moveTo>
                  <a:pt x="9287056" y="3503069"/>
                </a:moveTo>
                <a:lnTo>
                  <a:pt x="9292960" y="3512909"/>
                </a:lnTo>
                <a:lnTo>
                  <a:pt x="9290992" y="3520782"/>
                </a:lnTo>
                <a:lnTo>
                  <a:pt x="9292960" y="3548334"/>
                </a:lnTo>
                <a:lnTo>
                  <a:pt x="9287056" y="3544398"/>
                </a:lnTo>
                <a:lnTo>
                  <a:pt x="9233919" y="3564078"/>
                </a:lnTo>
                <a:lnTo>
                  <a:pt x="9206367" y="3566046"/>
                </a:lnTo>
                <a:lnTo>
                  <a:pt x="9182751" y="3552270"/>
                </a:lnTo>
                <a:lnTo>
                  <a:pt x="9178815" y="3540462"/>
                </a:lnTo>
                <a:lnTo>
                  <a:pt x="9184719" y="3540462"/>
                </a:lnTo>
                <a:lnTo>
                  <a:pt x="9196527" y="3540462"/>
                </a:lnTo>
                <a:lnTo>
                  <a:pt x="9220143" y="3548334"/>
                </a:lnTo>
                <a:lnTo>
                  <a:pt x="9245728" y="3548334"/>
                </a:lnTo>
                <a:lnTo>
                  <a:pt x="9275248" y="3524718"/>
                </a:lnTo>
                <a:lnTo>
                  <a:pt x="9279184" y="3508973"/>
                </a:lnTo>
                <a:close/>
                <a:moveTo>
                  <a:pt x="5809569" y="3503069"/>
                </a:moveTo>
                <a:lnTo>
                  <a:pt x="5809569" y="3520782"/>
                </a:lnTo>
                <a:lnTo>
                  <a:pt x="5805633" y="3540462"/>
                </a:lnTo>
                <a:lnTo>
                  <a:pt x="5805633" y="3544398"/>
                </a:lnTo>
                <a:lnTo>
                  <a:pt x="5809569" y="3577854"/>
                </a:lnTo>
                <a:lnTo>
                  <a:pt x="5831217" y="3611311"/>
                </a:lnTo>
                <a:lnTo>
                  <a:pt x="5838487" y="3633120"/>
                </a:lnTo>
                <a:lnTo>
                  <a:pt x="5838590" y="3633092"/>
                </a:lnTo>
                <a:lnTo>
                  <a:pt x="5833186" y="3613278"/>
                </a:lnTo>
                <a:lnTo>
                  <a:pt x="5809569" y="3577854"/>
                </a:lnTo>
                <a:lnTo>
                  <a:pt x="5805633" y="3544397"/>
                </a:lnTo>
                <a:lnTo>
                  <a:pt x="5805633" y="3540461"/>
                </a:lnTo>
                <a:lnTo>
                  <a:pt x="5809569" y="3520781"/>
                </a:lnTo>
                <a:lnTo>
                  <a:pt x="5809569" y="3503069"/>
                </a:lnTo>
                <a:close/>
                <a:moveTo>
                  <a:pt x="5301819" y="3493226"/>
                </a:moveTo>
                <a:lnTo>
                  <a:pt x="5301820" y="3493230"/>
                </a:lnTo>
                <a:lnTo>
                  <a:pt x="5324362" y="3515772"/>
                </a:lnTo>
                <a:lnTo>
                  <a:pt x="5325437" y="3514877"/>
                </a:lnTo>
                <a:lnTo>
                  <a:pt x="5301820" y="3493229"/>
                </a:lnTo>
                <a:close/>
                <a:moveTo>
                  <a:pt x="5797755" y="3491228"/>
                </a:moveTo>
                <a:lnTo>
                  <a:pt x="5797761" y="3491261"/>
                </a:lnTo>
                <a:lnTo>
                  <a:pt x="5797764" y="3491264"/>
                </a:lnTo>
                <a:lnTo>
                  <a:pt x="5797761" y="3491261"/>
                </a:lnTo>
                <a:close/>
                <a:moveTo>
                  <a:pt x="5370704" y="3489273"/>
                </a:moveTo>
                <a:lnTo>
                  <a:pt x="5370701" y="3489292"/>
                </a:lnTo>
                <a:lnTo>
                  <a:pt x="5370701" y="3489293"/>
                </a:lnTo>
                <a:close/>
                <a:moveTo>
                  <a:pt x="8271559" y="3479453"/>
                </a:moveTo>
                <a:lnTo>
                  <a:pt x="8271559" y="3497165"/>
                </a:lnTo>
                <a:lnTo>
                  <a:pt x="8263687" y="3497165"/>
                </a:lnTo>
                <a:lnTo>
                  <a:pt x="8263687" y="3487325"/>
                </a:lnTo>
                <a:close/>
                <a:moveTo>
                  <a:pt x="6026053" y="3475523"/>
                </a:moveTo>
                <a:lnTo>
                  <a:pt x="6029706" y="3486482"/>
                </a:lnTo>
                <a:lnTo>
                  <a:pt x="6029987" y="3485358"/>
                </a:lnTo>
                <a:close/>
                <a:moveTo>
                  <a:pt x="8560857" y="3473549"/>
                </a:moveTo>
                <a:lnTo>
                  <a:pt x="8578569" y="3473549"/>
                </a:lnTo>
                <a:lnTo>
                  <a:pt x="8582505" y="3483389"/>
                </a:lnTo>
                <a:lnTo>
                  <a:pt x="8578569" y="3491261"/>
                </a:lnTo>
                <a:lnTo>
                  <a:pt x="8564793" y="3491261"/>
                </a:lnTo>
                <a:lnTo>
                  <a:pt x="8556921" y="3483389"/>
                </a:lnTo>
                <a:close/>
                <a:moveTo>
                  <a:pt x="2940210" y="3471578"/>
                </a:moveTo>
                <a:lnTo>
                  <a:pt x="2883140" y="3475514"/>
                </a:lnTo>
                <a:lnTo>
                  <a:pt x="2883141" y="3475516"/>
                </a:lnTo>
                <a:lnTo>
                  <a:pt x="2940213" y="3471580"/>
                </a:lnTo>
                <a:close/>
                <a:moveTo>
                  <a:pt x="8659259" y="3469613"/>
                </a:moveTo>
                <a:lnTo>
                  <a:pt x="8671067" y="3475517"/>
                </a:lnTo>
                <a:lnTo>
                  <a:pt x="8686811" y="3479453"/>
                </a:lnTo>
                <a:lnTo>
                  <a:pt x="8694683" y="3487325"/>
                </a:lnTo>
                <a:lnTo>
                  <a:pt x="8694683" y="3499133"/>
                </a:lnTo>
                <a:lnTo>
                  <a:pt x="8686811" y="3503069"/>
                </a:lnTo>
                <a:lnTo>
                  <a:pt x="8663195" y="3487325"/>
                </a:lnTo>
                <a:lnTo>
                  <a:pt x="8641546" y="3483389"/>
                </a:lnTo>
                <a:lnTo>
                  <a:pt x="8621866" y="3483389"/>
                </a:lnTo>
                <a:lnTo>
                  <a:pt x="8610058" y="3491261"/>
                </a:lnTo>
                <a:lnTo>
                  <a:pt x="8606122" y="3479453"/>
                </a:lnTo>
                <a:lnTo>
                  <a:pt x="8629738" y="3473549"/>
                </a:lnTo>
                <a:close/>
                <a:moveTo>
                  <a:pt x="5817440" y="3469613"/>
                </a:moveTo>
                <a:lnTo>
                  <a:pt x="5817439" y="3469614"/>
                </a:lnTo>
                <a:lnTo>
                  <a:pt x="5817441" y="3469613"/>
                </a:lnTo>
                <a:close/>
                <a:moveTo>
                  <a:pt x="8976109" y="3463709"/>
                </a:moveTo>
                <a:lnTo>
                  <a:pt x="9001693" y="3475517"/>
                </a:lnTo>
                <a:lnTo>
                  <a:pt x="9046958" y="3489293"/>
                </a:lnTo>
                <a:lnTo>
                  <a:pt x="9062702" y="3493230"/>
                </a:lnTo>
                <a:lnTo>
                  <a:pt x="9088286" y="3512910"/>
                </a:lnTo>
                <a:lnTo>
                  <a:pt x="9107966" y="3522750"/>
                </a:lnTo>
                <a:lnTo>
                  <a:pt x="9111903" y="3546366"/>
                </a:lnTo>
                <a:lnTo>
                  <a:pt x="9157167" y="3566046"/>
                </a:lnTo>
                <a:lnTo>
                  <a:pt x="9163071" y="3569982"/>
                </a:lnTo>
                <a:lnTo>
                  <a:pt x="9163071" y="3579822"/>
                </a:lnTo>
                <a:lnTo>
                  <a:pt x="9145359" y="3583758"/>
                </a:lnTo>
                <a:lnTo>
                  <a:pt x="9145359" y="3591630"/>
                </a:lnTo>
                <a:lnTo>
                  <a:pt x="9161103" y="3611311"/>
                </a:lnTo>
                <a:lnTo>
                  <a:pt x="9174879" y="3615247"/>
                </a:lnTo>
                <a:lnTo>
                  <a:pt x="9174879" y="3629023"/>
                </a:lnTo>
                <a:lnTo>
                  <a:pt x="9190623" y="3648703"/>
                </a:lnTo>
                <a:lnTo>
                  <a:pt x="9208336" y="3656575"/>
                </a:lnTo>
                <a:lnTo>
                  <a:pt x="9245728" y="3676255"/>
                </a:lnTo>
                <a:lnTo>
                  <a:pt x="9251632" y="3690031"/>
                </a:lnTo>
                <a:lnTo>
                  <a:pt x="9243760" y="3690031"/>
                </a:lnTo>
                <a:lnTo>
                  <a:pt x="9216208" y="3684127"/>
                </a:lnTo>
                <a:lnTo>
                  <a:pt x="9194559" y="3676255"/>
                </a:lnTo>
                <a:lnTo>
                  <a:pt x="9167007" y="3676255"/>
                </a:lnTo>
                <a:lnTo>
                  <a:pt x="9153231" y="3668383"/>
                </a:lnTo>
                <a:lnTo>
                  <a:pt x="9145359" y="3648703"/>
                </a:lnTo>
                <a:lnTo>
                  <a:pt x="9129615" y="3640831"/>
                </a:lnTo>
                <a:lnTo>
                  <a:pt x="9121743" y="3623119"/>
                </a:lnTo>
                <a:lnTo>
                  <a:pt x="9107966" y="3619183"/>
                </a:lnTo>
                <a:lnTo>
                  <a:pt x="9076478" y="3607375"/>
                </a:lnTo>
                <a:lnTo>
                  <a:pt x="9058766" y="3607375"/>
                </a:lnTo>
                <a:lnTo>
                  <a:pt x="9062702" y="3623119"/>
                </a:lnTo>
                <a:lnTo>
                  <a:pt x="9035150" y="3623119"/>
                </a:lnTo>
                <a:lnTo>
                  <a:pt x="9031214" y="3629023"/>
                </a:lnTo>
                <a:lnTo>
                  <a:pt x="9046958" y="3640831"/>
                </a:lnTo>
                <a:lnTo>
                  <a:pt x="9035150" y="3652639"/>
                </a:lnTo>
                <a:lnTo>
                  <a:pt x="8982013" y="3652639"/>
                </a:lnTo>
                <a:lnTo>
                  <a:pt x="8980045" y="3591630"/>
                </a:lnTo>
                <a:lnTo>
                  <a:pt x="8972173" y="3579822"/>
                </a:lnTo>
                <a:lnTo>
                  <a:pt x="8968237" y="3569982"/>
                </a:lnTo>
                <a:lnTo>
                  <a:pt x="8980045" y="3558174"/>
                </a:lnTo>
                <a:close/>
                <a:moveTo>
                  <a:pt x="8029492" y="3459773"/>
                </a:moveTo>
                <a:lnTo>
                  <a:pt x="8041300" y="3463709"/>
                </a:lnTo>
                <a:lnTo>
                  <a:pt x="8047204" y="3471581"/>
                </a:lnTo>
                <a:lnTo>
                  <a:pt x="8047204" y="3479453"/>
                </a:lnTo>
                <a:lnTo>
                  <a:pt x="8029492" y="3487325"/>
                </a:lnTo>
                <a:lnTo>
                  <a:pt x="8025556" y="3475517"/>
                </a:lnTo>
                <a:close/>
                <a:moveTo>
                  <a:pt x="5317564" y="3455837"/>
                </a:moveTo>
                <a:lnTo>
                  <a:pt x="5313628" y="3467646"/>
                </a:lnTo>
                <a:lnTo>
                  <a:pt x="5313627" y="3467647"/>
                </a:lnTo>
                <a:lnTo>
                  <a:pt x="5313628" y="3467645"/>
                </a:lnTo>
                <a:close/>
                <a:moveTo>
                  <a:pt x="9228015" y="3455836"/>
                </a:moveTo>
                <a:lnTo>
                  <a:pt x="9239823" y="3455836"/>
                </a:lnTo>
                <a:lnTo>
                  <a:pt x="9249663" y="3459772"/>
                </a:lnTo>
                <a:lnTo>
                  <a:pt x="9265407" y="3463708"/>
                </a:lnTo>
                <a:lnTo>
                  <a:pt x="9285088" y="3475517"/>
                </a:lnTo>
                <a:lnTo>
                  <a:pt x="9300832" y="3491261"/>
                </a:lnTo>
                <a:lnTo>
                  <a:pt x="9310672" y="3497165"/>
                </a:lnTo>
                <a:lnTo>
                  <a:pt x="9314608" y="3518813"/>
                </a:lnTo>
                <a:lnTo>
                  <a:pt x="9308704" y="3520781"/>
                </a:lnTo>
                <a:lnTo>
                  <a:pt x="9290992" y="3495197"/>
                </a:lnTo>
                <a:lnTo>
                  <a:pt x="9285088" y="3491261"/>
                </a:lnTo>
                <a:lnTo>
                  <a:pt x="9273280" y="3475517"/>
                </a:lnTo>
                <a:lnTo>
                  <a:pt x="9249663" y="3471580"/>
                </a:lnTo>
                <a:lnTo>
                  <a:pt x="9228015" y="3463708"/>
                </a:lnTo>
                <a:close/>
                <a:moveTo>
                  <a:pt x="8511657" y="3434188"/>
                </a:moveTo>
                <a:lnTo>
                  <a:pt x="8519529" y="3438124"/>
                </a:lnTo>
                <a:lnTo>
                  <a:pt x="8525433" y="3442060"/>
                </a:lnTo>
                <a:lnTo>
                  <a:pt x="8545113" y="3442060"/>
                </a:lnTo>
                <a:lnTo>
                  <a:pt x="8545113" y="3445996"/>
                </a:lnTo>
                <a:lnTo>
                  <a:pt x="8507721" y="3449932"/>
                </a:lnTo>
                <a:lnTo>
                  <a:pt x="8499849" y="3442060"/>
                </a:lnTo>
                <a:lnTo>
                  <a:pt x="8499849" y="3438124"/>
                </a:lnTo>
                <a:close/>
                <a:moveTo>
                  <a:pt x="7978324" y="3434188"/>
                </a:moveTo>
                <a:lnTo>
                  <a:pt x="8003908" y="3473548"/>
                </a:lnTo>
                <a:lnTo>
                  <a:pt x="7990132" y="3475516"/>
                </a:lnTo>
                <a:lnTo>
                  <a:pt x="7966516" y="3449932"/>
                </a:lnTo>
                <a:lnTo>
                  <a:pt x="7956676" y="3445996"/>
                </a:lnTo>
                <a:lnTo>
                  <a:pt x="7956676" y="3438124"/>
                </a:lnTo>
                <a:close/>
                <a:moveTo>
                  <a:pt x="5368015" y="3430608"/>
                </a:moveTo>
                <a:lnTo>
                  <a:pt x="5370700" y="3434189"/>
                </a:lnTo>
                <a:lnTo>
                  <a:pt x="5376502" y="3437090"/>
                </a:lnTo>
                <a:lnTo>
                  <a:pt x="5376605" y="3436156"/>
                </a:lnTo>
                <a:lnTo>
                  <a:pt x="5370701" y="3432220"/>
                </a:lnTo>
                <a:close/>
                <a:moveTo>
                  <a:pt x="2983516" y="3430261"/>
                </a:moveTo>
                <a:lnTo>
                  <a:pt x="2993009" y="3441653"/>
                </a:lnTo>
                <a:lnTo>
                  <a:pt x="2993347" y="3440092"/>
                </a:lnTo>
                <a:close/>
                <a:moveTo>
                  <a:pt x="8663194" y="3430252"/>
                </a:moveTo>
                <a:lnTo>
                  <a:pt x="8678938" y="3430252"/>
                </a:lnTo>
                <a:lnTo>
                  <a:pt x="8678938" y="3438124"/>
                </a:lnTo>
                <a:lnTo>
                  <a:pt x="8671066" y="3445996"/>
                </a:lnTo>
                <a:lnTo>
                  <a:pt x="8659258" y="3445996"/>
                </a:lnTo>
                <a:lnTo>
                  <a:pt x="8659258" y="3438124"/>
                </a:lnTo>
                <a:close/>
                <a:moveTo>
                  <a:pt x="8594314" y="3430252"/>
                </a:moveTo>
                <a:lnTo>
                  <a:pt x="8606122" y="3430252"/>
                </a:lnTo>
                <a:lnTo>
                  <a:pt x="8606122" y="3438124"/>
                </a:lnTo>
                <a:lnTo>
                  <a:pt x="8594314" y="3434188"/>
                </a:lnTo>
                <a:lnTo>
                  <a:pt x="8586442" y="3434188"/>
                </a:lnTo>
                <a:close/>
                <a:moveTo>
                  <a:pt x="5923735" y="3426330"/>
                </a:moveTo>
                <a:lnTo>
                  <a:pt x="5965043" y="3453869"/>
                </a:lnTo>
                <a:lnTo>
                  <a:pt x="6026020" y="3475506"/>
                </a:lnTo>
                <a:lnTo>
                  <a:pt x="5965043" y="3451902"/>
                </a:lnTo>
                <a:close/>
                <a:moveTo>
                  <a:pt x="2422623" y="3418443"/>
                </a:moveTo>
                <a:lnTo>
                  <a:pt x="2428528" y="3426315"/>
                </a:lnTo>
                <a:lnTo>
                  <a:pt x="2418687" y="3430251"/>
                </a:lnTo>
                <a:lnTo>
                  <a:pt x="2414751" y="3426315"/>
                </a:lnTo>
                <a:close/>
                <a:moveTo>
                  <a:pt x="2755254" y="3414493"/>
                </a:moveTo>
                <a:lnTo>
                  <a:pt x="2755216" y="3414505"/>
                </a:lnTo>
                <a:lnTo>
                  <a:pt x="2755218" y="3414507"/>
                </a:lnTo>
                <a:close/>
                <a:moveTo>
                  <a:pt x="2812288" y="3410570"/>
                </a:moveTo>
                <a:lnTo>
                  <a:pt x="2800480" y="3418442"/>
                </a:lnTo>
                <a:lnTo>
                  <a:pt x="2800483" y="3418443"/>
                </a:lnTo>
                <a:lnTo>
                  <a:pt x="2826067" y="3432220"/>
                </a:lnTo>
                <a:lnTo>
                  <a:pt x="2822131" y="3447964"/>
                </a:lnTo>
                <a:lnTo>
                  <a:pt x="2796547" y="3475516"/>
                </a:lnTo>
                <a:lnTo>
                  <a:pt x="2767027" y="3489292"/>
                </a:lnTo>
                <a:lnTo>
                  <a:pt x="2729634" y="3528652"/>
                </a:lnTo>
                <a:lnTo>
                  <a:pt x="2731602" y="3546364"/>
                </a:lnTo>
                <a:lnTo>
                  <a:pt x="2717826" y="3546364"/>
                </a:lnTo>
                <a:lnTo>
                  <a:pt x="2717827" y="3546365"/>
                </a:lnTo>
                <a:lnTo>
                  <a:pt x="2731603" y="3546365"/>
                </a:lnTo>
                <a:lnTo>
                  <a:pt x="2729635" y="3528652"/>
                </a:lnTo>
                <a:lnTo>
                  <a:pt x="2767028" y="3489292"/>
                </a:lnTo>
                <a:lnTo>
                  <a:pt x="2796548" y="3475516"/>
                </a:lnTo>
                <a:lnTo>
                  <a:pt x="2824101" y="3447964"/>
                </a:lnTo>
                <a:lnTo>
                  <a:pt x="2828037" y="3432219"/>
                </a:lnTo>
                <a:lnTo>
                  <a:pt x="2800484" y="3418443"/>
                </a:lnTo>
                <a:lnTo>
                  <a:pt x="2812293" y="3412539"/>
                </a:lnTo>
                <a:lnTo>
                  <a:pt x="2837877" y="3416475"/>
                </a:lnTo>
                <a:lnTo>
                  <a:pt x="2883051" y="3475398"/>
                </a:lnTo>
                <a:lnTo>
                  <a:pt x="2837873" y="3414506"/>
                </a:lnTo>
                <a:close/>
                <a:moveTo>
                  <a:pt x="2767024" y="3410570"/>
                </a:moveTo>
                <a:lnTo>
                  <a:pt x="2767019" y="3410571"/>
                </a:lnTo>
                <a:lnTo>
                  <a:pt x="2788674" y="3410571"/>
                </a:lnTo>
                <a:lnTo>
                  <a:pt x="2788672" y="3410570"/>
                </a:lnTo>
                <a:close/>
                <a:moveTo>
                  <a:pt x="8728137" y="3406637"/>
                </a:moveTo>
                <a:lnTo>
                  <a:pt x="8736009" y="3406637"/>
                </a:lnTo>
                <a:lnTo>
                  <a:pt x="8755689" y="3414509"/>
                </a:lnTo>
                <a:lnTo>
                  <a:pt x="8777338" y="3414509"/>
                </a:lnTo>
                <a:lnTo>
                  <a:pt x="8781274" y="3428285"/>
                </a:lnTo>
                <a:lnTo>
                  <a:pt x="8781274" y="3451902"/>
                </a:lnTo>
                <a:lnTo>
                  <a:pt x="8797018" y="3463710"/>
                </a:lnTo>
                <a:lnTo>
                  <a:pt x="8800954" y="3475518"/>
                </a:lnTo>
                <a:lnTo>
                  <a:pt x="8814730" y="3485358"/>
                </a:lnTo>
                <a:lnTo>
                  <a:pt x="8858026" y="3447966"/>
                </a:lnTo>
                <a:lnTo>
                  <a:pt x="8858026" y="3440094"/>
                </a:lnTo>
                <a:lnTo>
                  <a:pt x="8871802" y="3432221"/>
                </a:lnTo>
                <a:lnTo>
                  <a:pt x="8921003" y="3440094"/>
                </a:lnTo>
                <a:lnTo>
                  <a:pt x="8946587" y="3459774"/>
                </a:lnTo>
                <a:lnTo>
                  <a:pt x="8970203" y="3463710"/>
                </a:lnTo>
                <a:lnTo>
                  <a:pt x="8974139" y="3463710"/>
                </a:lnTo>
                <a:lnTo>
                  <a:pt x="8978075" y="3558174"/>
                </a:lnTo>
                <a:lnTo>
                  <a:pt x="8966267" y="3569983"/>
                </a:lnTo>
                <a:lnTo>
                  <a:pt x="8970203" y="3581791"/>
                </a:lnTo>
                <a:lnTo>
                  <a:pt x="8978075" y="3591631"/>
                </a:lnTo>
                <a:lnTo>
                  <a:pt x="8982011" y="3652639"/>
                </a:lnTo>
                <a:lnTo>
                  <a:pt x="8962331" y="3638863"/>
                </a:lnTo>
                <a:lnTo>
                  <a:pt x="8946587" y="3623119"/>
                </a:lnTo>
                <a:lnTo>
                  <a:pt x="8921003" y="3623119"/>
                </a:lnTo>
                <a:lnTo>
                  <a:pt x="8917067" y="3603439"/>
                </a:lnTo>
                <a:lnTo>
                  <a:pt x="8913131" y="3587695"/>
                </a:lnTo>
                <a:lnTo>
                  <a:pt x="8901322" y="3581791"/>
                </a:lnTo>
                <a:lnTo>
                  <a:pt x="8899354" y="3554238"/>
                </a:lnTo>
                <a:lnTo>
                  <a:pt x="8871802" y="3530622"/>
                </a:lnTo>
                <a:lnTo>
                  <a:pt x="8850154" y="3528654"/>
                </a:lnTo>
                <a:lnTo>
                  <a:pt x="8826538" y="3524718"/>
                </a:lnTo>
                <a:lnTo>
                  <a:pt x="8800954" y="3512910"/>
                </a:lnTo>
                <a:lnTo>
                  <a:pt x="8773402" y="3497166"/>
                </a:lnTo>
                <a:lnTo>
                  <a:pt x="8763561" y="3501102"/>
                </a:lnTo>
                <a:lnTo>
                  <a:pt x="8759625" y="3512910"/>
                </a:lnTo>
                <a:lnTo>
                  <a:pt x="8739945" y="3505038"/>
                </a:lnTo>
                <a:lnTo>
                  <a:pt x="8736009" y="3481422"/>
                </a:lnTo>
                <a:lnTo>
                  <a:pt x="8722233" y="3471582"/>
                </a:lnTo>
                <a:lnTo>
                  <a:pt x="8722233" y="3467646"/>
                </a:lnTo>
                <a:lnTo>
                  <a:pt x="8763561" y="3471582"/>
                </a:lnTo>
                <a:lnTo>
                  <a:pt x="8769465" y="3459774"/>
                </a:lnTo>
                <a:lnTo>
                  <a:pt x="8763561" y="3455838"/>
                </a:lnTo>
                <a:lnTo>
                  <a:pt x="8736009" y="3455838"/>
                </a:lnTo>
                <a:lnTo>
                  <a:pt x="8728137" y="3451902"/>
                </a:lnTo>
                <a:lnTo>
                  <a:pt x="8714361" y="3432221"/>
                </a:lnTo>
                <a:lnTo>
                  <a:pt x="8698617" y="3428285"/>
                </a:lnTo>
                <a:lnTo>
                  <a:pt x="8706489" y="3414509"/>
                </a:lnTo>
                <a:lnTo>
                  <a:pt x="8714361" y="3414509"/>
                </a:lnTo>
                <a:close/>
                <a:moveTo>
                  <a:pt x="8810796" y="3406636"/>
                </a:moveTo>
                <a:lnTo>
                  <a:pt x="8830476" y="3406636"/>
                </a:lnTo>
                <a:lnTo>
                  <a:pt x="8850156" y="3422380"/>
                </a:lnTo>
                <a:lnTo>
                  <a:pt x="8834412" y="3428284"/>
                </a:lnTo>
                <a:close/>
                <a:moveTo>
                  <a:pt x="2389166" y="3406635"/>
                </a:moveTo>
                <a:lnTo>
                  <a:pt x="2404910" y="3414507"/>
                </a:lnTo>
                <a:lnTo>
                  <a:pt x="2404910" y="3430251"/>
                </a:lnTo>
                <a:lnTo>
                  <a:pt x="2385230" y="3442059"/>
                </a:lnTo>
                <a:lnTo>
                  <a:pt x="2389166" y="3422379"/>
                </a:lnTo>
                <a:lnTo>
                  <a:pt x="2385230" y="3410571"/>
                </a:lnTo>
                <a:close/>
                <a:moveTo>
                  <a:pt x="5475000" y="3402715"/>
                </a:moveTo>
                <a:lnTo>
                  <a:pt x="5459262" y="3440092"/>
                </a:lnTo>
                <a:lnTo>
                  <a:pt x="5443974" y="3448431"/>
                </a:lnTo>
                <a:lnTo>
                  <a:pt x="5459262" y="3442061"/>
                </a:lnTo>
                <a:close/>
                <a:moveTo>
                  <a:pt x="8590378" y="3400732"/>
                </a:moveTo>
                <a:lnTo>
                  <a:pt x="8594314" y="3402700"/>
                </a:lnTo>
                <a:lnTo>
                  <a:pt x="8604154" y="3406636"/>
                </a:lnTo>
                <a:lnTo>
                  <a:pt x="8594314" y="3414508"/>
                </a:lnTo>
                <a:lnTo>
                  <a:pt x="8586442" y="3406636"/>
                </a:lnTo>
                <a:lnTo>
                  <a:pt x="8586442" y="3402700"/>
                </a:lnTo>
                <a:close/>
                <a:moveTo>
                  <a:pt x="5177835" y="3381053"/>
                </a:moveTo>
                <a:lnTo>
                  <a:pt x="5181771" y="3381053"/>
                </a:lnTo>
                <a:lnTo>
                  <a:pt x="5185707" y="3384989"/>
                </a:lnTo>
                <a:lnTo>
                  <a:pt x="5185707" y="3388925"/>
                </a:lnTo>
                <a:lnTo>
                  <a:pt x="5177835" y="3384989"/>
                </a:lnTo>
                <a:close/>
                <a:moveTo>
                  <a:pt x="2983619" y="3378985"/>
                </a:moveTo>
                <a:lnTo>
                  <a:pt x="2996562" y="3388397"/>
                </a:lnTo>
                <a:lnTo>
                  <a:pt x="2997282" y="3386955"/>
                </a:lnTo>
                <a:close/>
                <a:moveTo>
                  <a:pt x="5380538" y="3377113"/>
                </a:moveTo>
                <a:lnTo>
                  <a:pt x="5380540" y="3377117"/>
                </a:lnTo>
                <a:lnTo>
                  <a:pt x="5384476" y="3396797"/>
                </a:lnTo>
                <a:lnTo>
                  <a:pt x="5370700" y="3406637"/>
                </a:lnTo>
                <a:lnTo>
                  <a:pt x="5370699" y="3406640"/>
                </a:lnTo>
                <a:lnTo>
                  <a:pt x="5370701" y="3406636"/>
                </a:lnTo>
                <a:lnTo>
                  <a:pt x="5384477" y="3396796"/>
                </a:lnTo>
                <a:lnTo>
                  <a:pt x="5380541" y="3377116"/>
                </a:lnTo>
                <a:close/>
                <a:moveTo>
                  <a:pt x="5376605" y="3373180"/>
                </a:moveTo>
                <a:lnTo>
                  <a:pt x="5354393" y="3380584"/>
                </a:lnTo>
                <a:lnTo>
                  <a:pt x="5354956" y="3381053"/>
                </a:lnTo>
                <a:lnTo>
                  <a:pt x="5377098" y="3373672"/>
                </a:lnTo>
                <a:close/>
                <a:moveTo>
                  <a:pt x="3164565" y="3361370"/>
                </a:moveTo>
                <a:lnTo>
                  <a:pt x="3164541" y="3361380"/>
                </a:lnTo>
                <a:lnTo>
                  <a:pt x="3164565" y="3361371"/>
                </a:lnTo>
                <a:close/>
                <a:moveTo>
                  <a:pt x="3024835" y="3357434"/>
                </a:moveTo>
                <a:lnTo>
                  <a:pt x="3023059" y="3357588"/>
                </a:lnTo>
                <a:lnTo>
                  <a:pt x="3042547" y="3373179"/>
                </a:lnTo>
                <a:lnTo>
                  <a:pt x="3042563" y="3373184"/>
                </a:lnTo>
                <a:lnTo>
                  <a:pt x="3042547" y="3373178"/>
                </a:lnTo>
                <a:close/>
                <a:moveTo>
                  <a:pt x="5189643" y="3353500"/>
                </a:moveTo>
                <a:lnTo>
                  <a:pt x="5197515" y="3353500"/>
                </a:lnTo>
                <a:lnTo>
                  <a:pt x="5201451" y="3361372"/>
                </a:lnTo>
                <a:lnTo>
                  <a:pt x="5191611" y="3361372"/>
                </a:lnTo>
                <a:lnTo>
                  <a:pt x="5189643" y="3357436"/>
                </a:lnTo>
                <a:close/>
                <a:moveTo>
                  <a:pt x="8615962" y="3351532"/>
                </a:moveTo>
                <a:lnTo>
                  <a:pt x="8631706" y="3351532"/>
                </a:lnTo>
                <a:lnTo>
                  <a:pt x="8627770" y="3361372"/>
                </a:lnTo>
                <a:lnTo>
                  <a:pt x="8615962" y="3365308"/>
                </a:lnTo>
                <a:lnTo>
                  <a:pt x="8613994" y="3369244"/>
                </a:lnTo>
                <a:lnTo>
                  <a:pt x="8623834" y="3369244"/>
                </a:lnTo>
                <a:lnTo>
                  <a:pt x="8627770" y="3379084"/>
                </a:lnTo>
                <a:lnTo>
                  <a:pt x="8606122" y="3379084"/>
                </a:lnTo>
                <a:lnTo>
                  <a:pt x="8606122" y="3390892"/>
                </a:lnTo>
                <a:lnTo>
                  <a:pt x="8613994" y="3402700"/>
                </a:lnTo>
                <a:lnTo>
                  <a:pt x="8606122" y="3402700"/>
                </a:lnTo>
                <a:lnTo>
                  <a:pt x="8598250" y="3390892"/>
                </a:lnTo>
                <a:lnTo>
                  <a:pt x="8594314" y="3373180"/>
                </a:lnTo>
                <a:lnTo>
                  <a:pt x="8606122" y="3361372"/>
                </a:lnTo>
                <a:close/>
                <a:moveTo>
                  <a:pt x="8507721" y="3347596"/>
                </a:moveTo>
                <a:lnTo>
                  <a:pt x="8519529" y="3347596"/>
                </a:lnTo>
                <a:lnTo>
                  <a:pt x="8507721" y="3377117"/>
                </a:lnTo>
                <a:lnTo>
                  <a:pt x="8482137" y="3388925"/>
                </a:lnTo>
                <a:lnTo>
                  <a:pt x="8466392" y="3381053"/>
                </a:lnTo>
                <a:lnTo>
                  <a:pt x="8389640" y="3381053"/>
                </a:lnTo>
                <a:lnTo>
                  <a:pt x="8379799" y="3392861"/>
                </a:lnTo>
                <a:lnTo>
                  <a:pt x="8379799" y="3410573"/>
                </a:lnTo>
                <a:lnTo>
                  <a:pt x="8401448" y="3434189"/>
                </a:lnTo>
                <a:lnTo>
                  <a:pt x="8413256" y="3418445"/>
                </a:lnTo>
                <a:lnTo>
                  <a:pt x="8440808" y="3410573"/>
                </a:lnTo>
                <a:lnTo>
                  <a:pt x="8466392" y="3408605"/>
                </a:lnTo>
                <a:lnTo>
                  <a:pt x="8482137" y="3414509"/>
                </a:lnTo>
                <a:lnTo>
                  <a:pt x="8470328" y="3422381"/>
                </a:lnTo>
                <a:lnTo>
                  <a:pt x="8454584" y="3422381"/>
                </a:lnTo>
                <a:lnTo>
                  <a:pt x="8436872" y="3445997"/>
                </a:lnTo>
                <a:lnTo>
                  <a:pt x="8417192" y="3442061"/>
                </a:lnTo>
                <a:lnTo>
                  <a:pt x="8413256" y="3445997"/>
                </a:lnTo>
                <a:lnTo>
                  <a:pt x="8417192" y="3453869"/>
                </a:lnTo>
                <a:lnTo>
                  <a:pt x="8440808" y="3463709"/>
                </a:lnTo>
                <a:lnTo>
                  <a:pt x="8440808" y="3487326"/>
                </a:lnTo>
                <a:lnTo>
                  <a:pt x="8446712" y="3507006"/>
                </a:lnTo>
                <a:lnTo>
                  <a:pt x="8446712" y="3512910"/>
                </a:lnTo>
                <a:lnTo>
                  <a:pt x="8440808" y="3512910"/>
                </a:lnTo>
                <a:lnTo>
                  <a:pt x="8432936" y="3532590"/>
                </a:lnTo>
                <a:lnTo>
                  <a:pt x="8421128" y="3532590"/>
                </a:lnTo>
                <a:lnTo>
                  <a:pt x="8421128" y="3512910"/>
                </a:lnTo>
                <a:lnTo>
                  <a:pt x="8405384" y="3495198"/>
                </a:lnTo>
                <a:lnTo>
                  <a:pt x="8409320" y="3467645"/>
                </a:lnTo>
                <a:lnTo>
                  <a:pt x="8397512" y="3463709"/>
                </a:lnTo>
                <a:lnTo>
                  <a:pt x="8393576" y="3471581"/>
                </a:lnTo>
                <a:lnTo>
                  <a:pt x="8383735" y="3471581"/>
                </a:lnTo>
                <a:lnTo>
                  <a:pt x="8379799" y="3475517"/>
                </a:lnTo>
                <a:lnTo>
                  <a:pt x="8387671" y="3483390"/>
                </a:lnTo>
                <a:lnTo>
                  <a:pt x="8383735" y="3528654"/>
                </a:lnTo>
                <a:lnTo>
                  <a:pt x="8375863" y="3552270"/>
                </a:lnTo>
                <a:lnTo>
                  <a:pt x="8360119" y="3552270"/>
                </a:lnTo>
                <a:lnTo>
                  <a:pt x="8360119" y="3544398"/>
                </a:lnTo>
                <a:lnTo>
                  <a:pt x="8371927" y="3524718"/>
                </a:lnTo>
                <a:lnTo>
                  <a:pt x="8367991" y="3497166"/>
                </a:lnTo>
                <a:lnTo>
                  <a:pt x="8360119" y="3491262"/>
                </a:lnTo>
                <a:lnTo>
                  <a:pt x="8344375" y="3491262"/>
                </a:lnTo>
                <a:lnTo>
                  <a:pt x="8348311" y="3463709"/>
                </a:lnTo>
                <a:lnTo>
                  <a:pt x="8356183" y="3463709"/>
                </a:lnTo>
                <a:lnTo>
                  <a:pt x="8360119" y="3449933"/>
                </a:lnTo>
                <a:lnTo>
                  <a:pt x="8360119" y="3426317"/>
                </a:lnTo>
                <a:lnTo>
                  <a:pt x="8364055" y="3410573"/>
                </a:lnTo>
                <a:lnTo>
                  <a:pt x="8371927" y="3396797"/>
                </a:lnTo>
                <a:lnTo>
                  <a:pt x="8379799" y="3373180"/>
                </a:lnTo>
                <a:lnTo>
                  <a:pt x="8387671" y="3369244"/>
                </a:lnTo>
                <a:lnTo>
                  <a:pt x="8393576" y="3369244"/>
                </a:lnTo>
                <a:lnTo>
                  <a:pt x="8405384" y="3355468"/>
                </a:lnTo>
                <a:lnTo>
                  <a:pt x="8413256" y="3355468"/>
                </a:lnTo>
                <a:lnTo>
                  <a:pt x="8444744" y="3369244"/>
                </a:lnTo>
                <a:lnTo>
                  <a:pt x="8478201" y="3367276"/>
                </a:lnTo>
                <a:lnTo>
                  <a:pt x="8501817" y="3363340"/>
                </a:lnTo>
                <a:close/>
                <a:moveTo>
                  <a:pt x="5252620" y="3343660"/>
                </a:moveTo>
                <a:lnTo>
                  <a:pt x="5293948" y="3343660"/>
                </a:lnTo>
                <a:lnTo>
                  <a:pt x="5295916" y="3369244"/>
                </a:lnTo>
                <a:lnTo>
                  <a:pt x="5244748" y="3369244"/>
                </a:lnTo>
                <a:close/>
                <a:moveTo>
                  <a:pt x="3140949" y="3341691"/>
                </a:moveTo>
                <a:lnTo>
                  <a:pt x="3140949" y="3343658"/>
                </a:lnTo>
                <a:lnTo>
                  <a:pt x="3160629" y="3343658"/>
                </a:lnTo>
                <a:lnTo>
                  <a:pt x="3164565" y="3347593"/>
                </a:lnTo>
                <a:lnTo>
                  <a:pt x="3164565" y="3345627"/>
                </a:lnTo>
                <a:lnTo>
                  <a:pt x="3160628" y="3341691"/>
                </a:lnTo>
                <a:close/>
                <a:moveTo>
                  <a:pt x="8600218" y="3339723"/>
                </a:moveTo>
                <a:lnTo>
                  <a:pt x="8604154" y="3353499"/>
                </a:lnTo>
                <a:lnTo>
                  <a:pt x="8594314" y="3361371"/>
                </a:lnTo>
                <a:lnTo>
                  <a:pt x="8590378" y="3343659"/>
                </a:lnTo>
                <a:close/>
                <a:moveTo>
                  <a:pt x="3050419" y="3339722"/>
                </a:moveTo>
                <a:lnTo>
                  <a:pt x="3062227" y="3355466"/>
                </a:lnTo>
                <a:lnTo>
                  <a:pt x="3062227" y="3379083"/>
                </a:lnTo>
                <a:lnTo>
                  <a:pt x="3062228" y="3379084"/>
                </a:lnTo>
                <a:lnTo>
                  <a:pt x="3062228" y="3355466"/>
                </a:lnTo>
                <a:close/>
                <a:moveTo>
                  <a:pt x="3430233" y="3324016"/>
                </a:moveTo>
                <a:lnTo>
                  <a:pt x="3419318" y="3345846"/>
                </a:lnTo>
                <a:lnTo>
                  <a:pt x="3434183" y="3349563"/>
                </a:lnTo>
                <a:lnTo>
                  <a:pt x="3467640" y="3353499"/>
                </a:lnTo>
                <a:lnTo>
                  <a:pt x="3467641" y="3353498"/>
                </a:lnTo>
                <a:lnTo>
                  <a:pt x="3434187" y="3349562"/>
                </a:lnTo>
                <a:lnTo>
                  <a:pt x="3420411" y="3345626"/>
                </a:lnTo>
                <a:close/>
                <a:moveTo>
                  <a:pt x="8621866" y="3320043"/>
                </a:moveTo>
                <a:lnTo>
                  <a:pt x="8625802" y="3329883"/>
                </a:lnTo>
                <a:lnTo>
                  <a:pt x="8621866" y="3335787"/>
                </a:lnTo>
                <a:lnTo>
                  <a:pt x="8613994" y="3329883"/>
                </a:lnTo>
                <a:close/>
                <a:moveTo>
                  <a:pt x="3046483" y="3312168"/>
                </a:moveTo>
                <a:lnTo>
                  <a:pt x="3046483" y="3312169"/>
                </a:lnTo>
                <a:lnTo>
                  <a:pt x="3046481" y="3312176"/>
                </a:lnTo>
                <a:lnTo>
                  <a:pt x="3046484" y="3312170"/>
                </a:lnTo>
                <a:close/>
                <a:moveTo>
                  <a:pt x="3131265" y="3305007"/>
                </a:moveTo>
                <a:lnTo>
                  <a:pt x="3131108" y="3306266"/>
                </a:lnTo>
                <a:lnTo>
                  <a:pt x="3140940" y="3308232"/>
                </a:lnTo>
                <a:close/>
                <a:moveTo>
                  <a:pt x="5219163" y="3302331"/>
                </a:moveTo>
                <a:lnTo>
                  <a:pt x="5227035" y="3302331"/>
                </a:lnTo>
                <a:lnTo>
                  <a:pt x="5227035" y="3306267"/>
                </a:lnTo>
                <a:lnTo>
                  <a:pt x="5219163" y="3312171"/>
                </a:lnTo>
                <a:lnTo>
                  <a:pt x="5219163" y="3306267"/>
                </a:lnTo>
                <a:close/>
                <a:moveTo>
                  <a:pt x="5449422" y="3300363"/>
                </a:moveTo>
                <a:lnTo>
                  <a:pt x="5429742" y="3308235"/>
                </a:lnTo>
                <a:lnTo>
                  <a:pt x="5423260" y="3317495"/>
                </a:lnTo>
                <a:lnTo>
                  <a:pt x="5429742" y="3310203"/>
                </a:lnTo>
                <a:lnTo>
                  <a:pt x="5447454" y="3302331"/>
                </a:lnTo>
                <a:lnTo>
                  <a:pt x="5475006" y="3302331"/>
                </a:lnTo>
                <a:lnTo>
                  <a:pt x="5492718" y="3302331"/>
                </a:lnTo>
                <a:lnTo>
                  <a:pt x="5492718" y="3300364"/>
                </a:lnTo>
                <a:lnTo>
                  <a:pt x="5492718" y="3300363"/>
                </a:lnTo>
                <a:lnTo>
                  <a:pt x="5476974" y="3300363"/>
                </a:lnTo>
                <a:close/>
                <a:moveTo>
                  <a:pt x="5844994" y="3294455"/>
                </a:moveTo>
                <a:lnTo>
                  <a:pt x="5844453" y="3294816"/>
                </a:lnTo>
                <a:lnTo>
                  <a:pt x="5849360" y="3296043"/>
                </a:lnTo>
                <a:close/>
                <a:moveTo>
                  <a:pt x="3499509" y="3290920"/>
                </a:moveTo>
                <a:lnTo>
                  <a:pt x="3493213" y="3308234"/>
                </a:lnTo>
                <a:lnTo>
                  <a:pt x="3479436" y="3337754"/>
                </a:lnTo>
                <a:lnTo>
                  <a:pt x="3477984" y="3339691"/>
                </a:lnTo>
                <a:lnTo>
                  <a:pt x="3479436" y="3337755"/>
                </a:lnTo>
                <a:lnTo>
                  <a:pt x="3495180" y="3308235"/>
                </a:lnTo>
                <a:close/>
                <a:moveTo>
                  <a:pt x="6102803" y="3282652"/>
                </a:moveTo>
                <a:lnTo>
                  <a:pt x="6102799" y="3282655"/>
                </a:lnTo>
                <a:lnTo>
                  <a:pt x="6102804" y="3282652"/>
                </a:lnTo>
                <a:close/>
                <a:moveTo>
                  <a:pt x="3270837" y="3282650"/>
                </a:moveTo>
                <a:lnTo>
                  <a:pt x="3270837" y="3304299"/>
                </a:lnTo>
                <a:lnTo>
                  <a:pt x="3262966" y="3325947"/>
                </a:lnTo>
                <a:lnTo>
                  <a:pt x="3262966" y="3329882"/>
                </a:lnTo>
                <a:lnTo>
                  <a:pt x="3270838" y="3306266"/>
                </a:lnTo>
                <a:lnTo>
                  <a:pt x="3270838" y="3282650"/>
                </a:lnTo>
                <a:close/>
                <a:moveTo>
                  <a:pt x="5923715" y="3274783"/>
                </a:moveTo>
                <a:lnTo>
                  <a:pt x="5929618" y="3296427"/>
                </a:lnTo>
                <a:lnTo>
                  <a:pt x="5957168" y="3335785"/>
                </a:lnTo>
                <a:lnTo>
                  <a:pt x="5931586" y="3296428"/>
                </a:lnTo>
                <a:close/>
                <a:moveTo>
                  <a:pt x="5760335" y="3274734"/>
                </a:moveTo>
                <a:lnTo>
                  <a:pt x="5760368" y="3274779"/>
                </a:lnTo>
                <a:lnTo>
                  <a:pt x="5770209" y="3274779"/>
                </a:lnTo>
                <a:lnTo>
                  <a:pt x="5770217" y="3274775"/>
                </a:lnTo>
                <a:lnTo>
                  <a:pt x="5760370" y="3274775"/>
                </a:lnTo>
                <a:close/>
                <a:moveTo>
                  <a:pt x="5976846" y="3270840"/>
                </a:moveTo>
                <a:lnTo>
                  <a:pt x="5923715" y="3274775"/>
                </a:lnTo>
                <a:lnTo>
                  <a:pt x="5923703" y="3274792"/>
                </a:lnTo>
                <a:lnTo>
                  <a:pt x="5923714" y="3274779"/>
                </a:lnTo>
                <a:lnTo>
                  <a:pt x="5923715" y="3274780"/>
                </a:lnTo>
                <a:lnTo>
                  <a:pt x="5976851" y="3270844"/>
                </a:lnTo>
                <a:lnTo>
                  <a:pt x="5976862" y="3270846"/>
                </a:lnTo>
                <a:lnTo>
                  <a:pt x="5976850" y="3270844"/>
                </a:lnTo>
                <a:close/>
                <a:moveTo>
                  <a:pt x="5780050" y="3270839"/>
                </a:moveTo>
                <a:lnTo>
                  <a:pt x="5779482" y="3271123"/>
                </a:lnTo>
                <a:lnTo>
                  <a:pt x="5797761" y="3274779"/>
                </a:lnTo>
                <a:lnTo>
                  <a:pt x="5809569" y="3274779"/>
                </a:lnTo>
                <a:lnTo>
                  <a:pt x="5831217" y="3300364"/>
                </a:lnTo>
                <a:lnTo>
                  <a:pt x="5839089" y="3327916"/>
                </a:lnTo>
                <a:lnTo>
                  <a:pt x="5835153" y="3353500"/>
                </a:lnTo>
                <a:lnTo>
                  <a:pt x="5801697" y="3402701"/>
                </a:lnTo>
                <a:lnTo>
                  <a:pt x="5793825" y="3438125"/>
                </a:lnTo>
                <a:lnTo>
                  <a:pt x="5793825" y="3438125"/>
                </a:lnTo>
                <a:lnTo>
                  <a:pt x="5813504" y="3434189"/>
                </a:lnTo>
                <a:lnTo>
                  <a:pt x="5821376" y="3428285"/>
                </a:lnTo>
                <a:lnTo>
                  <a:pt x="5831216" y="3432221"/>
                </a:lnTo>
                <a:lnTo>
                  <a:pt x="5843024" y="3442061"/>
                </a:lnTo>
                <a:lnTo>
                  <a:pt x="5839088" y="3453869"/>
                </a:lnTo>
                <a:lnTo>
                  <a:pt x="5827280" y="3457805"/>
                </a:lnTo>
                <a:lnTo>
                  <a:pt x="5827280" y="3469613"/>
                </a:lnTo>
                <a:lnTo>
                  <a:pt x="5829249" y="3469613"/>
                </a:lnTo>
                <a:lnTo>
                  <a:pt x="5837121" y="3479453"/>
                </a:lnTo>
                <a:lnTo>
                  <a:pt x="5837121" y="3499133"/>
                </a:lnTo>
                <a:lnTo>
                  <a:pt x="5837122" y="3499133"/>
                </a:lnTo>
                <a:lnTo>
                  <a:pt x="5837122" y="3479453"/>
                </a:lnTo>
                <a:lnTo>
                  <a:pt x="5829249" y="3469613"/>
                </a:lnTo>
                <a:lnTo>
                  <a:pt x="5829249" y="3457805"/>
                </a:lnTo>
                <a:lnTo>
                  <a:pt x="5839090" y="3453869"/>
                </a:lnTo>
                <a:lnTo>
                  <a:pt x="5844994" y="3442060"/>
                </a:lnTo>
                <a:lnTo>
                  <a:pt x="5833186" y="3430252"/>
                </a:lnTo>
                <a:lnTo>
                  <a:pt x="5844994" y="3424348"/>
                </a:lnTo>
                <a:lnTo>
                  <a:pt x="5923714" y="3426316"/>
                </a:lnTo>
                <a:lnTo>
                  <a:pt x="5927650" y="3381053"/>
                </a:lnTo>
                <a:lnTo>
                  <a:pt x="5957171" y="3357437"/>
                </a:lnTo>
                <a:lnTo>
                  <a:pt x="5957171" y="3335789"/>
                </a:lnTo>
                <a:lnTo>
                  <a:pt x="5957170" y="3335788"/>
                </a:lnTo>
                <a:lnTo>
                  <a:pt x="5957170" y="3357436"/>
                </a:lnTo>
                <a:lnTo>
                  <a:pt x="5927650" y="3381052"/>
                </a:lnTo>
                <a:lnTo>
                  <a:pt x="5923714" y="3426316"/>
                </a:lnTo>
                <a:lnTo>
                  <a:pt x="5843026" y="3422380"/>
                </a:lnTo>
                <a:lnTo>
                  <a:pt x="5831217" y="3430252"/>
                </a:lnTo>
                <a:lnTo>
                  <a:pt x="5821377" y="3426316"/>
                </a:lnTo>
                <a:lnTo>
                  <a:pt x="5813505" y="3434188"/>
                </a:lnTo>
                <a:lnTo>
                  <a:pt x="5793825" y="3438124"/>
                </a:lnTo>
                <a:lnTo>
                  <a:pt x="5801697" y="3402700"/>
                </a:lnTo>
                <a:lnTo>
                  <a:pt x="5835154" y="3353500"/>
                </a:lnTo>
                <a:lnTo>
                  <a:pt x="5839090" y="3327916"/>
                </a:lnTo>
                <a:lnTo>
                  <a:pt x="5831217" y="3300363"/>
                </a:lnTo>
                <a:lnTo>
                  <a:pt x="5831417" y="3300263"/>
                </a:lnTo>
                <a:lnTo>
                  <a:pt x="5809570" y="3274775"/>
                </a:lnTo>
                <a:lnTo>
                  <a:pt x="5799730" y="3274775"/>
                </a:lnTo>
                <a:close/>
                <a:moveTo>
                  <a:pt x="5539951" y="3264939"/>
                </a:moveTo>
                <a:lnTo>
                  <a:pt x="5538273" y="3265158"/>
                </a:lnTo>
                <a:lnTo>
                  <a:pt x="5561599" y="3282652"/>
                </a:lnTo>
                <a:lnTo>
                  <a:pt x="5569492" y="3283779"/>
                </a:lnTo>
                <a:lnTo>
                  <a:pt x="5563567" y="3282651"/>
                </a:lnTo>
                <a:close/>
                <a:moveTo>
                  <a:pt x="3430250" y="3262971"/>
                </a:moveTo>
                <a:lnTo>
                  <a:pt x="3426316" y="3264938"/>
                </a:lnTo>
                <a:lnTo>
                  <a:pt x="3420416" y="3290507"/>
                </a:lnTo>
                <a:lnTo>
                  <a:pt x="3428283" y="3264938"/>
                </a:lnTo>
                <a:close/>
                <a:moveTo>
                  <a:pt x="8572665" y="3261003"/>
                </a:moveTo>
                <a:lnTo>
                  <a:pt x="8578569" y="3264939"/>
                </a:lnTo>
                <a:lnTo>
                  <a:pt x="8572665" y="3274779"/>
                </a:lnTo>
                <a:lnTo>
                  <a:pt x="8568729" y="3274779"/>
                </a:lnTo>
                <a:lnTo>
                  <a:pt x="8564793" y="3272811"/>
                </a:lnTo>
                <a:close/>
                <a:moveTo>
                  <a:pt x="5699360" y="3255099"/>
                </a:moveTo>
                <a:lnTo>
                  <a:pt x="5699320" y="3255115"/>
                </a:lnTo>
                <a:lnTo>
                  <a:pt x="5699360" y="3255099"/>
                </a:lnTo>
                <a:lnTo>
                  <a:pt x="5747690" y="3258966"/>
                </a:lnTo>
                <a:lnTo>
                  <a:pt x="5747690" y="3258965"/>
                </a:lnTo>
                <a:close/>
                <a:moveTo>
                  <a:pt x="7675249" y="3241323"/>
                </a:moveTo>
                <a:lnTo>
                  <a:pt x="7694929" y="3251163"/>
                </a:lnTo>
                <a:lnTo>
                  <a:pt x="7732322" y="3251163"/>
                </a:lnTo>
                <a:lnTo>
                  <a:pt x="7742162" y="3253131"/>
                </a:lnTo>
                <a:lnTo>
                  <a:pt x="7753970" y="3266907"/>
                </a:lnTo>
                <a:lnTo>
                  <a:pt x="7757906" y="3278716"/>
                </a:lnTo>
                <a:lnTo>
                  <a:pt x="7765778" y="3284620"/>
                </a:lnTo>
                <a:lnTo>
                  <a:pt x="7785458" y="3302332"/>
                </a:lnTo>
                <a:lnTo>
                  <a:pt x="7805138" y="3308236"/>
                </a:lnTo>
                <a:lnTo>
                  <a:pt x="7826787" y="3335788"/>
                </a:lnTo>
                <a:lnTo>
                  <a:pt x="7834659" y="3335788"/>
                </a:lnTo>
                <a:lnTo>
                  <a:pt x="7862211" y="3357436"/>
                </a:lnTo>
                <a:lnTo>
                  <a:pt x="7868115" y="3373181"/>
                </a:lnTo>
                <a:lnTo>
                  <a:pt x="7887795" y="3388925"/>
                </a:lnTo>
                <a:lnTo>
                  <a:pt x="7911411" y="3388925"/>
                </a:lnTo>
                <a:lnTo>
                  <a:pt x="7913379" y="3398765"/>
                </a:lnTo>
                <a:lnTo>
                  <a:pt x="7913379" y="3414509"/>
                </a:lnTo>
                <a:lnTo>
                  <a:pt x="7929124" y="3430253"/>
                </a:lnTo>
                <a:lnTo>
                  <a:pt x="7940932" y="3455837"/>
                </a:lnTo>
                <a:lnTo>
                  <a:pt x="7952740" y="3459773"/>
                </a:lnTo>
                <a:lnTo>
                  <a:pt x="7976356" y="3485358"/>
                </a:lnTo>
                <a:lnTo>
                  <a:pt x="7976356" y="3550302"/>
                </a:lnTo>
                <a:lnTo>
                  <a:pt x="7964548" y="3552270"/>
                </a:lnTo>
                <a:lnTo>
                  <a:pt x="7936996" y="3534558"/>
                </a:lnTo>
                <a:lnTo>
                  <a:pt x="7911411" y="3530622"/>
                </a:lnTo>
                <a:lnTo>
                  <a:pt x="7862211" y="3489294"/>
                </a:lnTo>
                <a:lnTo>
                  <a:pt x="7830723" y="3447965"/>
                </a:lnTo>
                <a:lnTo>
                  <a:pt x="7826787" y="3430253"/>
                </a:lnTo>
                <a:lnTo>
                  <a:pt x="7793330" y="3390893"/>
                </a:lnTo>
                <a:lnTo>
                  <a:pt x="7781522" y="3390893"/>
                </a:lnTo>
                <a:lnTo>
                  <a:pt x="7769714" y="3349564"/>
                </a:lnTo>
                <a:lnTo>
                  <a:pt x="7757906" y="3331852"/>
                </a:lnTo>
                <a:lnTo>
                  <a:pt x="7740194" y="3323980"/>
                </a:lnTo>
                <a:lnTo>
                  <a:pt x="7736258" y="3308236"/>
                </a:lnTo>
                <a:lnTo>
                  <a:pt x="7716577" y="3296428"/>
                </a:lnTo>
                <a:lnTo>
                  <a:pt x="7700833" y="3290524"/>
                </a:lnTo>
                <a:lnTo>
                  <a:pt x="7675249" y="3259035"/>
                </a:lnTo>
                <a:close/>
                <a:moveTo>
                  <a:pt x="2989405" y="3231478"/>
                </a:moveTo>
                <a:lnTo>
                  <a:pt x="2989410" y="3231481"/>
                </a:lnTo>
                <a:lnTo>
                  <a:pt x="2989428" y="3231484"/>
                </a:lnTo>
                <a:lnTo>
                  <a:pt x="2989411" y="3231481"/>
                </a:lnTo>
                <a:close/>
                <a:moveTo>
                  <a:pt x="5711148" y="3225491"/>
                </a:moveTo>
                <a:lnTo>
                  <a:pt x="5711168" y="3225578"/>
                </a:lnTo>
                <a:lnTo>
                  <a:pt x="5740688" y="3247227"/>
                </a:lnTo>
                <a:lnTo>
                  <a:pt x="5746207" y="3255505"/>
                </a:lnTo>
                <a:lnTo>
                  <a:pt x="5742657" y="3247223"/>
                </a:lnTo>
                <a:lnTo>
                  <a:pt x="5711169" y="3225575"/>
                </a:lnTo>
                <a:close/>
                <a:moveTo>
                  <a:pt x="7826787" y="3219675"/>
                </a:moveTo>
                <a:lnTo>
                  <a:pt x="7825130" y="3220089"/>
                </a:lnTo>
                <a:lnTo>
                  <a:pt x="7836627" y="3235418"/>
                </a:lnTo>
                <a:lnTo>
                  <a:pt x="7856276" y="3241313"/>
                </a:lnTo>
                <a:lnTo>
                  <a:pt x="7838595" y="3235419"/>
                </a:lnTo>
                <a:close/>
                <a:moveTo>
                  <a:pt x="4736992" y="3201960"/>
                </a:moveTo>
                <a:lnTo>
                  <a:pt x="4736998" y="3201962"/>
                </a:lnTo>
                <a:lnTo>
                  <a:pt x="4736998" y="3229515"/>
                </a:lnTo>
                <a:lnTo>
                  <a:pt x="4737005" y="3229518"/>
                </a:lnTo>
                <a:lnTo>
                  <a:pt x="4736999" y="3229515"/>
                </a:lnTo>
                <a:lnTo>
                  <a:pt x="4736999" y="3201962"/>
                </a:lnTo>
                <a:close/>
                <a:moveTo>
                  <a:pt x="2902818" y="3194084"/>
                </a:moveTo>
                <a:lnTo>
                  <a:pt x="2902818" y="3194089"/>
                </a:lnTo>
                <a:lnTo>
                  <a:pt x="2902818" y="3194090"/>
                </a:lnTo>
                <a:lnTo>
                  <a:pt x="2902818" y="3194089"/>
                </a:lnTo>
                <a:close/>
                <a:moveTo>
                  <a:pt x="8299111" y="3188186"/>
                </a:moveTo>
                <a:lnTo>
                  <a:pt x="8310919" y="3217707"/>
                </a:lnTo>
                <a:lnTo>
                  <a:pt x="8338471" y="3219675"/>
                </a:lnTo>
                <a:lnTo>
                  <a:pt x="8352247" y="3241323"/>
                </a:lnTo>
                <a:lnTo>
                  <a:pt x="8326663" y="3249195"/>
                </a:lnTo>
                <a:lnTo>
                  <a:pt x="8334535" y="3264939"/>
                </a:lnTo>
                <a:lnTo>
                  <a:pt x="8318791" y="3266907"/>
                </a:lnTo>
                <a:lnTo>
                  <a:pt x="8306983" y="3282651"/>
                </a:lnTo>
                <a:lnTo>
                  <a:pt x="8295175" y="3274779"/>
                </a:lnTo>
                <a:lnTo>
                  <a:pt x="8261718" y="3274779"/>
                </a:lnTo>
                <a:lnTo>
                  <a:pt x="8253846" y="3286587"/>
                </a:lnTo>
                <a:lnTo>
                  <a:pt x="8238102" y="3323980"/>
                </a:lnTo>
                <a:lnTo>
                  <a:pt x="8212518" y="3353500"/>
                </a:lnTo>
                <a:lnTo>
                  <a:pt x="8188902" y="3361372"/>
                </a:lnTo>
                <a:lnTo>
                  <a:pt x="8173158" y="3353500"/>
                </a:lnTo>
                <a:lnTo>
                  <a:pt x="8157414" y="3357436"/>
                </a:lnTo>
                <a:lnTo>
                  <a:pt x="8141669" y="3369244"/>
                </a:lnTo>
                <a:lnTo>
                  <a:pt x="8098373" y="3369244"/>
                </a:lnTo>
                <a:lnTo>
                  <a:pt x="8098373" y="3369245"/>
                </a:lnTo>
                <a:lnTo>
                  <a:pt x="8141670" y="3369245"/>
                </a:lnTo>
                <a:lnTo>
                  <a:pt x="8159382" y="3357437"/>
                </a:lnTo>
                <a:lnTo>
                  <a:pt x="8173158" y="3353501"/>
                </a:lnTo>
                <a:lnTo>
                  <a:pt x="8188902" y="3361373"/>
                </a:lnTo>
                <a:lnTo>
                  <a:pt x="8212519" y="3353501"/>
                </a:lnTo>
                <a:lnTo>
                  <a:pt x="8238103" y="3323981"/>
                </a:lnTo>
                <a:lnTo>
                  <a:pt x="8253847" y="3286588"/>
                </a:lnTo>
                <a:lnTo>
                  <a:pt x="8261719" y="3274780"/>
                </a:lnTo>
                <a:lnTo>
                  <a:pt x="8295175" y="3274780"/>
                </a:lnTo>
                <a:lnTo>
                  <a:pt x="8306984" y="3284620"/>
                </a:lnTo>
                <a:lnTo>
                  <a:pt x="8306984" y="3302332"/>
                </a:lnTo>
                <a:lnTo>
                  <a:pt x="8322728" y="3318077"/>
                </a:lnTo>
                <a:lnTo>
                  <a:pt x="8318792" y="3343661"/>
                </a:lnTo>
                <a:lnTo>
                  <a:pt x="8340440" y="3349565"/>
                </a:lnTo>
                <a:lnTo>
                  <a:pt x="8348312" y="3365309"/>
                </a:lnTo>
                <a:lnTo>
                  <a:pt x="8326664" y="3369245"/>
                </a:lnTo>
                <a:lnTo>
                  <a:pt x="8322728" y="3361373"/>
                </a:lnTo>
                <a:lnTo>
                  <a:pt x="8303048" y="3377117"/>
                </a:lnTo>
                <a:lnTo>
                  <a:pt x="8310920" y="3402701"/>
                </a:lnTo>
                <a:lnTo>
                  <a:pt x="8287303" y="3434190"/>
                </a:lnTo>
                <a:lnTo>
                  <a:pt x="8273527" y="3438126"/>
                </a:lnTo>
                <a:lnTo>
                  <a:pt x="8275495" y="3467646"/>
                </a:lnTo>
                <a:lnTo>
                  <a:pt x="8249911" y="3495198"/>
                </a:lnTo>
                <a:lnTo>
                  <a:pt x="8228263" y="3503070"/>
                </a:lnTo>
                <a:lnTo>
                  <a:pt x="8228263" y="3495198"/>
                </a:lnTo>
                <a:lnTo>
                  <a:pt x="8212519" y="3483390"/>
                </a:lnTo>
                <a:lnTo>
                  <a:pt x="8196774" y="3487326"/>
                </a:lnTo>
                <a:lnTo>
                  <a:pt x="8188902" y="3479454"/>
                </a:lnTo>
                <a:lnTo>
                  <a:pt x="8173158" y="3475518"/>
                </a:lnTo>
                <a:lnTo>
                  <a:pt x="8155446" y="3487326"/>
                </a:lnTo>
                <a:lnTo>
                  <a:pt x="8141670" y="3475518"/>
                </a:lnTo>
                <a:lnTo>
                  <a:pt x="8106245" y="3467646"/>
                </a:lnTo>
                <a:lnTo>
                  <a:pt x="8090501" y="3422382"/>
                </a:lnTo>
                <a:lnTo>
                  <a:pt x="8072789" y="3406637"/>
                </a:lnTo>
                <a:lnTo>
                  <a:pt x="8062949" y="3349565"/>
                </a:lnTo>
                <a:lnTo>
                  <a:pt x="8078693" y="3343661"/>
                </a:lnTo>
                <a:lnTo>
                  <a:pt x="8084597" y="3345137"/>
                </a:lnTo>
                <a:lnTo>
                  <a:pt x="8084597" y="3341692"/>
                </a:lnTo>
                <a:lnTo>
                  <a:pt x="8085850" y="3345450"/>
                </a:lnTo>
                <a:lnTo>
                  <a:pt x="8086000" y="3345487"/>
                </a:lnTo>
                <a:lnTo>
                  <a:pt x="8086565" y="3345431"/>
                </a:lnTo>
                <a:lnTo>
                  <a:pt x="8086565" y="3343661"/>
                </a:lnTo>
                <a:lnTo>
                  <a:pt x="8087246" y="3345363"/>
                </a:lnTo>
                <a:lnTo>
                  <a:pt x="8123957" y="3341692"/>
                </a:lnTo>
                <a:lnTo>
                  <a:pt x="8129861" y="3318076"/>
                </a:lnTo>
                <a:lnTo>
                  <a:pt x="8149541" y="3312172"/>
                </a:lnTo>
                <a:lnTo>
                  <a:pt x="8161350" y="3306268"/>
                </a:lnTo>
                <a:lnTo>
                  <a:pt x="8192838" y="3294459"/>
                </a:lnTo>
                <a:lnTo>
                  <a:pt x="8206614" y="3266907"/>
                </a:lnTo>
                <a:lnTo>
                  <a:pt x="8222358" y="3261003"/>
                </a:lnTo>
                <a:lnTo>
                  <a:pt x="8230230" y="3255099"/>
                </a:lnTo>
                <a:lnTo>
                  <a:pt x="8249910" y="3261003"/>
                </a:lnTo>
                <a:lnTo>
                  <a:pt x="8253846" y="3231483"/>
                </a:lnTo>
                <a:close/>
                <a:moveTo>
                  <a:pt x="4908205" y="3180334"/>
                </a:moveTo>
                <a:lnTo>
                  <a:pt x="4884601" y="3219675"/>
                </a:lnTo>
                <a:lnTo>
                  <a:pt x="4888537" y="3241323"/>
                </a:lnTo>
                <a:lnTo>
                  <a:pt x="4894975" y="3252052"/>
                </a:lnTo>
                <a:lnTo>
                  <a:pt x="4890504" y="3241323"/>
                </a:lnTo>
                <a:lnTo>
                  <a:pt x="4886568" y="3219675"/>
                </a:lnTo>
                <a:close/>
                <a:moveTo>
                  <a:pt x="6329125" y="3166539"/>
                </a:moveTo>
                <a:lnTo>
                  <a:pt x="6307502" y="3170471"/>
                </a:lnTo>
                <a:lnTo>
                  <a:pt x="6329009" y="3166886"/>
                </a:lnTo>
                <a:close/>
                <a:moveTo>
                  <a:pt x="4679926" y="3166538"/>
                </a:moveTo>
                <a:lnTo>
                  <a:pt x="4664183" y="3170474"/>
                </a:lnTo>
                <a:lnTo>
                  <a:pt x="4664183" y="3170475"/>
                </a:lnTo>
                <a:lnTo>
                  <a:pt x="4679927" y="3166539"/>
                </a:lnTo>
                <a:close/>
                <a:moveTo>
                  <a:pt x="5927649" y="3140953"/>
                </a:moveTo>
                <a:lnTo>
                  <a:pt x="5927638" y="3140969"/>
                </a:lnTo>
                <a:lnTo>
                  <a:pt x="5927649" y="3140955"/>
                </a:lnTo>
                <a:close/>
                <a:moveTo>
                  <a:pt x="5341181" y="3135050"/>
                </a:moveTo>
                <a:lnTo>
                  <a:pt x="5325437" y="3152762"/>
                </a:lnTo>
                <a:lnTo>
                  <a:pt x="5311661" y="3205899"/>
                </a:lnTo>
                <a:lnTo>
                  <a:pt x="5295916" y="3219675"/>
                </a:lnTo>
                <a:lnTo>
                  <a:pt x="5278204" y="3201963"/>
                </a:lnTo>
                <a:lnTo>
                  <a:pt x="5262460" y="3201963"/>
                </a:lnTo>
                <a:lnTo>
                  <a:pt x="5223101" y="3243290"/>
                </a:lnTo>
                <a:lnTo>
                  <a:pt x="5262460" y="3203931"/>
                </a:lnTo>
                <a:lnTo>
                  <a:pt x="5278204" y="3203931"/>
                </a:lnTo>
                <a:lnTo>
                  <a:pt x="5295916" y="3219675"/>
                </a:lnTo>
                <a:lnTo>
                  <a:pt x="5311660" y="3207867"/>
                </a:lnTo>
                <a:lnTo>
                  <a:pt x="5325436" y="3154730"/>
                </a:lnTo>
                <a:close/>
                <a:moveTo>
                  <a:pt x="7242285" y="3131114"/>
                </a:moveTo>
                <a:lnTo>
                  <a:pt x="7254094" y="3131114"/>
                </a:lnTo>
                <a:lnTo>
                  <a:pt x="7261966" y="3138986"/>
                </a:lnTo>
                <a:lnTo>
                  <a:pt x="7261966" y="3154730"/>
                </a:lnTo>
                <a:lnTo>
                  <a:pt x="7283614" y="3168507"/>
                </a:lnTo>
                <a:lnTo>
                  <a:pt x="7287550" y="3188187"/>
                </a:lnTo>
                <a:lnTo>
                  <a:pt x="7291486" y="3196059"/>
                </a:lnTo>
                <a:lnTo>
                  <a:pt x="7291486" y="3207867"/>
                </a:lnTo>
                <a:lnTo>
                  <a:pt x="7263934" y="3231483"/>
                </a:lnTo>
                <a:lnTo>
                  <a:pt x="7250158" y="3231483"/>
                </a:lnTo>
                <a:lnTo>
                  <a:pt x="7238349" y="3219675"/>
                </a:lnTo>
                <a:lnTo>
                  <a:pt x="7230477" y="3168507"/>
                </a:lnTo>
                <a:lnTo>
                  <a:pt x="7234413" y="3154730"/>
                </a:lnTo>
                <a:lnTo>
                  <a:pt x="7234413" y="3142922"/>
                </a:lnTo>
                <a:close/>
                <a:moveTo>
                  <a:pt x="8531337" y="3125210"/>
                </a:moveTo>
                <a:lnTo>
                  <a:pt x="8549049" y="3137018"/>
                </a:lnTo>
                <a:lnTo>
                  <a:pt x="8556921" y="3154731"/>
                </a:lnTo>
                <a:lnTo>
                  <a:pt x="8552985" y="3166539"/>
                </a:lnTo>
                <a:lnTo>
                  <a:pt x="8564793" y="3178347"/>
                </a:lnTo>
                <a:lnTo>
                  <a:pt x="8560857" y="3196059"/>
                </a:lnTo>
                <a:lnTo>
                  <a:pt x="8552985" y="3203931"/>
                </a:lnTo>
                <a:lnTo>
                  <a:pt x="8539209" y="3196059"/>
                </a:lnTo>
                <a:lnTo>
                  <a:pt x="8531337" y="3199995"/>
                </a:lnTo>
                <a:lnTo>
                  <a:pt x="8531337" y="3207867"/>
                </a:lnTo>
                <a:lnTo>
                  <a:pt x="8539209" y="3215739"/>
                </a:lnTo>
                <a:lnTo>
                  <a:pt x="8539209" y="3231483"/>
                </a:lnTo>
                <a:lnTo>
                  <a:pt x="8535273" y="3237387"/>
                </a:lnTo>
                <a:lnTo>
                  <a:pt x="8527401" y="3231483"/>
                </a:lnTo>
                <a:lnTo>
                  <a:pt x="8527401" y="3219675"/>
                </a:lnTo>
                <a:lnTo>
                  <a:pt x="8523465" y="3225579"/>
                </a:lnTo>
                <a:lnTo>
                  <a:pt x="8515593" y="3229515"/>
                </a:lnTo>
                <a:lnTo>
                  <a:pt x="8491976" y="3211803"/>
                </a:lnTo>
                <a:lnTo>
                  <a:pt x="8491976" y="3203931"/>
                </a:lnTo>
                <a:lnTo>
                  <a:pt x="8499849" y="3188187"/>
                </a:lnTo>
                <a:lnTo>
                  <a:pt x="8488040" y="3182283"/>
                </a:lnTo>
                <a:lnTo>
                  <a:pt x="8480168" y="3182283"/>
                </a:lnTo>
                <a:lnTo>
                  <a:pt x="8474264" y="3182283"/>
                </a:lnTo>
                <a:lnTo>
                  <a:pt x="8466392" y="3184251"/>
                </a:lnTo>
                <a:lnTo>
                  <a:pt x="8458520" y="3178347"/>
                </a:lnTo>
                <a:lnTo>
                  <a:pt x="8446712" y="3182283"/>
                </a:lnTo>
                <a:lnTo>
                  <a:pt x="8446712" y="3188187"/>
                </a:lnTo>
                <a:lnTo>
                  <a:pt x="8442776" y="3192123"/>
                </a:lnTo>
                <a:lnTo>
                  <a:pt x="8434904" y="3196059"/>
                </a:lnTo>
                <a:lnTo>
                  <a:pt x="8434904" y="3184251"/>
                </a:lnTo>
                <a:lnTo>
                  <a:pt x="8442776" y="3174411"/>
                </a:lnTo>
                <a:lnTo>
                  <a:pt x="8450648" y="3170475"/>
                </a:lnTo>
                <a:lnTo>
                  <a:pt x="8474264" y="3148826"/>
                </a:lnTo>
                <a:lnTo>
                  <a:pt x="8488040" y="3158667"/>
                </a:lnTo>
                <a:lnTo>
                  <a:pt x="8491976" y="3170475"/>
                </a:lnTo>
                <a:lnTo>
                  <a:pt x="8503785" y="3166539"/>
                </a:lnTo>
                <a:lnTo>
                  <a:pt x="8503785" y="3154731"/>
                </a:lnTo>
                <a:lnTo>
                  <a:pt x="8515593" y="3150794"/>
                </a:lnTo>
                <a:lnTo>
                  <a:pt x="8519529" y="3140954"/>
                </a:lnTo>
                <a:lnTo>
                  <a:pt x="8527401" y="3140954"/>
                </a:lnTo>
                <a:lnTo>
                  <a:pt x="8531337" y="3144890"/>
                </a:lnTo>
                <a:lnTo>
                  <a:pt x="8539209" y="3137018"/>
                </a:lnTo>
                <a:close/>
                <a:moveTo>
                  <a:pt x="4860985" y="3123242"/>
                </a:moveTo>
                <a:lnTo>
                  <a:pt x="4846319" y="3134241"/>
                </a:lnTo>
                <a:lnTo>
                  <a:pt x="4847209" y="3135050"/>
                </a:lnTo>
                <a:lnTo>
                  <a:pt x="4862951" y="3123242"/>
                </a:lnTo>
                <a:close/>
                <a:moveTo>
                  <a:pt x="4748807" y="3121275"/>
                </a:moveTo>
                <a:lnTo>
                  <a:pt x="4752602" y="3159228"/>
                </a:lnTo>
                <a:lnTo>
                  <a:pt x="4752743" y="3158666"/>
                </a:lnTo>
                <a:lnTo>
                  <a:pt x="4748807" y="3121275"/>
                </a:lnTo>
                <a:close/>
                <a:moveTo>
                  <a:pt x="8503785" y="3109465"/>
                </a:moveTo>
                <a:lnTo>
                  <a:pt x="8507721" y="3109465"/>
                </a:lnTo>
                <a:lnTo>
                  <a:pt x="8515593" y="3109465"/>
                </a:lnTo>
                <a:lnTo>
                  <a:pt x="8503785" y="3125209"/>
                </a:lnTo>
                <a:lnTo>
                  <a:pt x="8491977" y="3121273"/>
                </a:lnTo>
                <a:close/>
                <a:moveTo>
                  <a:pt x="3231500" y="3101594"/>
                </a:moveTo>
                <a:lnTo>
                  <a:pt x="3227564" y="3109466"/>
                </a:lnTo>
                <a:lnTo>
                  <a:pt x="3231500" y="3109466"/>
                </a:lnTo>
                <a:lnTo>
                  <a:pt x="3231500" y="3125210"/>
                </a:lnTo>
                <a:lnTo>
                  <a:pt x="3213787" y="3125210"/>
                </a:lnTo>
                <a:lnTo>
                  <a:pt x="3213787" y="3109466"/>
                </a:lnTo>
                <a:close/>
                <a:moveTo>
                  <a:pt x="2574158" y="3101593"/>
                </a:moveTo>
                <a:lnTo>
                  <a:pt x="2574202" y="3101603"/>
                </a:lnTo>
                <a:lnTo>
                  <a:pt x="2574160" y="3101593"/>
                </a:lnTo>
                <a:close/>
                <a:moveTo>
                  <a:pt x="5931668" y="3101557"/>
                </a:moveTo>
                <a:lnTo>
                  <a:pt x="5931587" y="3101590"/>
                </a:lnTo>
                <a:lnTo>
                  <a:pt x="5931587" y="3101594"/>
                </a:lnTo>
                <a:close/>
                <a:moveTo>
                  <a:pt x="8529369" y="3097657"/>
                </a:moveTo>
                <a:lnTo>
                  <a:pt x="8545113" y="3097657"/>
                </a:lnTo>
                <a:lnTo>
                  <a:pt x="8541177" y="3109465"/>
                </a:lnTo>
                <a:lnTo>
                  <a:pt x="8537241" y="3113401"/>
                </a:lnTo>
                <a:lnTo>
                  <a:pt x="8529369" y="3109465"/>
                </a:lnTo>
                <a:close/>
                <a:moveTo>
                  <a:pt x="2910188" y="3095174"/>
                </a:moveTo>
                <a:lnTo>
                  <a:pt x="2894945" y="3109464"/>
                </a:lnTo>
                <a:lnTo>
                  <a:pt x="2889693" y="3125220"/>
                </a:lnTo>
                <a:lnTo>
                  <a:pt x="2894946" y="3111433"/>
                </a:lnTo>
                <a:close/>
                <a:moveTo>
                  <a:pt x="4979065" y="3093722"/>
                </a:moveTo>
                <a:lnTo>
                  <a:pt x="4979065" y="3129146"/>
                </a:lnTo>
                <a:lnTo>
                  <a:pt x="4983001" y="3182282"/>
                </a:lnTo>
                <a:lnTo>
                  <a:pt x="4988250" y="3188843"/>
                </a:lnTo>
                <a:lnTo>
                  <a:pt x="4984969" y="3182282"/>
                </a:lnTo>
                <a:lnTo>
                  <a:pt x="4981033" y="3129145"/>
                </a:lnTo>
                <a:lnTo>
                  <a:pt x="4981033" y="3094706"/>
                </a:lnTo>
                <a:lnTo>
                  <a:pt x="4979066" y="3093722"/>
                </a:lnTo>
                <a:close/>
                <a:moveTo>
                  <a:pt x="7629985" y="3093721"/>
                </a:moveTo>
                <a:lnTo>
                  <a:pt x="7631953" y="3097657"/>
                </a:lnTo>
                <a:lnTo>
                  <a:pt x="7631953" y="3101593"/>
                </a:lnTo>
                <a:lnTo>
                  <a:pt x="7629985" y="3101593"/>
                </a:lnTo>
                <a:close/>
                <a:moveTo>
                  <a:pt x="3249212" y="3089786"/>
                </a:moveTo>
                <a:lnTo>
                  <a:pt x="3249212" y="3097658"/>
                </a:lnTo>
                <a:lnTo>
                  <a:pt x="3241341" y="3101594"/>
                </a:lnTo>
                <a:lnTo>
                  <a:pt x="3237405" y="3093722"/>
                </a:lnTo>
                <a:close/>
                <a:moveTo>
                  <a:pt x="8466392" y="3085849"/>
                </a:moveTo>
                <a:lnTo>
                  <a:pt x="8480168" y="3089785"/>
                </a:lnTo>
                <a:lnTo>
                  <a:pt x="8476232" y="3113401"/>
                </a:lnTo>
                <a:lnTo>
                  <a:pt x="8468360" y="3127177"/>
                </a:lnTo>
                <a:lnTo>
                  <a:pt x="8458520" y="3131113"/>
                </a:lnTo>
                <a:lnTo>
                  <a:pt x="8442776" y="3123241"/>
                </a:lnTo>
                <a:lnTo>
                  <a:pt x="8446712" y="3113401"/>
                </a:lnTo>
                <a:lnTo>
                  <a:pt x="8466392" y="3109465"/>
                </a:lnTo>
                <a:lnTo>
                  <a:pt x="8462456" y="3101593"/>
                </a:lnTo>
                <a:close/>
                <a:moveTo>
                  <a:pt x="4910179" y="3085457"/>
                </a:moveTo>
                <a:lnTo>
                  <a:pt x="4906249" y="3085850"/>
                </a:lnTo>
                <a:lnTo>
                  <a:pt x="4892478" y="3123228"/>
                </a:lnTo>
                <a:lnTo>
                  <a:pt x="4908216" y="3085849"/>
                </a:lnTo>
                <a:close/>
                <a:moveTo>
                  <a:pt x="4827527" y="3083883"/>
                </a:moveTo>
                <a:lnTo>
                  <a:pt x="4827527" y="3083889"/>
                </a:lnTo>
                <a:lnTo>
                  <a:pt x="4827528" y="3083883"/>
                </a:lnTo>
                <a:close/>
                <a:moveTo>
                  <a:pt x="8488041" y="3081913"/>
                </a:moveTo>
                <a:lnTo>
                  <a:pt x="8491977" y="3109465"/>
                </a:lnTo>
                <a:lnTo>
                  <a:pt x="8488041" y="3121273"/>
                </a:lnTo>
                <a:lnTo>
                  <a:pt x="8480169" y="3121273"/>
                </a:lnTo>
                <a:close/>
                <a:moveTo>
                  <a:pt x="8495913" y="3079945"/>
                </a:moveTo>
                <a:lnTo>
                  <a:pt x="8511657" y="3079945"/>
                </a:lnTo>
                <a:lnTo>
                  <a:pt x="8523465" y="3091753"/>
                </a:lnTo>
                <a:lnTo>
                  <a:pt x="8527401" y="3101593"/>
                </a:lnTo>
                <a:lnTo>
                  <a:pt x="8511657" y="3105529"/>
                </a:lnTo>
                <a:lnTo>
                  <a:pt x="8511657" y="3091753"/>
                </a:lnTo>
                <a:close/>
                <a:moveTo>
                  <a:pt x="7781522" y="3076010"/>
                </a:moveTo>
                <a:lnTo>
                  <a:pt x="7773649" y="3095690"/>
                </a:lnTo>
                <a:lnTo>
                  <a:pt x="7773647" y="3095697"/>
                </a:lnTo>
                <a:lnTo>
                  <a:pt x="7773650" y="3095690"/>
                </a:lnTo>
                <a:close/>
                <a:moveTo>
                  <a:pt x="5612765" y="3068139"/>
                </a:moveTo>
                <a:lnTo>
                  <a:pt x="5597024" y="3077977"/>
                </a:lnTo>
                <a:lnTo>
                  <a:pt x="5589167" y="3109405"/>
                </a:lnTo>
                <a:lnTo>
                  <a:pt x="5597023" y="3079945"/>
                </a:lnTo>
                <a:close/>
                <a:moveTo>
                  <a:pt x="8438840" y="3068137"/>
                </a:moveTo>
                <a:lnTo>
                  <a:pt x="8450648" y="3068137"/>
                </a:lnTo>
                <a:lnTo>
                  <a:pt x="8460488" y="3072073"/>
                </a:lnTo>
                <a:lnTo>
                  <a:pt x="8456552" y="3087817"/>
                </a:lnTo>
                <a:lnTo>
                  <a:pt x="8438840" y="3097657"/>
                </a:lnTo>
                <a:close/>
                <a:moveTo>
                  <a:pt x="5063691" y="3064202"/>
                </a:moveTo>
                <a:lnTo>
                  <a:pt x="5079274" y="3091472"/>
                </a:lnTo>
                <a:lnTo>
                  <a:pt x="5079434" y="3089786"/>
                </a:lnTo>
                <a:lnTo>
                  <a:pt x="5066643" y="3064202"/>
                </a:lnTo>
                <a:close/>
                <a:moveTo>
                  <a:pt x="4835400" y="3064202"/>
                </a:moveTo>
                <a:lnTo>
                  <a:pt x="4835399" y="3064203"/>
                </a:lnTo>
                <a:lnTo>
                  <a:pt x="4835401" y="3064208"/>
                </a:lnTo>
                <a:close/>
                <a:moveTo>
                  <a:pt x="3009112" y="3064202"/>
                </a:moveTo>
                <a:lnTo>
                  <a:pt x="3013049" y="3072074"/>
                </a:lnTo>
                <a:lnTo>
                  <a:pt x="3009112" y="3072074"/>
                </a:lnTo>
                <a:lnTo>
                  <a:pt x="3001241" y="3068138"/>
                </a:lnTo>
                <a:close/>
                <a:moveTo>
                  <a:pt x="3213789" y="3060266"/>
                </a:moveTo>
                <a:lnTo>
                  <a:pt x="3221661" y="3064202"/>
                </a:lnTo>
                <a:lnTo>
                  <a:pt x="3217725" y="3072074"/>
                </a:lnTo>
                <a:lnTo>
                  <a:pt x="3209853" y="3068138"/>
                </a:lnTo>
                <a:close/>
                <a:moveTo>
                  <a:pt x="5036290" y="3056785"/>
                </a:moveTo>
                <a:lnTo>
                  <a:pt x="5040074" y="3068137"/>
                </a:lnTo>
                <a:lnTo>
                  <a:pt x="5041918" y="3067830"/>
                </a:lnTo>
                <a:lnTo>
                  <a:pt x="5038106" y="3058298"/>
                </a:lnTo>
                <a:close/>
                <a:moveTo>
                  <a:pt x="6161844" y="3056329"/>
                </a:moveTo>
                <a:lnTo>
                  <a:pt x="6147786" y="3059844"/>
                </a:lnTo>
                <a:lnTo>
                  <a:pt x="6147787" y="3059844"/>
                </a:lnTo>
                <a:lnTo>
                  <a:pt x="6161843" y="3056330"/>
                </a:lnTo>
                <a:close/>
                <a:moveTo>
                  <a:pt x="4613013" y="3052394"/>
                </a:moveTo>
                <a:lnTo>
                  <a:pt x="4611704" y="3052581"/>
                </a:lnTo>
                <a:lnTo>
                  <a:pt x="4652374" y="3064201"/>
                </a:lnTo>
                <a:lnTo>
                  <a:pt x="4683817" y="3079922"/>
                </a:lnTo>
                <a:lnTo>
                  <a:pt x="4654342" y="3064203"/>
                </a:lnTo>
                <a:lnTo>
                  <a:pt x="4654342" y="3064202"/>
                </a:lnTo>
                <a:close/>
                <a:moveTo>
                  <a:pt x="5988658" y="3052390"/>
                </a:moveTo>
                <a:lnTo>
                  <a:pt x="5988439" y="3052449"/>
                </a:lnTo>
                <a:lnTo>
                  <a:pt x="5988658" y="3052394"/>
                </a:lnTo>
                <a:close/>
                <a:moveTo>
                  <a:pt x="6500343" y="3048457"/>
                </a:moveTo>
                <a:lnTo>
                  <a:pt x="6508215" y="3048457"/>
                </a:lnTo>
                <a:lnTo>
                  <a:pt x="6508215" y="3060265"/>
                </a:lnTo>
                <a:lnTo>
                  <a:pt x="6492471" y="3064201"/>
                </a:lnTo>
                <a:lnTo>
                  <a:pt x="6474759" y="3056329"/>
                </a:lnTo>
                <a:lnTo>
                  <a:pt x="6478695" y="3052393"/>
                </a:lnTo>
                <a:lnTo>
                  <a:pt x="6488535" y="3052393"/>
                </a:lnTo>
                <a:close/>
                <a:moveTo>
                  <a:pt x="8503784" y="3040586"/>
                </a:moveTo>
                <a:lnTo>
                  <a:pt x="8511656" y="3040586"/>
                </a:lnTo>
                <a:lnTo>
                  <a:pt x="8525432" y="3044522"/>
                </a:lnTo>
                <a:lnTo>
                  <a:pt x="8533304" y="3056330"/>
                </a:lnTo>
                <a:lnTo>
                  <a:pt x="8529368" y="3079946"/>
                </a:lnTo>
                <a:lnTo>
                  <a:pt x="8519528" y="3072074"/>
                </a:lnTo>
                <a:lnTo>
                  <a:pt x="8515592" y="3056330"/>
                </a:lnTo>
                <a:lnTo>
                  <a:pt x="8503784" y="3048458"/>
                </a:lnTo>
                <a:close/>
                <a:moveTo>
                  <a:pt x="8470328" y="3040586"/>
                </a:moveTo>
                <a:lnTo>
                  <a:pt x="8478200" y="3044522"/>
                </a:lnTo>
                <a:lnTo>
                  <a:pt x="8488040" y="3052394"/>
                </a:lnTo>
                <a:lnTo>
                  <a:pt x="8488040" y="3054362"/>
                </a:lnTo>
                <a:lnTo>
                  <a:pt x="8478200" y="3052394"/>
                </a:lnTo>
                <a:lnTo>
                  <a:pt x="8466392" y="3054362"/>
                </a:lnTo>
                <a:close/>
                <a:moveTo>
                  <a:pt x="3225595" y="3036649"/>
                </a:moveTo>
                <a:lnTo>
                  <a:pt x="3229532" y="3036649"/>
                </a:lnTo>
                <a:lnTo>
                  <a:pt x="3231500" y="3040585"/>
                </a:lnTo>
                <a:lnTo>
                  <a:pt x="3225595" y="3044521"/>
                </a:lnTo>
                <a:close/>
                <a:moveTo>
                  <a:pt x="2517087" y="3036648"/>
                </a:moveTo>
                <a:lnTo>
                  <a:pt x="2505671" y="3044258"/>
                </a:lnTo>
                <a:lnTo>
                  <a:pt x="2507246" y="3044521"/>
                </a:lnTo>
                <a:lnTo>
                  <a:pt x="2517087" y="3036649"/>
                </a:lnTo>
                <a:close/>
                <a:moveTo>
                  <a:pt x="5600961" y="3036647"/>
                </a:moveTo>
                <a:lnTo>
                  <a:pt x="5600960" y="3036649"/>
                </a:lnTo>
                <a:lnTo>
                  <a:pt x="5612768" y="3052393"/>
                </a:lnTo>
                <a:lnTo>
                  <a:pt x="5612768" y="3068137"/>
                </a:lnTo>
                <a:lnTo>
                  <a:pt x="5634415" y="3083881"/>
                </a:lnTo>
                <a:lnTo>
                  <a:pt x="5634415" y="3095689"/>
                </a:lnTo>
                <a:lnTo>
                  <a:pt x="5632447" y="3101594"/>
                </a:lnTo>
                <a:lnTo>
                  <a:pt x="5646223" y="3125210"/>
                </a:lnTo>
                <a:lnTo>
                  <a:pt x="5646223" y="3158666"/>
                </a:lnTo>
                <a:lnTo>
                  <a:pt x="5661968" y="3162602"/>
                </a:lnTo>
                <a:lnTo>
                  <a:pt x="5673776" y="3182282"/>
                </a:lnTo>
                <a:lnTo>
                  <a:pt x="5685584" y="3186218"/>
                </a:lnTo>
                <a:lnTo>
                  <a:pt x="5685634" y="3186269"/>
                </a:lnTo>
                <a:lnTo>
                  <a:pt x="5685585" y="3186215"/>
                </a:lnTo>
                <a:lnTo>
                  <a:pt x="5673777" y="3182279"/>
                </a:lnTo>
                <a:lnTo>
                  <a:pt x="5661969" y="3162598"/>
                </a:lnTo>
                <a:lnTo>
                  <a:pt x="5646225" y="3158662"/>
                </a:lnTo>
                <a:lnTo>
                  <a:pt x="5646225" y="3125206"/>
                </a:lnTo>
                <a:lnTo>
                  <a:pt x="5632449" y="3101590"/>
                </a:lnTo>
                <a:lnTo>
                  <a:pt x="5636385" y="3093718"/>
                </a:lnTo>
                <a:lnTo>
                  <a:pt x="5636385" y="3083878"/>
                </a:lnTo>
                <a:lnTo>
                  <a:pt x="5612768" y="3068134"/>
                </a:lnTo>
                <a:lnTo>
                  <a:pt x="5612768" y="3052390"/>
                </a:lnTo>
                <a:close/>
                <a:moveTo>
                  <a:pt x="4589397" y="3034682"/>
                </a:moveTo>
                <a:lnTo>
                  <a:pt x="4577590" y="3038617"/>
                </a:lnTo>
                <a:lnTo>
                  <a:pt x="4577492" y="3038603"/>
                </a:lnTo>
                <a:lnTo>
                  <a:pt x="4577589" y="3038618"/>
                </a:lnTo>
                <a:lnTo>
                  <a:pt x="4589397" y="3034682"/>
                </a:lnTo>
                <a:close/>
                <a:moveTo>
                  <a:pt x="7635889" y="3028777"/>
                </a:moveTo>
                <a:lnTo>
                  <a:pt x="7635889" y="3048457"/>
                </a:lnTo>
                <a:lnTo>
                  <a:pt x="7631953" y="3079945"/>
                </a:lnTo>
                <a:lnTo>
                  <a:pt x="7629985" y="3079945"/>
                </a:lnTo>
                <a:lnTo>
                  <a:pt x="7629985" y="3064201"/>
                </a:lnTo>
                <a:lnTo>
                  <a:pt x="7631953" y="3042553"/>
                </a:lnTo>
                <a:close/>
                <a:moveTo>
                  <a:pt x="5370699" y="3028774"/>
                </a:moveTo>
                <a:lnTo>
                  <a:pt x="5370701" y="3028777"/>
                </a:lnTo>
                <a:lnTo>
                  <a:pt x="5380541" y="3028777"/>
                </a:lnTo>
                <a:lnTo>
                  <a:pt x="5406125" y="3064202"/>
                </a:lnTo>
                <a:lnTo>
                  <a:pt x="5404157" y="3117338"/>
                </a:lnTo>
                <a:lnTo>
                  <a:pt x="5404158" y="3117338"/>
                </a:lnTo>
                <a:lnTo>
                  <a:pt x="5408094" y="3064201"/>
                </a:lnTo>
                <a:lnTo>
                  <a:pt x="5380541" y="3028777"/>
                </a:lnTo>
                <a:lnTo>
                  <a:pt x="5370701" y="3028777"/>
                </a:lnTo>
                <a:close/>
                <a:moveTo>
                  <a:pt x="4866888" y="3026810"/>
                </a:moveTo>
                <a:lnTo>
                  <a:pt x="4866785" y="3027120"/>
                </a:lnTo>
                <a:lnTo>
                  <a:pt x="4888498" y="3030739"/>
                </a:lnTo>
                <a:close/>
                <a:moveTo>
                  <a:pt x="5264428" y="3022874"/>
                </a:moveTo>
                <a:lnTo>
                  <a:pt x="5261672" y="3026810"/>
                </a:lnTo>
                <a:lnTo>
                  <a:pt x="5264762" y="3022948"/>
                </a:lnTo>
                <a:close/>
                <a:moveTo>
                  <a:pt x="5004650" y="3018938"/>
                </a:moveTo>
                <a:lnTo>
                  <a:pt x="5012522" y="3038618"/>
                </a:lnTo>
                <a:lnTo>
                  <a:pt x="5032192" y="3053370"/>
                </a:lnTo>
                <a:lnTo>
                  <a:pt x="5014490" y="3038618"/>
                </a:lnTo>
                <a:lnTo>
                  <a:pt x="5006617" y="3018938"/>
                </a:lnTo>
                <a:close/>
                <a:moveTo>
                  <a:pt x="6120497" y="3018925"/>
                </a:moveTo>
                <a:lnTo>
                  <a:pt x="6120515" y="3018938"/>
                </a:lnTo>
                <a:lnTo>
                  <a:pt x="6120526" y="3018954"/>
                </a:lnTo>
                <a:lnTo>
                  <a:pt x="6120516" y="3018937"/>
                </a:lnTo>
                <a:close/>
                <a:moveTo>
                  <a:pt x="4555941" y="3011066"/>
                </a:moveTo>
                <a:lnTo>
                  <a:pt x="4554405" y="3011189"/>
                </a:lnTo>
                <a:lnTo>
                  <a:pt x="4581498" y="3018929"/>
                </a:lnTo>
                <a:close/>
                <a:moveTo>
                  <a:pt x="8389639" y="3005161"/>
                </a:moveTo>
                <a:lnTo>
                  <a:pt x="8401447" y="3009097"/>
                </a:lnTo>
                <a:lnTo>
                  <a:pt x="8417191" y="3020905"/>
                </a:lnTo>
                <a:lnTo>
                  <a:pt x="8421127" y="3036649"/>
                </a:lnTo>
                <a:lnTo>
                  <a:pt x="8417191" y="3044521"/>
                </a:lnTo>
                <a:lnTo>
                  <a:pt x="8401447" y="3040585"/>
                </a:lnTo>
                <a:lnTo>
                  <a:pt x="8397511" y="3020905"/>
                </a:lnTo>
                <a:lnTo>
                  <a:pt x="8385703" y="3013033"/>
                </a:lnTo>
                <a:close/>
                <a:moveTo>
                  <a:pt x="4912153" y="2995322"/>
                </a:moveTo>
                <a:lnTo>
                  <a:pt x="4910841" y="2997289"/>
                </a:lnTo>
                <a:lnTo>
                  <a:pt x="4925929" y="2997289"/>
                </a:lnTo>
                <a:lnTo>
                  <a:pt x="4927110" y="2995322"/>
                </a:lnTo>
                <a:close/>
                <a:moveTo>
                  <a:pt x="3229531" y="2991386"/>
                </a:moveTo>
                <a:lnTo>
                  <a:pt x="3237402" y="2991386"/>
                </a:lnTo>
                <a:lnTo>
                  <a:pt x="3241340" y="3003193"/>
                </a:lnTo>
                <a:lnTo>
                  <a:pt x="3237402" y="3005161"/>
                </a:lnTo>
                <a:lnTo>
                  <a:pt x="3225595" y="2995322"/>
                </a:lnTo>
                <a:close/>
                <a:moveTo>
                  <a:pt x="8491976" y="2991385"/>
                </a:moveTo>
                <a:lnTo>
                  <a:pt x="8503784" y="2995321"/>
                </a:lnTo>
                <a:lnTo>
                  <a:pt x="8503784" y="3003193"/>
                </a:lnTo>
                <a:lnTo>
                  <a:pt x="8491976" y="3005161"/>
                </a:lnTo>
                <a:lnTo>
                  <a:pt x="8488040" y="2999257"/>
                </a:lnTo>
                <a:close/>
                <a:moveTo>
                  <a:pt x="8442776" y="2987449"/>
                </a:moveTo>
                <a:lnTo>
                  <a:pt x="8454584" y="2987449"/>
                </a:lnTo>
                <a:lnTo>
                  <a:pt x="8462456" y="2999257"/>
                </a:lnTo>
                <a:lnTo>
                  <a:pt x="8474265" y="2991385"/>
                </a:lnTo>
                <a:lnTo>
                  <a:pt x="8484105" y="3007129"/>
                </a:lnTo>
                <a:lnTo>
                  <a:pt x="8488041" y="3020905"/>
                </a:lnTo>
                <a:lnTo>
                  <a:pt x="8495913" y="3024841"/>
                </a:lnTo>
                <a:lnTo>
                  <a:pt x="8491977" y="3032713"/>
                </a:lnTo>
                <a:lnTo>
                  <a:pt x="8466393" y="3020905"/>
                </a:lnTo>
                <a:lnTo>
                  <a:pt x="8450648" y="3007129"/>
                </a:lnTo>
                <a:lnTo>
                  <a:pt x="8446712" y="3015001"/>
                </a:lnTo>
                <a:lnTo>
                  <a:pt x="8430968" y="2999257"/>
                </a:lnTo>
                <a:close/>
                <a:moveTo>
                  <a:pt x="5612768" y="2987448"/>
                </a:moveTo>
                <a:lnTo>
                  <a:pt x="5612766" y="2987458"/>
                </a:lnTo>
                <a:lnTo>
                  <a:pt x="5604896" y="3028777"/>
                </a:lnTo>
                <a:lnTo>
                  <a:pt x="5600965" y="3036639"/>
                </a:lnTo>
                <a:lnTo>
                  <a:pt x="5604896" y="3030742"/>
                </a:lnTo>
                <a:lnTo>
                  <a:pt x="5612766" y="2987458"/>
                </a:lnTo>
                <a:lnTo>
                  <a:pt x="5612768" y="2987448"/>
                </a:lnTo>
                <a:close/>
                <a:moveTo>
                  <a:pt x="7909444" y="2981545"/>
                </a:moveTo>
                <a:lnTo>
                  <a:pt x="7889763" y="2985481"/>
                </a:lnTo>
                <a:lnTo>
                  <a:pt x="7885827" y="2999257"/>
                </a:lnTo>
                <a:lnTo>
                  <a:pt x="7875987" y="3011065"/>
                </a:lnTo>
                <a:lnTo>
                  <a:pt x="7875987" y="3013033"/>
                </a:lnTo>
                <a:lnTo>
                  <a:pt x="7887795" y="3001224"/>
                </a:lnTo>
                <a:lnTo>
                  <a:pt x="7891731" y="2985480"/>
                </a:lnTo>
                <a:lnTo>
                  <a:pt x="7910230" y="2981780"/>
                </a:lnTo>
                <a:close/>
                <a:moveTo>
                  <a:pt x="4282387" y="2979578"/>
                </a:moveTo>
                <a:lnTo>
                  <a:pt x="4286323" y="2979578"/>
                </a:lnTo>
                <a:lnTo>
                  <a:pt x="4290259" y="2983514"/>
                </a:lnTo>
                <a:lnTo>
                  <a:pt x="4286323" y="2987450"/>
                </a:lnTo>
                <a:close/>
                <a:moveTo>
                  <a:pt x="4971194" y="2977610"/>
                </a:moveTo>
                <a:lnTo>
                  <a:pt x="4979066" y="2985481"/>
                </a:lnTo>
                <a:lnTo>
                  <a:pt x="4983002" y="3005161"/>
                </a:lnTo>
                <a:lnTo>
                  <a:pt x="4994808" y="3018936"/>
                </a:lnTo>
                <a:lnTo>
                  <a:pt x="4984969" y="3003194"/>
                </a:lnTo>
                <a:lnTo>
                  <a:pt x="4981033" y="2985482"/>
                </a:lnTo>
                <a:lnTo>
                  <a:pt x="4973161" y="2977610"/>
                </a:lnTo>
                <a:close/>
                <a:moveTo>
                  <a:pt x="4937737" y="2977610"/>
                </a:moveTo>
                <a:lnTo>
                  <a:pt x="4937734" y="2977614"/>
                </a:lnTo>
                <a:lnTo>
                  <a:pt x="4937737" y="2977610"/>
                </a:lnTo>
                <a:close/>
                <a:moveTo>
                  <a:pt x="2475765" y="2977597"/>
                </a:moveTo>
                <a:lnTo>
                  <a:pt x="2475759" y="2977606"/>
                </a:lnTo>
                <a:lnTo>
                  <a:pt x="2475733" y="2977623"/>
                </a:lnTo>
                <a:lnTo>
                  <a:pt x="2475759" y="2977607"/>
                </a:lnTo>
                <a:close/>
                <a:moveTo>
                  <a:pt x="7996036" y="2973673"/>
                </a:moveTo>
                <a:lnTo>
                  <a:pt x="7984234" y="2981541"/>
                </a:lnTo>
                <a:lnTo>
                  <a:pt x="7996036" y="2975640"/>
                </a:lnTo>
                <a:lnTo>
                  <a:pt x="8007844" y="2993352"/>
                </a:lnTo>
                <a:lnTo>
                  <a:pt x="8019652" y="2993352"/>
                </a:lnTo>
                <a:lnTo>
                  <a:pt x="8027524" y="3026809"/>
                </a:lnTo>
                <a:lnTo>
                  <a:pt x="8015716" y="3056329"/>
                </a:lnTo>
                <a:lnTo>
                  <a:pt x="7982260" y="3056329"/>
                </a:lnTo>
                <a:lnTo>
                  <a:pt x="7970452" y="3064201"/>
                </a:lnTo>
                <a:lnTo>
                  <a:pt x="7970452" y="3064201"/>
                </a:lnTo>
                <a:lnTo>
                  <a:pt x="7982260" y="3056329"/>
                </a:lnTo>
                <a:lnTo>
                  <a:pt x="8015716" y="3056329"/>
                </a:lnTo>
                <a:lnTo>
                  <a:pt x="8027525" y="3026809"/>
                </a:lnTo>
                <a:lnTo>
                  <a:pt x="8019652" y="2991385"/>
                </a:lnTo>
                <a:lnTo>
                  <a:pt x="8019652" y="2991385"/>
                </a:lnTo>
                <a:lnTo>
                  <a:pt x="8007844" y="2991385"/>
                </a:lnTo>
                <a:close/>
                <a:moveTo>
                  <a:pt x="4307972" y="2973673"/>
                </a:moveTo>
                <a:lnTo>
                  <a:pt x="4315844" y="2973673"/>
                </a:lnTo>
                <a:lnTo>
                  <a:pt x="4319780" y="2977609"/>
                </a:lnTo>
                <a:lnTo>
                  <a:pt x="4311908" y="2979576"/>
                </a:lnTo>
                <a:close/>
                <a:moveTo>
                  <a:pt x="3225595" y="2969737"/>
                </a:moveTo>
                <a:lnTo>
                  <a:pt x="3231500" y="2977608"/>
                </a:lnTo>
                <a:lnTo>
                  <a:pt x="3225595" y="2979576"/>
                </a:lnTo>
                <a:lnTo>
                  <a:pt x="3221659" y="2973673"/>
                </a:lnTo>
                <a:close/>
                <a:moveTo>
                  <a:pt x="5067632" y="2969719"/>
                </a:moveTo>
                <a:lnTo>
                  <a:pt x="5067626" y="2969737"/>
                </a:lnTo>
                <a:lnTo>
                  <a:pt x="5067626" y="2969737"/>
                </a:lnTo>
                <a:close/>
                <a:moveTo>
                  <a:pt x="5616704" y="2957928"/>
                </a:moveTo>
                <a:lnTo>
                  <a:pt x="5620639" y="2977607"/>
                </a:lnTo>
                <a:lnTo>
                  <a:pt x="5620640" y="2977606"/>
                </a:lnTo>
                <a:lnTo>
                  <a:pt x="5616705" y="2957928"/>
                </a:lnTo>
                <a:close/>
                <a:moveTo>
                  <a:pt x="7960609" y="2954004"/>
                </a:moveTo>
                <a:lnTo>
                  <a:pt x="7949115" y="2992317"/>
                </a:lnTo>
                <a:lnTo>
                  <a:pt x="7952740" y="2993352"/>
                </a:lnTo>
                <a:lnTo>
                  <a:pt x="7982260" y="2997288"/>
                </a:lnTo>
                <a:lnTo>
                  <a:pt x="7984227" y="2981552"/>
                </a:lnTo>
                <a:lnTo>
                  <a:pt x="7982260" y="2995321"/>
                </a:lnTo>
                <a:lnTo>
                  <a:pt x="7952739" y="2991385"/>
                </a:lnTo>
                <a:close/>
                <a:moveTo>
                  <a:pt x="2418673" y="2950061"/>
                </a:moveTo>
                <a:lnTo>
                  <a:pt x="2406880" y="2953992"/>
                </a:lnTo>
                <a:lnTo>
                  <a:pt x="2365586" y="2957924"/>
                </a:lnTo>
                <a:lnTo>
                  <a:pt x="2406878" y="2955958"/>
                </a:lnTo>
                <a:close/>
                <a:moveTo>
                  <a:pt x="7773646" y="2944131"/>
                </a:moveTo>
                <a:lnTo>
                  <a:pt x="7773649" y="2944153"/>
                </a:lnTo>
                <a:lnTo>
                  <a:pt x="7773642" y="2944160"/>
                </a:lnTo>
                <a:lnTo>
                  <a:pt x="7773650" y="2944153"/>
                </a:lnTo>
                <a:close/>
                <a:moveTo>
                  <a:pt x="3227566" y="2942185"/>
                </a:moveTo>
                <a:lnTo>
                  <a:pt x="3227566" y="2953993"/>
                </a:lnTo>
                <a:lnTo>
                  <a:pt x="3219693" y="2953993"/>
                </a:lnTo>
                <a:lnTo>
                  <a:pt x="3217726" y="2959897"/>
                </a:lnTo>
                <a:lnTo>
                  <a:pt x="3213789" y="2953993"/>
                </a:lnTo>
                <a:lnTo>
                  <a:pt x="3209853" y="2946121"/>
                </a:lnTo>
                <a:lnTo>
                  <a:pt x="3217726" y="2946121"/>
                </a:lnTo>
                <a:close/>
                <a:moveTo>
                  <a:pt x="4571028" y="2931032"/>
                </a:moveTo>
                <a:lnTo>
                  <a:pt x="4577589" y="2936281"/>
                </a:lnTo>
                <a:lnTo>
                  <a:pt x="4589397" y="2944153"/>
                </a:lnTo>
                <a:lnTo>
                  <a:pt x="4601205" y="2959898"/>
                </a:lnTo>
                <a:lnTo>
                  <a:pt x="4630726" y="2985482"/>
                </a:lnTo>
                <a:lnTo>
                  <a:pt x="4630726" y="2985482"/>
                </a:lnTo>
                <a:lnTo>
                  <a:pt x="4638598" y="2965802"/>
                </a:lnTo>
                <a:lnTo>
                  <a:pt x="4650406" y="2961866"/>
                </a:lnTo>
                <a:lnTo>
                  <a:pt x="4660246" y="2977610"/>
                </a:lnTo>
                <a:lnTo>
                  <a:pt x="4661506" y="2976665"/>
                </a:lnTo>
                <a:lnTo>
                  <a:pt x="4650406" y="2961865"/>
                </a:lnTo>
                <a:lnTo>
                  <a:pt x="4638598" y="2965801"/>
                </a:lnTo>
                <a:lnTo>
                  <a:pt x="4630726" y="2983513"/>
                </a:lnTo>
                <a:lnTo>
                  <a:pt x="4601206" y="2957929"/>
                </a:lnTo>
                <a:lnTo>
                  <a:pt x="4589398" y="2942185"/>
                </a:lnTo>
                <a:lnTo>
                  <a:pt x="4577589" y="2934313"/>
                </a:lnTo>
                <a:close/>
                <a:moveTo>
                  <a:pt x="4286323" y="2928409"/>
                </a:moveTo>
                <a:lnTo>
                  <a:pt x="4292227" y="2928409"/>
                </a:lnTo>
                <a:lnTo>
                  <a:pt x="4296164" y="2934312"/>
                </a:lnTo>
                <a:lnTo>
                  <a:pt x="4282387" y="2932345"/>
                </a:lnTo>
                <a:close/>
                <a:moveTo>
                  <a:pt x="3209852" y="2918567"/>
                </a:moveTo>
                <a:lnTo>
                  <a:pt x="3217724" y="2924471"/>
                </a:lnTo>
                <a:lnTo>
                  <a:pt x="3209852" y="2928406"/>
                </a:lnTo>
                <a:lnTo>
                  <a:pt x="3205916" y="2928406"/>
                </a:lnTo>
                <a:lnTo>
                  <a:pt x="3205916" y="2924471"/>
                </a:lnTo>
                <a:close/>
                <a:moveTo>
                  <a:pt x="3127194" y="2898888"/>
                </a:moveTo>
                <a:lnTo>
                  <a:pt x="3133099" y="2904792"/>
                </a:lnTo>
                <a:lnTo>
                  <a:pt x="3127194" y="2906760"/>
                </a:lnTo>
                <a:lnTo>
                  <a:pt x="3123256" y="2900856"/>
                </a:lnTo>
                <a:close/>
                <a:moveTo>
                  <a:pt x="2406880" y="2892983"/>
                </a:moveTo>
                <a:lnTo>
                  <a:pt x="2407077" y="2894950"/>
                </a:lnTo>
                <a:lnTo>
                  <a:pt x="2438366" y="2894950"/>
                </a:lnTo>
                <a:lnTo>
                  <a:pt x="2448388" y="2898708"/>
                </a:lnTo>
                <a:lnTo>
                  <a:pt x="2438369" y="2892983"/>
                </a:lnTo>
                <a:close/>
                <a:moveTo>
                  <a:pt x="3066185" y="2883144"/>
                </a:moveTo>
                <a:lnTo>
                  <a:pt x="3095706" y="2887080"/>
                </a:lnTo>
                <a:lnTo>
                  <a:pt x="3095706" y="2891016"/>
                </a:lnTo>
                <a:lnTo>
                  <a:pt x="3091770" y="2898888"/>
                </a:lnTo>
                <a:lnTo>
                  <a:pt x="3058313" y="2898888"/>
                </a:lnTo>
                <a:lnTo>
                  <a:pt x="3058313" y="2887080"/>
                </a:lnTo>
                <a:close/>
                <a:moveTo>
                  <a:pt x="2767044" y="2883144"/>
                </a:moveTo>
                <a:lnTo>
                  <a:pt x="2800501" y="2896920"/>
                </a:lnTo>
                <a:lnTo>
                  <a:pt x="2800501" y="2906760"/>
                </a:lnTo>
                <a:lnTo>
                  <a:pt x="2767044" y="2904792"/>
                </a:lnTo>
                <a:lnTo>
                  <a:pt x="2755236" y="2896920"/>
                </a:lnTo>
                <a:lnTo>
                  <a:pt x="2753268" y="2889048"/>
                </a:lnTo>
                <a:close/>
                <a:moveTo>
                  <a:pt x="3621133" y="2877240"/>
                </a:moveTo>
                <a:lnTo>
                  <a:pt x="3623101" y="2877240"/>
                </a:lnTo>
                <a:lnTo>
                  <a:pt x="3623101" y="2879208"/>
                </a:lnTo>
                <a:lnTo>
                  <a:pt x="3623101" y="2881176"/>
                </a:lnTo>
                <a:lnTo>
                  <a:pt x="3621133" y="2881176"/>
                </a:lnTo>
                <a:lnTo>
                  <a:pt x="3621133" y="2879208"/>
                </a:lnTo>
                <a:close/>
                <a:moveTo>
                  <a:pt x="3617197" y="2877240"/>
                </a:moveTo>
                <a:lnTo>
                  <a:pt x="3619165" y="2877240"/>
                </a:lnTo>
                <a:lnTo>
                  <a:pt x="3621133" y="2879208"/>
                </a:lnTo>
                <a:lnTo>
                  <a:pt x="3619165" y="2879208"/>
                </a:lnTo>
                <a:lnTo>
                  <a:pt x="3617197" y="2879208"/>
                </a:lnTo>
                <a:close/>
                <a:moveTo>
                  <a:pt x="3630973" y="2875272"/>
                </a:moveTo>
                <a:lnTo>
                  <a:pt x="3632941" y="2875272"/>
                </a:lnTo>
                <a:lnTo>
                  <a:pt x="3632941" y="2877240"/>
                </a:lnTo>
                <a:lnTo>
                  <a:pt x="3630973" y="2877240"/>
                </a:lnTo>
                <a:close/>
                <a:moveTo>
                  <a:pt x="7856306" y="2871336"/>
                </a:moveTo>
                <a:lnTo>
                  <a:pt x="7838416" y="2892805"/>
                </a:lnTo>
                <a:lnTo>
                  <a:pt x="7838595" y="2892984"/>
                </a:lnTo>
                <a:lnTo>
                  <a:pt x="7856307" y="2871336"/>
                </a:lnTo>
                <a:close/>
                <a:moveTo>
                  <a:pt x="3613261" y="2871336"/>
                </a:moveTo>
                <a:lnTo>
                  <a:pt x="3615229" y="2873304"/>
                </a:lnTo>
                <a:lnTo>
                  <a:pt x="3613261" y="2873304"/>
                </a:lnTo>
                <a:close/>
                <a:moveTo>
                  <a:pt x="7909465" y="2867406"/>
                </a:moveTo>
                <a:lnTo>
                  <a:pt x="7923220" y="2871336"/>
                </a:lnTo>
                <a:lnTo>
                  <a:pt x="7931092" y="2904792"/>
                </a:lnTo>
                <a:lnTo>
                  <a:pt x="7958625" y="2940192"/>
                </a:lnTo>
                <a:lnTo>
                  <a:pt x="7933059" y="2904793"/>
                </a:lnTo>
                <a:lnTo>
                  <a:pt x="7925187" y="2871336"/>
                </a:lnTo>
                <a:close/>
                <a:moveTo>
                  <a:pt x="8434904" y="2863464"/>
                </a:moveTo>
                <a:lnTo>
                  <a:pt x="8442776" y="2867400"/>
                </a:lnTo>
                <a:lnTo>
                  <a:pt x="8438840" y="2892984"/>
                </a:lnTo>
                <a:lnTo>
                  <a:pt x="8450648" y="2904793"/>
                </a:lnTo>
                <a:lnTo>
                  <a:pt x="8446712" y="2922505"/>
                </a:lnTo>
                <a:lnTo>
                  <a:pt x="8421128" y="2946121"/>
                </a:lnTo>
                <a:lnTo>
                  <a:pt x="8417192" y="2957929"/>
                </a:lnTo>
                <a:lnTo>
                  <a:pt x="8423096" y="2979577"/>
                </a:lnTo>
                <a:lnTo>
                  <a:pt x="8429000" y="2987449"/>
                </a:lnTo>
                <a:lnTo>
                  <a:pt x="8423096" y="3003193"/>
                </a:lnTo>
                <a:lnTo>
                  <a:pt x="8421128" y="3009097"/>
                </a:lnTo>
                <a:lnTo>
                  <a:pt x="8401447" y="2999257"/>
                </a:lnTo>
                <a:lnTo>
                  <a:pt x="8401447" y="2975641"/>
                </a:lnTo>
                <a:lnTo>
                  <a:pt x="8381767" y="2967769"/>
                </a:lnTo>
                <a:lnTo>
                  <a:pt x="8369959" y="2938249"/>
                </a:lnTo>
                <a:lnTo>
                  <a:pt x="8373895" y="2926441"/>
                </a:lnTo>
                <a:lnTo>
                  <a:pt x="8381767" y="2926441"/>
                </a:lnTo>
                <a:lnTo>
                  <a:pt x="8389639" y="2885112"/>
                </a:lnTo>
                <a:lnTo>
                  <a:pt x="8397511" y="2877240"/>
                </a:lnTo>
                <a:lnTo>
                  <a:pt x="8397511" y="2867400"/>
                </a:lnTo>
                <a:lnTo>
                  <a:pt x="8405383" y="2867400"/>
                </a:lnTo>
                <a:lnTo>
                  <a:pt x="8421128" y="2869368"/>
                </a:lnTo>
                <a:close/>
                <a:moveTo>
                  <a:pt x="7945011" y="2855834"/>
                </a:moveTo>
                <a:lnTo>
                  <a:pt x="7944867" y="2857560"/>
                </a:lnTo>
                <a:lnTo>
                  <a:pt x="7960611" y="2891016"/>
                </a:lnTo>
                <a:lnTo>
                  <a:pt x="8001940" y="2924473"/>
                </a:lnTo>
                <a:lnTo>
                  <a:pt x="8003908" y="2936281"/>
                </a:lnTo>
                <a:lnTo>
                  <a:pt x="8025556" y="2944153"/>
                </a:lnTo>
                <a:lnTo>
                  <a:pt x="8020042" y="2988268"/>
                </a:lnTo>
                <a:lnTo>
                  <a:pt x="8025557" y="2944152"/>
                </a:lnTo>
                <a:lnTo>
                  <a:pt x="8003908" y="2936280"/>
                </a:lnTo>
                <a:lnTo>
                  <a:pt x="8001940" y="2924472"/>
                </a:lnTo>
                <a:lnTo>
                  <a:pt x="7964548" y="2889048"/>
                </a:lnTo>
                <a:close/>
                <a:moveTo>
                  <a:pt x="7744130" y="2845751"/>
                </a:moveTo>
                <a:lnTo>
                  <a:pt x="7744129" y="2845752"/>
                </a:lnTo>
                <a:lnTo>
                  <a:pt x="7744129" y="2883144"/>
                </a:lnTo>
                <a:lnTo>
                  <a:pt x="7756506" y="2892427"/>
                </a:lnTo>
                <a:lnTo>
                  <a:pt x="7744130" y="2881176"/>
                </a:lnTo>
                <a:close/>
                <a:moveTo>
                  <a:pt x="2938263" y="2841815"/>
                </a:moveTo>
                <a:lnTo>
                  <a:pt x="2963848" y="2845751"/>
                </a:lnTo>
                <a:lnTo>
                  <a:pt x="2987464" y="2859527"/>
                </a:lnTo>
                <a:lnTo>
                  <a:pt x="3003208" y="2859527"/>
                </a:lnTo>
                <a:lnTo>
                  <a:pt x="3020921" y="2875271"/>
                </a:lnTo>
                <a:lnTo>
                  <a:pt x="3020921" y="2887079"/>
                </a:lnTo>
                <a:lnTo>
                  <a:pt x="3013049" y="2894951"/>
                </a:lnTo>
                <a:lnTo>
                  <a:pt x="2999272" y="2887079"/>
                </a:lnTo>
                <a:lnTo>
                  <a:pt x="2979592" y="2887079"/>
                </a:lnTo>
                <a:lnTo>
                  <a:pt x="2957944" y="2887079"/>
                </a:lnTo>
                <a:lnTo>
                  <a:pt x="2954007" y="2894951"/>
                </a:lnTo>
                <a:lnTo>
                  <a:pt x="2938263" y="2906759"/>
                </a:lnTo>
                <a:lnTo>
                  <a:pt x="2926455" y="2902823"/>
                </a:lnTo>
                <a:lnTo>
                  <a:pt x="2926455" y="2894951"/>
                </a:lnTo>
                <a:lnTo>
                  <a:pt x="2930391" y="2875271"/>
                </a:lnTo>
                <a:lnTo>
                  <a:pt x="2930391" y="2847719"/>
                </a:lnTo>
                <a:close/>
                <a:moveTo>
                  <a:pt x="2898903" y="2841815"/>
                </a:moveTo>
                <a:lnTo>
                  <a:pt x="2910712" y="2845751"/>
                </a:lnTo>
                <a:lnTo>
                  <a:pt x="2928424" y="2847719"/>
                </a:lnTo>
                <a:lnTo>
                  <a:pt x="2928424" y="2875271"/>
                </a:lnTo>
                <a:lnTo>
                  <a:pt x="2924487" y="2894951"/>
                </a:lnTo>
                <a:lnTo>
                  <a:pt x="2894967" y="2898887"/>
                </a:lnTo>
                <a:lnTo>
                  <a:pt x="2875286" y="2894951"/>
                </a:lnTo>
                <a:lnTo>
                  <a:pt x="2855606" y="2887079"/>
                </a:lnTo>
                <a:lnTo>
                  <a:pt x="2855606" y="2879207"/>
                </a:lnTo>
                <a:lnTo>
                  <a:pt x="2879223" y="2879207"/>
                </a:lnTo>
                <a:lnTo>
                  <a:pt x="2904807" y="2883143"/>
                </a:lnTo>
                <a:lnTo>
                  <a:pt x="2910712" y="2871335"/>
                </a:lnTo>
                <a:lnTo>
                  <a:pt x="2898903" y="2867399"/>
                </a:lnTo>
                <a:lnTo>
                  <a:pt x="2898903" y="2855591"/>
                </a:lnTo>
                <a:lnTo>
                  <a:pt x="2883160" y="2855591"/>
                </a:lnTo>
                <a:lnTo>
                  <a:pt x="2883160" y="2847719"/>
                </a:lnTo>
                <a:close/>
                <a:moveTo>
                  <a:pt x="549068" y="2841814"/>
                </a:moveTo>
                <a:lnTo>
                  <a:pt x="556940" y="2841814"/>
                </a:lnTo>
                <a:lnTo>
                  <a:pt x="568748" y="2857558"/>
                </a:lnTo>
                <a:lnTo>
                  <a:pt x="572684" y="2857558"/>
                </a:lnTo>
                <a:lnTo>
                  <a:pt x="576620" y="2865430"/>
                </a:lnTo>
                <a:lnTo>
                  <a:pt x="553004" y="2881174"/>
                </a:lnTo>
                <a:lnTo>
                  <a:pt x="545132" y="2873302"/>
                </a:lnTo>
                <a:lnTo>
                  <a:pt x="545132" y="2853622"/>
                </a:lnTo>
                <a:close/>
                <a:moveTo>
                  <a:pt x="4327651" y="2828040"/>
                </a:moveTo>
                <a:lnTo>
                  <a:pt x="4329619" y="2828040"/>
                </a:lnTo>
                <a:lnTo>
                  <a:pt x="4329619" y="2830008"/>
                </a:lnTo>
                <a:close/>
                <a:moveTo>
                  <a:pt x="5055801" y="2828036"/>
                </a:moveTo>
                <a:lnTo>
                  <a:pt x="5055818" y="2828041"/>
                </a:lnTo>
                <a:lnTo>
                  <a:pt x="5055818" y="2847721"/>
                </a:lnTo>
                <a:lnTo>
                  <a:pt x="5059754" y="2859529"/>
                </a:lnTo>
                <a:lnTo>
                  <a:pt x="5104963" y="2855761"/>
                </a:lnTo>
                <a:lnTo>
                  <a:pt x="5105018" y="2855592"/>
                </a:lnTo>
                <a:lnTo>
                  <a:pt x="5059754" y="2859528"/>
                </a:lnTo>
                <a:lnTo>
                  <a:pt x="5055818" y="2847720"/>
                </a:lnTo>
                <a:lnTo>
                  <a:pt x="5055818" y="2828040"/>
                </a:lnTo>
                <a:close/>
                <a:moveTo>
                  <a:pt x="531356" y="2822134"/>
                </a:moveTo>
                <a:lnTo>
                  <a:pt x="537260" y="2822134"/>
                </a:lnTo>
                <a:lnTo>
                  <a:pt x="541197" y="2822134"/>
                </a:lnTo>
                <a:lnTo>
                  <a:pt x="541197" y="2830006"/>
                </a:lnTo>
                <a:lnTo>
                  <a:pt x="537260" y="2830006"/>
                </a:lnTo>
                <a:close/>
                <a:moveTo>
                  <a:pt x="8098374" y="2818199"/>
                </a:moveTo>
                <a:lnTo>
                  <a:pt x="8110182" y="2818199"/>
                </a:lnTo>
                <a:lnTo>
                  <a:pt x="8125926" y="2826071"/>
                </a:lnTo>
                <a:lnTo>
                  <a:pt x="8118054" y="2831975"/>
                </a:lnTo>
                <a:lnTo>
                  <a:pt x="8106246" y="2859528"/>
                </a:lnTo>
                <a:lnTo>
                  <a:pt x="8090501" y="2871336"/>
                </a:lnTo>
                <a:lnTo>
                  <a:pt x="8074757" y="2875272"/>
                </a:lnTo>
                <a:lnTo>
                  <a:pt x="8059013" y="2863464"/>
                </a:lnTo>
                <a:lnTo>
                  <a:pt x="8059013" y="2839848"/>
                </a:lnTo>
                <a:lnTo>
                  <a:pt x="8074757" y="2822135"/>
                </a:lnTo>
                <a:lnTo>
                  <a:pt x="8078693" y="2826071"/>
                </a:lnTo>
                <a:close/>
                <a:moveTo>
                  <a:pt x="7777586" y="2818199"/>
                </a:moveTo>
                <a:lnTo>
                  <a:pt x="7777585" y="2818200"/>
                </a:lnTo>
                <a:lnTo>
                  <a:pt x="7777584" y="2818203"/>
                </a:lnTo>
                <a:close/>
                <a:moveTo>
                  <a:pt x="515612" y="2810326"/>
                </a:moveTo>
                <a:lnTo>
                  <a:pt x="519548" y="2814262"/>
                </a:lnTo>
                <a:lnTo>
                  <a:pt x="519548" y="2818198"/>
                </a:lnTo>
                <a:lnTo>
                  <a:pt x="511676" y="2814262"/>
                </a:lnTo>
                <a:close/>
                <a:moveTo>
                  <a:pt x="7812355" y="2806610"/>
                </a:moveTo>
                <a:lnTo>
                  <a:pt x="7811256" y="2806976"/>
                </a:lnTo>
                <a:lnTo>
                  <a:pt x="7811525" y="2807716"/>
                </a:lnTo>
                <a:close/>
                <a:moveTo>
                  <a:pt x="2887094" y="2804423"/>
                </a:moveTo>
                <a:lnTo>
                  <a:pt x="2894966" y="2806391"/>
                </a:lnTo>
                <a:lnTo>
                  <a:pt x="2887094" y="2814262"/>
                </a:lnTo>
                <a:lnTo>
                  <a:pt x="2875286" y="2810327"/>
                </a:lnTo>
                <a:close/>
                <a:moveTo>
                  <a:pt x="486092" y="2804421"/>
                </a:moveTo>
                <a:lnTo>
                  <a:pt x="491996" y="2806389"/>
                </a:lnTo>
                <a:lnTo>
                  <a:pt x="486092" y="2810324"/>
                </a:lnTo>
                <a:lnTo>
                  <a:pt x="482155" y="2806389"/>
                </a:lnTo>
                <a:close/>
                <a:moveTo>
                  <a:pt x="7891731" y="2790647"/>
                </a:moveTo>
                <a:lnTo>
                  <a:pt x="7891731" y="2792616"/>
                </a:lnTo>
                <a:lnTo>
                  <a:pt x="7921251" y="2796552"/>
                </a:lnTo>
                <a:lnTo>
                  <a:pt x="7948803" y="2810328"/>
                </a:lnTo>
                <a:lnTo>
                  <a:pt x="7948783" y="2810566"/>
                </a:lnTo>
                <a:lnTo>
                  <a:pt x="7948804" y="2810327"/>
                </a:lnTo>
                <a:lnTo>
                  <a:pt x="7923219" y="2794583"/>
                </a:lnTo>
                <a:close/>
                <a:moveTo>
                  <a:pt x="2930391" y="2788678"/>
                </a:moveTo>
                <a:lnTo>
                  <a:pt x="2940232" y="2792614"/>
                </a:lnTo>
                <a:lnTo>
                  <a:pt x="2936295" y="2796550"/>
                </a:lnTo>
                <a:lnTo>
                  <a:pt x="2926455" y="2792614"/>
                </a:lnTo>
                <a:close/>
                <a:moveTo>
                  <a:pt x="7842517" y="2786689"/>
                </a:moveTo>
                <a:lnTo>
                  <a:pt x="7842530" y="2786711"/>
                </a:lnTo>
                <a:lnTo>
                  <a:pt x="7838594" y="2786711"/>
                </a:lnTo>
                <a:lnTo>
                  <a:pt x="7840562" y="2788679"/>
                </a:lnTo>
                <a:lnTo>
                  <a:pt x="7856306" y="2788679"/>
                </a:lnTo>
                <a:lnTo>
                  <a:pt x="7856044" y="2786711"/>
                </a:lnTo>
                <a:lnTo>
                  <a:pt x="7842531" y="2786711"/>
                </a:lnTo>
                <a:close/>
                <a:moveTo>
                  <a:pt x="446731" y="2782774"/>
                </a:moveTo>
                <a:lnTo>
                  <a:pt x="450667" y="2788677"/>
                </a:lnTo>
                <a:lnTo>
                  <a:pt x="438859" y="2788677"/>
                </a:lnTo>
                <a:close/>
                <a:moveTo>
                  <a:pt x="2894966" y="2768998"/>
                </a:moveTo>
                <a:lnTo>
                  <a:pt x="2898902" y="2772934"/>
                </a:lnTo>
                <a:lnTo>
                  <a:pt x="2898902" y="2776870"/>
                </a:lnTo>
                <a:lnTo>
                  <a:pt x="2894966" y="2776870"/>
                </a:lnTo>
                <a:close/>
                <a:moveTo>
                  <a:pt x="2629282" y="2768998"/>
                </a:moveTo>
                <a:lnTo>
                  <a:pt x="2633216" y="2768998"/>
                </a:lnTo>
                <a:lnTo>
                  <a:pt x="2637153" y="2772934"/>
                </a:lnTo>
                <a:lnTo>
                  <a:pt x="2629282" y="2772934"/>
                </a:lnTo>
                <a:close/>
                <a:moveTo>
                  <a:pt x="7818907" y="2767207"/>
                </a:moveTo>
                <a:lnTo>
                  <a:pt x="7833705" y="2772588"/>
                </a:lnTo>
                <a:lnTo>
                  <a:pt x="7832691" y="2770967"/>
                </a:lnTo>
                <a:close/>
                <a:moveTo>
                  <a:pt x="5923715" y="2761127"/>
                </a:moveTo>
                <a:lnTo>
                  <a:pt x="5923714" y="2761128"/>
                </a:lnTo>
                <a:lnTo>
                  <a:pt x="5923714" y="2778836"/>
                </a:lnTo>
                <a:lnTo>
                  <a:pt x="5923715" y="2778836"/>
                </a:lnTo>
                <a:close/>
                <a:moveTo>
                  <a:pt x="4605152" y="2757288"/>
                </a:moveTo>
                <a:lnTo>
                  <a:pt x="4608882" y="2794584"/>
                </a:lnTo>
                <a:lnTo>
                  <a:pt x="4609078" y="2794584"/>
                </a:lnTo>
                <a:close/>
                <a:moveTo>
                  <a:pt x="2859542" y="2757191"/>
                </a:moveTo>
                <a:lnTo>
                  <a:pt x="2869383" y="2765063"/>
                </a:lnTo>
                <a:lnTo>
                  <a:pt x="2873319" y="2772935"/>
                </a:lnTo>
                <a:lnTo>
                  <a:pt x="2859542" y="2788679"/>
                </a:lnTo>
                <a:lnTo>
                  <a:pt x="2855606" y="2780807"/>
                </a:lnTo>
                <a:lnTo>
                  <a:pt x="2865447" y="2772935"/>
                </a:lnTo>
                <a:lnTo>
                  <a:pt x="2865447" y="2768999"/>
                </a:lnTo>
                <a:lnTo>
                  <a:pt x="2855606" y="2761127"/>
                </a:lnTo>
                <a:close/>
                <a:moveTo>
                  <a:pt x="2639123" y="2743415"/>
                </a:moveTo>
                <a:lnTo>
                  <a:pt x="2652897" y="2747351"/>
                </a:lnTo>
                <a:lnTo>
                  <a:pt x="2696195" y="2747351"/>
                </a:lnTo>
                <a:lnTo>
                  <a:pt x="2711940" y="2759159"/>
                </a:lnTo>
                <a:lnTo>
                  <a:pt x="2717844" y="2768999"/>
                </a:lnTo>
                <a:lnTo>
                  <a:pt x="2741459" y="2768999"/>
                </a:lnTo>
                <a:lnTo>
                  <a:pt x="2784757" y="2792616"/>
                </a:lnTo>
                <a:lnTo>
                  <a:pt x="2794597" y="2804424"/>
                </a:lnTo>
                <a:lnTo>
                  <a:pt x="2806406" y="2804424"/>
                </a:lnTo>
                <a:lnTo>
                  <a:pt x="2822150" y="2818200"/>
                </a:lnTo>
                <a:lnTo>
                  <a:pt x="2847734" y="2822136"/>
                </a:lnTo>
                <a:lnTo>
                  <a:pt x="2855606" y="2833944"/>
                </a:lnTo>
                <a:lnTo>
                  <a:pt x="2818213" y="2837880"/>
                </a:lnTo>
                <a:lnTo>
                  <a:pt x="2806406" y="2837880"/>
                </a:lnTo>
                <a:lnTo>
                  <a:pt x="2772948" y="2845752"/>
                </a:lnTo>
                <a:lnTo>
                  <a:pt x="2761141" y="2841816"/>
                </a:lnTo>
                <a:lnTo>
                  <a:pt x="2761141" y="2830008"/>
                </a:lnTo>
                <a:lnTo>
                  <a:pt x="2772948" y="2818200"/>
                </a:lnTo>
                <a:lnTo>
                  <a:pt x="2769013" y="2810328"/>
                </a:lnTo>
                <a:lnTo>
                  <a:pt x="2749332" y="2810328"/>
                </a:lnTo>
                <a:lnTo>
                  <a:pt x="2729651" y="2792616"/>
                </a:lnTo>
                <a:lnTo>
                  <a:pt x="2706036" y="2788680"/>
                </a:lnTo>
                <a:lnTo>
                  <a:pt x="2696195" y="2776871"/>
                </a:lnTo>
                <a:lnTo>
                  <a:pt x="2672579" y="2776871"/>
                </a:lnTo>
                <a:lnTo>
                  <a:pt x="2648962" y="2761127"/>
                </a:lnTo>
                <a:lnTo>
                  <a:pt x="2648962" y="2759159"/>
                </a:lnTo>
                <a:lnTo>
                  <a:pt x="2631250" y="2759159"/>
                </a:lnTo>
                <a:lnTo>
                  <a:pt x="2607634" y="2772935"/>
                </a:lnTo>
                <a:lnTo>
                  <a:pt x="2593856" y="2768999"/>
                </a:lnTo>
                <a:lnTo>
                  <a:pt x="2593856" y="2761127"/>
                </a:lnTo>
                <a:lnTo>
                  <a:pt x="2619441" y="2747351"/>
                </a:lnTo>
                <a:close/>
                <a:moveTo>
                  <a:pt x="5965014" y="2742254"/>
                </a:moveTo>
                <a:lnTo>
                  <a:pt x="5949298" y="2753256"/>
                </a:lnTo>
                <a:lnTo>
                  <a:pt x="5944821" y="2754634"/>
                </a:lnTo>
                <a:lnTo>
                  <a:pt x="5951267" y="2753252"/>
                </a:lnTo>
                <a:close/>
                <a:moveTo>
                  <a:pt x="7860243" y="2741447"/>
                </a:moveTo>
                <a:lnTo>
                  <a:pt x="7852371" y="2757191"/>
                </a:lnTo>
                <a:lnTo>
                  <a:pt x="7852578" y="2758743"/>
                </a:lnTo>
                <a:lnTo>
                  <a:pt x="7860242" y="2743415"/>
                </a:lnTo>
                <a:lnTo>
                  <a:pt x="7875987" y="2747351"/>
                </a:lnTo>
                <a:lnTo>
                  <a:pt x="7879923" y="2761127"/>
                </a:lnTo>
                <a:lnTo>
                  <a:pt x="7891731" y="2768999"/>
                </a:lnTo>
                <a:lnTo>
                  <a:pt x="7891731" y="2768999"/>
                </a:lnTo>
                <a:lnTo>
                  <a:pt x="7879923" y="2761127"/>
                </a:lnTo>
                <a:lnTo>
                  <a:pt x="7875987" y="2745383"/>
                </a:lnTo>
                <a:close/>
                <a:moveTo>
                  <a:pt x="2830021" y="2733575"/>
                </a:moveTo>
                <a:lnTo>
                  <a:pt x="2837893" y="2733575"/>
                </a:lnTo>
                <a:lnTo>
                  <a:pt x="2837893" y="2745383"/>
                </a:lnTo>
                <a:lnTo>
                  <a:pt x="2841829" y="2761127"/>
                </a:lnTo>
                <a:lnTo>
                  <a:pt x="2837893" y="2761127"/>
                </a:lnTo>
                <a:close/>
                <a:moveTo>
                  <a:pt x="7887796" y="2733574"/>
                </a:moveTo>
                <a:lnTo>
                  <a:pt x="7875988" y="2745381"/>
                </a:lnTo>
                <a:lnTo>
                  <a:pt x="7887795" y="2735542"/>
                </a:lnTo>
                <a:lnTo>
                  <a:pt x="7903897" y="2737153"/>
                </a:lnTo>
                <a:close/>
                <a:moveTo>
                  <a:pt x="4614982" y="2731607"/>
                </a:moveTo>
                <a:lnTo>
                  <a:pt x="4614982" y="2731607"/>
                </a:lnTo>
                <a:lnTo>
                  <a:pt x="4638598" y="2731607"/>
                </a:lnTo>
                <a:lnTo>
                  <a:pt x="4638598" y="2731607"/>
                </a:lnTo>
                <a:close/>
                <a:moveTo>
                  <a:pt x="7590633" y="2727702"/>
                </a:moveTo>
                <a:lnTo>
                  <a:pt x="7594561" y="2743414"/>
                </a:lnTo>
                <a:lnTo>
                  <a:pt x="7596523" y="2752242"/>
                </a:lnTo>
                <a:lnTo>
                  <a:pt x="7594560" y="2741446"/>
                </a:lnTo>
                <a:close/>
                <a:moveTo>
                  <a:pt x="2765076" y="2719799"/>
                </a:moveTo>
                <a:lnTo>
                  <a:pt x="2765076" y="2727671"/>
                </a:lnTo>
                <a:lnTo>
                  <a:pt x="2761141" y="2723735"/>
                </a:lnTo>
                <a:close/>
                <a:moveTo>
                  <a:pt x="7948804" y="2715862"/>
                </a:moveTo>
                <a:lnTo>
                  <a:pt x="7940932" y="2741446"/>
                </a:lnTo>
                <a:lnTo>
                  <a:pt x="7951846" y="2717798"/>
                </a:lnTo>
                <a:close/>
                <a:moveTo>
                  <a:pt x="2818213" y="2706022"/>
                </a:moveTo>
                <a:lnTo>
                  <a:pt x="2826085" y="2706022"/>
                </a:lnTo>
                <a:lnTo>
                  <a:pt x="2833957" y="2723734"/>
                </a:lnTo>
                <a:lnTo>
                  <a:pt x="2826085" y="2723734"/>
                </a:lnTo>
                <a:close/>
                <a:moveTo>
                  <a:pt x="7765451" y="2704027"/>
                </a:moveTo>
                <a:lnTo>
                  <a:pt x="7785458" y="2727671"/>
                </a:lnTo>
                <a:lnTo>
                  <a:pt x="7785458" y="2753255"/>
                </a:lnTo>
                <a:lnTo>
                  <a:pt x="7811043" y="2753255"/>
                </a:lnTo>
                <a:lnTo>
                  <a:pt x="7811043" y="2753255"/>
                </a:lnTo>
                <a:lnTo>
                  <a:pt x="7785459" y="2753255"/>
                </a:lnTo>
                <a:lnTo>
                  <a:pt x="7785459" y="2725702"/>
                </a:lnTo>
                <a:close/>
                <a:moveTo>
                  <a:pt x="7748060" y="2697362"/>
                </a:moveTo>
                <a:lnTo>
                  <a:pt x="7763603" y="2702024"/>
                </a:lnTo>
                <a:lnTo>
                  <a:pt x="7761843" y="2700118"/>
                </a:lnTo>
                <a:close/>
                <a:moveTo>
                  <a:pt x="7643765" y="2694202"/>
                </a:moveTo>
                <a:lnTo>
                  <a:pt x="7643761" y="2694214"/>
                </a:lnTo>
                <a:lnTo>
                  <a:pt x="7628016" y="2694214"/>
                </a:lnTo>
                <a:lnTo>
                  <a:pt x="7626048" y="2707990"/>
                </a:lnTo>
                <a:lnTo>
                  <a:pt x="7614240" y="2711926"/>
                </a:lnTo>
                <a:lnTo>
                  <a:pt x="7617991" y="2749431"/>
                </a:lnTo>
                <a:lnTo>
                  <a:pt x="7618177" y="2749319"/>
                </a:lnTo>
                <a:lnTo>
                  <a:pt x="7614241" y="2711926"/>
                </a:lnTo>
                <a:lnTo>
                  <a:pt x="7626049" y="2707990"/>
                </a:lnTo>
                <a:lnTo>
                  <a:pt x="7629985" y="2694214"/>
                </a:lnTo>
                <a:lnTo>
                  <a:pt x="7643761" y="2694214"/>
                </a:lnTo>
                <a:close/>
                <a:moveTo>
                  <a:pt x="2755236" y="2692246"/>
                </a:moveTo>
                <a:lnTo>
                  <a:pt x="2763108" y="2700118"/>
                </a:lnTo>
                <a:lnTo>
                  <a:pt x="2765076" y="2711926"/>
                </a:lnTo>
                <a:lnTo>
                  <a:pt x="2753268" y="2711926"/>
                </a:lnTo>
                <a:lnTo>
                  <a:pt x="2753268" y="2700118"/>
                </a:lnTo>
                <a:close/>
                <a:moveTo>
                  <a:pt x="5299854" y="2692245"/>
                </a:moveTo>
                <a:lnTo>
                  <a:pt x="5272302" y="2696181"/>
                </a:lnTo>
                <a:lnTo>
                  <a:pt x="5272255" y="2696124"/>
                </a:lnTo>
                <a:lnTo>
                  <a:pt x="5272300" y="2696183"/>
                </a:lnTo>
                <a:lnTo>
                  <a:pt x="5299852" y="2692247"/>
                </a:lnTo>
                <a:lnTo>
                  <a:pt x="5317564" y="2725703"/>
                </a:lnTo>
                <a:lnTo>
                  <a:pt x="5140443" y="2855592"/>
                </a:lnTo>
                <a:lnTo>
                  <a:pt x="5317564" y="2727671"/>
                </a:lnTo>
                <a:lnTo>
                  <a:pt x="5396285" y="2749319"/>
                </a:lnTo>
                <a:lnTo>
                  <a:pt x="5408093" y="2788680"/>
                </a:lnTo>
                <a:lnTo>
                  <a:pt x="5429741" y="2818200"/>
                </a:lnTo>
                <a:lnTo>
                  <a:pt x="5429741" y="2818201"/>
                </a:lnTo>
                <a:lnTo>
                  <a:pt x="5429742" y="2818199"/>
                </a:lnTo>
                <a:lnTo>
                  <a:pt x="5408094" y="2786711"/>
                </a:lnTo>
                <a:lnTo>
                  <a:pt x="5396286" y="2749318"/>
                </a:lnTo>
                <a:lnTo>
                  <a:pt x="5437614" y="2723734"/>
                </a:lnTo>
                <a:lnTo>
                  <a:pt x="5654096" y="2833943"/>
                </a:lnTo>
                <a:lnTo>
                  <a:pt x="5654096" y="2953989"/>
                </a:lnTo>
                <a:lnTo>
                  <a:pt x="5654097" y="2953989"/>
                </a:lnTo>
                <a:lnTo>
                  <a:pt x="5654097" y="2833942"/>
                </a:lnTo>
                <a:lnTo>
                  <a:pt x="5437615" y="2723733"/>
                </a:lnTo>
                <a:lnTo>
                  <a:pt x="5396287" y="2749317"/>
                </a:lnTo>
                <a:lnTo>
                  <a:pt x="5317566" y="2725701"/>
                </a:lnTo>
                <a:close/>
                <a:moveTo>
                  <a:pt x="4782263" y="2690279"/>
                </a:moveTo>
                <a:lnTo>
                  <a:pt x="4815720" y="2961865"/>
                </a:lnTo>
                <a:lnTo>
                  <a:pt x="4717319" y="2965801"/>
                </a:lnTo>
                <a:lnTo>
                  <a:pt x="4711415" y="2957929"/>
                </a:lnTo>
                <a:lnTo>
                  <a:pt x="4695670" y="2965801"/>
                </a:lnTo>
                <a:lnTo>
                  <a:pt x="4675990" y="2965801"/>
                </a:lnTo>
                <a:lnTo>
                  <a:pt x="4675985" y="2965805"/>
                </a:lnTo>
                <a:lnTo>
                  <a:pt x="4675990" y="2965802"/>
                </a:lnTo>
                <a:lnTo>
                  <a:pt x="4695670" y="2965802"/>
                </a:lnTo>
                <a:lnTo>
                  <a:pt x="4711414" y="2957930"/>
                </a:lnTo>
                <a:lnTo>
                  <a:pt x="4717318" y="2965802"/>
                </a:lnTo>
                <a:lnTo>
                  <a:pt x="4817687" y="2961866"/>
                </a:lnTo>
                <a:lnTo>
                  <a:pt x="4782518" y="2690279"/>
                </a:lnTo>
                <a:close/>
                <a:moveTo>
                  <a:pt x="8478200" y="2688311"/>
                </a:moveTo>
                <a:lnTo>
                  <a:pt x="8482136" y="2688311"/>
                </a:lnTo>
                <a:lnTo>
                  <a:pt x="8488040" y="2688311"/>
                </a:lnTo>
                <a:lnTo>
                  <a:pt x="8488040" y="2694215"/>
                </a:lnTo>
                <a:lnTo>
                  <a:pt x="8482136" y="2694215"/>
                </a:lnTo>
                <a:close/>
                <a:moveTo>
                  <a:pt x="8499848" y="2678470"/>
                </a:moveTo>
                <a:lnTo>
                  <a:pt x="8503784" y="2682406"/>
                </a:lnTo>
                <a:lnTo>
                  <a:pt x="8499848" y="2688310"/>
                </a:lnTo>
                <a:lnTo>
                  <a:pt x="8495912" y="2688310"/>
                </a:lnTo>
                <a:lnTo>
                  <a:pt x="8491976" y="2684374"/>
                </a:lnTo>
                <a:close/>
                <a:moveTo>
                  <a:pt x="2796564" y="2674534"/>
                </a:moveTo>
                <a:lnTo>
                  <a:pt x="2808373" y="2686342"/>
                </a:lnTo>
                <a:lnTo>
                  <a:pt x="2810342" y="2707990"/>
                </a:lnTo>
                <a:lnTo>
                  <a:pt x="2804437" y="2704054"/>
                </a:lnTo>
                <a:lnTo>
                  <a:pt x="2804437" y="2688310"/>
                </a:lnTo>
                <a:lnTo>
                  <a:pt x="2792629" y="2678470"/>
                </a:lnTo>
                <a:close/>
                <a:moveTo>
                  <a:pt x="8523465" y="2666662"/>
                </a:moveTo>
                <a:lnTo>
                  <a:pt x="8529369" y="2672566"/>
                </a:lnTo>
                <a:lnTo>
                  <a:pt x="8533305" y="2674534"/>
                </a:lnTo>
                <a:lnTo>
                  <a:pt x="8527401" y="2678470"/>
                </a:lnTo>
                <a:lnTo>
                  <a:pt x="8519529" y="2674534"/>
                </a:lnTo>
                <a:close/>
                <a:moveTo>
                  <a:pt x="8409319" y="2662726"/>
                </a:moveTo>
                <a:lnTo>
                  <a:pt x="8427031" y="2666662"/>
                </a:lnTo>
                <a:lnTo>
                  <a:pt x="8427031" y="2704055"/>
                </a:lnTo>
                <a:lnTo>
                  <a:pt x="8413255" y="2723735"/>
                </a:lnTo>
                <a:lnTo>
                  <a:pt x="8405383" y="2753255"/>
                </a:lnTo>
                <a:lnTo>
                  <a:pt x="8393575" y="2757191"/>
                </a:lnTo>
                <a:lnTo>
                  <a:pt x="8385703" y="2741447"/>
                </a:lnTo>
                <a:lnTo>
                  <a:pt x="8381767" y="2711927"/>
                </a:lnTo>
                <a:lnTo>
                  <a:pt x="8401447" y="2682406"/>
                </a:lnTo>
                <a:lnTo>
                  <a:pt x="8401447" y="2672566"/>
                </a:lnTo>
                <a:close/>
                <a:moveTo>
                  <a:pt x="4634662" y="2652886"/>
                </a:moveTo>
                <a:lnTo>
                  <a:pt x="4638578" y="2731205"/>
                </a:lnTo>
                <a:lnTo>
                  <a:pt x="4634758" y="2652886"/>
                </a:lnTo>
                <a:close/>
                <a:moveTo>
                  <a:pt x="7572912" y="2646982"/>
                </a:moveTo>
                <a:lnTo>
                  <a:pt x="7571031" y="2647132"/>
                </a:lnTo>
                <a:lnTo>
                  <a:pt x="7578817" y="2660757"/>
                </a:lnTo>
                <a:lnTo>
                  <a:pt x="7578817" y="2672565"/>
                </a:lnTo>
                <a:lnTo>
                  <a:pt x="7561108" y="2686339"/>
                </a:lnTo>
                <a:lnTo>
                  <a:pt x="7580784" y="2672566"/>
                </a:lnTo>
                <a:lnTo>
                  <a:pt x="7580784" y="2660758"/>
                </a:lnTo>
                <a:close/>
                <a:moveTo>
                  <a:pt x="6553479" y="2643045"/>
                </a:moveTo>
                <a:lnTo>
                  <a:pt x="6557415" y="2643045"/>
                </a:lnTo>
                <a:lnTo>
                  <a:pt x="6563319" y="2646981"/>
                </a:lnTo>
                <a:lnTo>
                  <a:pt x="6561351" y="2666661"/>
                </a:lnTo>
                <a:lnTo>
                  <a:pt x="6545607" y="2654853"/>
                </a:lnTo>
                <a:close/>
                <a:moveTo>
                  <a:pt x="2741461" y="2635173"/>
                </a:moveTo>
                <a:lnTo>
                  <a:pt x="2753268" y="2635173"/>
                </a:lnTo>
                <a:lnTo>
                  <a:pt x="2753268" y="2643045"/>
                </a:lnTo>
                <a:lnTo>
                  <a:pt x="2741461" y="2643045"/>
                </a:lnTo>
                <a:close/>
                <a:moveTo>
                  <a:pt x="2761141" y="2633206"/>
                </a:moveTo>
                <a:lnTo>
                  <a:pt x="2769013" y="2633206"/>
                </a:lnTo>
                <a:lnTo>
                  <a:pt x="2776885" y="2645014"/>
                </a:lnTo>
                <a:lnTo>
                  <a:pt x="2776885" y="2666662"/>
                </a:lnTo>
                <a:lnTo>
                  <a:pt x="2769013" y="2666662"/>
                </a:lnTo>
                <a:lnTo>
                  <a:pt x="2772948" y="2650918"/>
                </a:lnTo>
                <a:close/>
                <a:moveTo>
                  <a:pt x="5242781" y="2631237"/>
                </a:moveTo>
                <a:lnTo>
                  <a:pt x="5242780" y="2631238"/>
                </a:lnTo>
                <a:lnTo>
                  <a:pt x="5242783" y="2631262"/>
                </a:lnTo>
                <a:close/>
                <a:moveTo>
                  <a:pt x="7480415" y="2627301"/>
                </a:moveTo>
                <a:lnTo>
                  <a:pt x="7470575" y="2639110"/>
                </a:lnTo>
                <a:lnTo>
                  <a:pt x="7480415" y="2641078"/>
                </a:lnTo>
                <a:lnTo>
                  <a:pt x="7488287" y="2652886"/>
                </a:lnTo>
                <a:lnTo>
                  <a:pt x="7492223" y="2662725"/>
                </a:lnTo>
                <a:lnTo>
                  <a:pt x="7492224" y="2662725"/>
                </a:lnTo>
                <a:lnTo>
                  <a:pt x="7490256" y="2650917"/>
                </a:lnTo>
                <a:lnTo>
                  <a:pt x="7482384" y="2641077"/>
                </a:lnTo>
                <a:lnTo>
                  <a:pt x="7470576" y="2639109"/>
                </a:lnTo>
                <a:lnTo>
                  <a:pt x="7482233" y="2627453"/>
                </a:lnTo>
                <a:close/>
                <a:moveTo>
                  <a:pt x="6398006" y="2625334"/>
                </a:moveTo>
                <a:lnTo>
                  <a:pt x="6405878" y="2629270"/>
                </a:lnTo>
                <a:lnTo>
                  <a:pt x="6398006" y="2635174"/>
                </a:lnTo>
                <a:lnTo>
                  <a:pt x="6390134" y="2629270"/>
                </a:lnTo>
                <a:close/>
                <a:moveTo>
                  <a:pt x="7393851" y="2617472"/>
                </a:moveTo>
                <a:lnTo>
                  <a:pt x="7427279" y="2629269"/>
                </a:lnTo>
                <a:lnTo>
                  <a:pt x="7428934" y="2629166"/>
                </a:lnTo>
                <a:close/>
                <a:moveTo>
                  <a:pt x="8602185" y="2617462"/>
                </a:moveTo>
                <a:lnTo>
                  <a:pt x="8613993" y="2617462"/>
                </a:lnTo>
                <a:lnTo>
                  <a:pt x="8610057" y="2627302"/>
                </a:lnTo>
                <a:lnTo>
                  <a:pt x="8594313" y="2637142"/>
                </a:lnTo>
                <a:lnTo>
                  <a:pt x="8590377" y="2627302"/>
                </a:lnTo>
                <a:lnTo>
                  <a:pt x="8598249" y="2627302"/>
                </a:lnTo>
                <a:close/>
                <a:moveTo>
                  <a:pt x="6563319" y="2617461"/>
                </a:moveTo>
                <a:lnTo>
                  <a:pt x="6569223" y="2623365"/>
                </a:lnTo>
                <a:lnTo>
                  <a:pt x="6549543" y="2633205"/>
                </a:lnTo>
                <a:lnTo>
                  <a:pt x="6549543" y="2629269"/>
                </a:lnTo>
                <a:close/>
                <a:moveTo>
                  <a:pt x="4737000" y="2611559"/>
                </a:moveTo>
                <a:lnTo>
                  <a:pt x="4737000" y="2611559"/>
                </a:lnTo>
                <a:lnTo>
                  <a:pt x="4844453" y="2688311"/>
                </a:lnTo>
                <a:lnTo>
                  <a:pt x="4847208" y="2688311"/>
                </a:lnTo>
                <a:lnTo>
                  <a:pt x="5010553" y="2806392"/>
                </a:lnTo>
                <a:lnTo>
                  <a:pt x="5022362" y="2828041"/>
                </a:lnTo>
                <a:lnTo>
                  <a:pt x="5040950" y="2824323"/>
                </a:lnTo>
                <a:lnTo>
                  <a:pt x="5040074" y="2824104"/>
                </a:lnTo>
                <a:lnTo>
                  <a:pt x="5022362" y="2828040"/>
                </a:lnTo>
                <a:lnTo>
                  <a:pt x="5010554" y="2806392"/>
                </a:lnTo>
                <a:lnTo>
                  <a:pt x="4847208" y="2688311"/>
                </a:lnTo>
                <a:close/>
                <a:moveTo>
                  <a:pt x="4459508" y="2595813"/>
                </a:moveTo>
                <a:lnTo>
                  <a:pt x="4471316" y="2599748"/>
                </a:lnTo>
                <a:lnTo>
                  <a:pt x="4463444" y="2601716"/>
                </a:lnTo>
                <a:lnTo>
                  <a:pt x="4455572" y="2599748"/>
                </a:lnTo>
                <a:close/>
                <a:moveTo>
                  <a:pt x="4490997" y="2587941"/>
                </a:moveTo>
                <a:lnTo>
                  <a:pt x="4490997" y="2595813"/>
                </a:lnTo>
                <a:lnTo>
                  <a:pt x="4487061" y="2599749"/>
                </a:lnTo>
                <a:lnTo>
                  <a:pt x="4483125" y="2595813"/>
                </a:lnTo>
                <a:lnTo>
                  <a:pt x="4483125" y="2589909"/>
                </a:lnTo>
                <a:close/>
                <a:moveTo>
                  <a:pt x="8629738" y="2584006"/>
                </a:moveTo>
                <a:lnTo>
                  <a:pt x="8635642" y="2584006"/>
                </a:lnTo>
                <a:lnTo>
                  <a:pt x="8635642" y="2587942"/>
                </a:lnTo>
                <a:lnTo>
                  <a:pt x="8631706" y="2591878"/>
                </a:lnTo>
                <a:lnTo>
                  <a:pt x="8625802" y="2587942"/>
                </a:lnTo>
                <a:close/>
                <a:moveTo>
                  <a:pt x="7279744" y="2582053"/>
                </a:moveTo>
                <a:lnTo>
                  <a:pt x="7328878" y="2593845"/>
                </a:lnTo>
                <a:lnTo>
                  <a:pt x="7360191" y="2595802"/>
                </a:lnTo>
                <a:lnTo>
                  <a:pt x="7330846" y="2593846"/>
                </a:lnTo>
                <a:close/>
                <a:moveTo>
                  <a:pt x="4504773" y="2582038"/>
                </a:moveTo>
                <a:lnTo>
                  <a:pt x="4514614" y="2584006"/>
                </a:lnTo>
                <a:lnTo>
                  <a:pt x="4514614" y="2589910"/>
                </a:lnTo>
                <a:lnTo>
                  <a:pt x="4500837" y="2595813"/>
                </a:lnTo>
                <a:lnTo>
                  <a:pt x="4500837" y="2584006"/>
                </a:lnTo>
                <a:close/>
                <a:moveTo>
                  <a:pt x="4429989" y="2578102"/>
                </a:moveTo>
                <a:lnTo>
                  <a:pt x="4433925" y="2578102"/>
                </a:lnTo>
                <a:lnTo>
                  <a:pt x="4437861" y="2578102"/>
                </a:lnTo>
                <a:lnTo>
                  <a:pt x="4433925" y="2584005"/>
                </a:lnTo>
                <a:close/>
                <a:moveTo>
                  <a:pt x="5687432" y="2577929"/>
                </a:moveTo>
                <a:lnTo>
                  <a:pt x="5683617" y="2696181"/>
                </a:lnTo>
                <a:lnTo>
                  <a:pt x="5683617" y="2698088"/>
                </a:lnTo>
                <a:close/>
                <a:moveTo>
                  <a:pt x="4729139" y="2570288"/>
                </a:moveTo>
                <a:lnTo>
                  <a:pt x="4736975" y="2611428"/>
                </a:lnTo>
                <a:lnTo>
                  <a:pt x="4733063" y="2589910"/>
                </a:lnTo>
                <a:close/>
                <a:moveTo>
                  <a:pt x="4520518" y="2570230"/>
                </a:moveTo>
                <a:lnTo>
                  <a:pt x="4520518" y="2578102"/>
                </a:lnTo>
                <a:lnTo>
                  <a:pt x="4518549" y="2574166"/>
                </a:lnTo>
                <a:close/>
                <a:moveTo>
                  <a:pt x="4729129" y="2570228"/>
                </a:moveTo>
                <a:lnTo>
                  <a:pt x="4729127" y="2570229"/>
                </a:lnTo>
                <a:lnTo>
                  <a:pt x="4729127" y="2570229"/>
                </a:lnTo>
                <a:close/>
                <a:moveTo>
                  <a:pt x="7246238" y="2566300"/>
                </a:moveTo>
                <a:lnTo>
                  <a:pt x="7263933" y="2574165"/>
                </a:lnTo>
                <a:lnTo>
                  <a:pt x="7279671" y="2582034"/>
                </a:lnTo>
                <a:lnTo>
                  <a:pt x="7265901" y="2574166"/>
                </a:lnTo>
                <a:close/>
                <a:moveTo>
                  <a:pt x="7393801" y="2566276"/>
                </a:moveTo>
                <a:lnTo>
                  <a:pt x="7393823" y="2566294"/>
                </a:lnTo>
                <a:lnTo>
                  <a:pt x="7462703" y="2582038"/>
                </a:lnTo>
                <a:lnTo>
                  <a:pt x="7470575" y="2605653"/>
                </a:lnTo>
                <a:lnTo>
                  <a:pt x="7470575" y="2605653"/>
                </a:lnTo>
                <a:lnTo>
                  <a:pt x="7462703" y="2582037"/>
                </a:lnTo>
                <a:lnTo>
                  <a:pt x="7478447" y="2578101"/>
                </a:lnTo>
                <a:lnTo>
                  <a:pt x="7496159" y="2584005"/>
                </a:lnTo>
                <a:lnTo>
                  <a:pt x="7500095" y="2601717"/>
                </a:lnTo>
                <a:lnTo>
                  <a:pt x="7511903" y="2617461"/>
                </a:lnTo>
                <a:lnTo>
                  <a:pt x="7582752" y="2611557"/>
                </a:lnTo>
                <a:lnTo>
                  <a:pt x="7582752" y="2611557"/>
                </a:lnTo>
                <a:lnTo>
                  <a:pt x="7511904" y="2617461"/>
                </a:lnTo>
                <a:lnTo>
                  <a:pt x="7500096" y="2599749"/>
                </a:lnTo>
                <a:lnTo>
                  <a:pt x="7496160" y="2584005"/>
                </a:lnTo>
                <a:lnTo>
                  <a:pt x="7513872" y="2566293"/>
                </a:lnTo>
                <a:lnTo>
                  <a:pt x="7533553" y="2566293"/>
                </a:lnTo>
                <a:lnTo>
                  <a:pt x="7545361" y="2578101"/>
                </a:lnTo>
                <a:lnTo>
                  <a:pt x="7567009" y="2574165"/>
                </a:lnTo>
                <a:lnTo>
                  <a:pt x="7582753" y="2584005"/>
                </a:lnTo>
                <a:lnTo>
                  <a:pt x="7582753" y="2584005"/>
                </a:lnTo>
                <a:lnTo>
                  <a:pt x="7568977" y="2572197"/>
                </a:lnTo>
                <a:lnTo>
                  <a:pt x="7545361" y="2576133"/>
                </a:lnTo>
                <a:lnTo>
                  <a:pt x="7533553" y="2566293"/>
                </a:lnTo>
                <a:lnTo>
                  <a:pt x="7513872" y="2566293"/>
                </a:lnTo>
                <a:lnTo>
                  <a:pt x="7496160" y="2584005"/>
                </a:lnTo>
                <a:lnTo>
                  <a:pt x="7476480" y="2576133"/>
                </a:lnTo>
                <a:lnTo>
                  <a:pt x="7462704" y="2580069"/>
                </a:lnTo>
                <a:lnTo>
                  <a:pt x="7393823" y="2566293"/>
                </a:lnTo>
                <a:close/>
                <a:moveTo>
                  <a:pt x="8641546" y="2562357"/>
                </a:moveTo>
                <a:lnTo>
                  <a:pt x="8653354" y="2562357"/>
                </a:lnTo>
                <a:lnTo>
                  <a:pt x="8653354" y="2566293"/>
                </a:lnTo>
                <a:lnTo>
                  <a:pt x="8645482" y="2578101"/>
                </a:lnTo>
                <a:lnTo>
                  <a:pt x="8629738" y="2578101"/>
                </a:lnTo>
                <a:lnTo>
                  <a:pt x="8629738" y="2570229"/>
                </a:lnTo>
                <a:close/>
                <a:moveTo>
                  <a:pt x="7021412" y="2561882"/>
                </a:moveTo>
                <a:lnTo>
                  <a:pt x="6992347" y="2587941"/>
                </a:lnTo>
                <a:lnTo>
                  <a:pt x="6968731" y="2589909"/>
                </a:lnTo>
                <a:lnTo>
                  <a:pt x="6956923" y="2582037"/>
                </a:lnTo>
                <a:lnTo>
                  <a:pt x="6945114" y="2617461"/>
                </a:lnTo>
                <a:lnTo>
                  <a:pt x="6945124" y="2617478"/>
                </a:lnTo>
                <a:lnTo>
                  <a:pt x="6945115" y="2617461"/>
                </a:lnTo>
                <a:lnTo>
                  <a:pt x="6956923" y="2582037"/>
                </a:lnTo>
                <a:lnTo>
                  <a:pt x="6968731" y="2593845"/>
                </a:lnTo>
                <a:lnTo>
                  <a:pt x="6992347" y="2589909"/>
                </a:lnTo>
                <a:close/>
                <a:moveTo>
                  <a:pt x="2119487" y="2554449"/>
                </a:moveTo>
                <a:lnTo>
                  <a:pt x="2119548" y="2554484"/>
                </a:lnTo>
                <a:lnTo>
                  <a:pt x="2156941" y="2613525"/>
                </a:lnTo>
                <a:lnTo>
                  <a:pt x="2160875" y="2627295"/>
                </a:lnTo>
                <a:lnTo>
                  <a:pt x="2156940" y="2611555"/>
                </a:lnTo>
                <a:lnTo>
                  <a:pt x="2119548" y="2554482"/>
                </a:lnTo>
                <a:close/>
                <a:moveTo>
                  <a:pt x="7242517" y="2544066"/>
                </a:moveTo>
                <a:lnTo>
                  <a:pt x="7242285" y="2544645"/>
                </a:lnTo>
                <a:lnTo>
                  <a:pt x="7246220" y="2566285"/>
                </a:lnTo>
                <a:close/>
                <a:moveTo>
                  <a:pt x="2076251" y="2530866"/>
                </a:moveTo>
                <a:lnTo>
                  <a:pt x="2062474" y="2546610"/>
                </a:lnTo>
                <a:lnTo>
                  <a:pt x="2062474" y="2560386"/>
                </a:lnTo>
                <a:lnTo>
                  <a:pt x="2058539" y="2566290"/>
                </a:lnTo>
                <a:lnTo>
                  <a:pt x="2038858" y="2558418"/>
                </a:lnTo>
                <a:lnTo>
                  <a:pt x="2017210" y="2534802"/>
                </a:lnTo>
                <a:lnTo>
                  <a:pt x="2017211" y="2534804"/>
                </a:lnTo>
                <a:lnTo>
                  <a:pt x="2038859" y="2558420"/>
                </a:lnTo>
                <a:lnTo>
                  <a:pt x="2058540" y="2566292"/>
                </a:lnTo>
                <a:lnTo>
                  <a:pt x="2062476" y="2562356"/>
                </a:lnTo>
                <a:lnTo>
                  <a:pt x="2062476" y="2546612"/>
                </a:lnTo>
                <a:lnTo>
                  <a:pt x="2077526" y="2531562"/>
                </a:lnTo>
                <a:close/>
                <a:moveTo>
                  <a:pt x="7692962" y="2526933"/>
                </a:moveTo>
                <a:lnTo>
                  <a:pt x="7628017" y="2550549"/>
                </a:lnTo>
                <a:lnTo>
                  <a:pt x="7582769" y="2583993"/>
                </a:lnTo>
                <a:lnTo>
                  <a:pt x="7628016" y="2552517"/>
                </a:lnTo>
                <a:lnTo>
                  <a:pt x="7692961" y="2528901"/>
                </a:lnTo>
                <a:lnTo>
                  <a:pt x="7704769" y="2540709"/>
                </a:lnTo>
                <a:lnTo>
                  <a:pt x="7704769" y="2552517"/>
                </a:lnTo>
                <a:lnTo>
                  <a:pt x="7728385" y="2570229"/>
                </a:lnTo>
                <a:lnTo>
                  <a:pt x="7728383" y="2570232"/>
                </a:lnTo>
                <a:lnTo>
                  <a:pt x="7728385" y="2570229"/>
                </a:lnTo>
                <a:lnTo>
                  <a:pt x="7746267" y="2566653"/>
                </a:lnTo>
                <a:lnTo>
                  <a:pt x="7746098" y="2566293"/>
                </a:lnTo>
                <a:lnTo>
                  <a:pt x="7728386" y="2570229"/>
                </a:lnTo>
                <a:lnTo>
                  <a:pt x="7704770" y="2550549"/>
                </a:lnTo>
                <a:lnTo>
                  <a:pt x="7704770" y="2538741"/>
                </a:lnTo>
                <a:close/>
                <a:moveTo>
                  <a:pt x="7250160" y="2524958"/>
                </a:moveTo>
                <a:lnTo>
                  <a:pt x="7250157" y="2524965"/>
                </a:lnTo>
                <a:lnTo>
                  <a:pt x="7250154" y="2524972"/>
                </a:lnTo>
                <a:lnTo>
                  <a:pt x="7250157" y="2524965"/>
                </a:lnTo>
                <a:close/>
                <a:moveTo>
                  <a:pt x="6691870" y="2523454"/>
                </a:moveTo>
                <a:lnTo>
                  <a:pt x="6691241" y="2524964"/>
                </a:lnTo>
                <a:lnTo>
                  <a:pt x="6691241" y="2525379"/>
                </a:lnTo>
                <a:lnTo>
                  <a:pt x="6724697" y="2528900"/>
                </a:lnTo>
                <a:lnTo>
                  <a:pt x="6736505" y="2528900"/>
                </a:lnTo>
                <a:lnTo>
                  <a:pt x="6797513" y="2536772"/>
                </a:lnTo>
                <a:lnTo>
                  <a:pt x="6838842" y="2524964"/>
                </a:lnTo>
                <a:lnTo>
                  <a:pt x="6838842" y="2523534"/>
                </a:lnTo>
                <a:lnTo>
                  <a:pt x="6797513" y="2534805"/>
                </a:lnTo>
                <a:lnTo>
                  <a:pt x="6736505" y="2526933"/>
                </a:lnTo>
                <a:lnTo>
                  <a:pt x="6726665" y="2526933"/>
                </a:lnTo>
                <a:close/>
                <a:moveTo>
                  <a:pt x="6299608" y="2521027"/>
                </a:moveTo>
                <a:lnTo>
                  <a:pt x="6299607" y="2521029"/>
                </a:lnTo>
                <a:lnTo>
                  <a:pt x="6299633" y="2521034"/>
                </a:lnTo>
                <a:close/>
                <a:moveTo>
                  <a:pt x="4839337" y="2509221"/>
                </a:moveTo>
                <a:lnTo>
                  <a:pt x="4839336" y="2509221"/>
                </a:lnTo>
                <a:lnTo>
                  <a:pt x="4851144" y="2509221"/>
                </a:lnTo>
                <a:lnTo>
                  <a:pt x="4851145" y="2509221"/>
                </a:lnTo>
                <a:close/>
                <a:moveTo>
                  <a:pt x="5683615" y="2505284"/>
                </a:moveTo>
                <a:lnTo>
                  <a:pt x="5683609" y="2505290"/>
                </a:lnTo>
                <a:lnTo>
                  <a:pt x="5683615" y="2505285"/>
                </a:lnTo>
                <a:close/>
                <a:moveTo>
                  <a:pt x="8675002" y="2501349"/>
                </a:moveTo>
                <a:lnTo>
                  <a:pt x="8678938" y="2505285"/>
                </a:lnTo>
                <a:lnTo>
                  <a:pt x="8675002" y="2507253"/>
                </a:lnTo>
                <a:lnTo>
                  <a:pt x="8667130" y="2507253"/>
                </a:lnTo>
                <a:lnTo>
                  <a:pt x="8667130" y="2505285"/>
                </a:lnTo>
                <a:close/>
                <a:moveTo>
                  <a:pt x="8688778" y="2489541"/>
                </a:moveTo>
                <a:lnTo>
                  <a:pt x="8698618" y="2489541"/>
                </a:lnTo>
                <a:lnTo>
                  <a:pt x="8688778" y="2505285"/>
                </a:lnTo>
                <a:lnTo>
                  <a:pt x="8684842" y="2505285"/>
                </a:lnTo>
                <a:lnTo>
                  <a:pt x="8684842" y="2497413"/>
                </a:lnTo>
                <a:close/>
                <a:moveTo>
                  <a:pt x="5943393" y="2483633"/>
                </a:moveTo>
                <a:lnTo>
                  <a:pt x="5943394" y="2483636"/>
                </a:lnTo>
                <a:lnTo>
                  <a:pt x="5943394" y="2483636"/>
                </a:lnTo>
                <a:close/>
                <a:moveTo>
                  <a:pt x="6714857" y="2477732"/>
                </a:moveTo>
                <a:lnTo>
                  <a:pt x="6714852" y="2477740"/>
                </a:lnTo>
                <a:lnTo>
                  <a:pt x="6714857" y="2477733"/>
                </a:lnTo>
                <a:close/>
                <a:moveTo>
                  <a:pt x="7197161" y="2474850"/>
                </a:moveTo>
                <a:lnTo>
                  <a:pt x="7197021" y="2475764"/>
                </a:lnTo>
                <a:lnTo>
                  <a:pt x="7210797" y="2483636"/>
                </a:lnTo>
                <a:lnTo>
                  <a:pt x="7234413" y="2483636"/>
                </a:lnTo>
                <a:lnTo>
                  <a:pt x="7257467" y="2506690"/>
                </a:lnTo>
                <a:lnTo>
                  <a:pt x="7258029" y="2505285"/>
                </a:lnTo>
                <a:lnTo>
                  <a:pt x="7291486" y="2501349"/>
                </a:lnTo>
                <a:lnTo>
                  <a:pt x="7326910" y="2528901"/>
                </a:lnTo>
                <a:lnTo>
                  <a:pt x="7348580" y="2536885"/>
                </a:lnTo>
                <a:lnTo>
                  <a:pt x="7324943" y="2526933"/>
                </a:lnTo>
                <a:lnTo>
                  <a:pt x="7291486" y="2501348"/>
                </a:lnTo>
                <a:lnTo>
                  <a:pt x="7256062" y="2505284"/>
                </a:lnTo>
                <a:lnTo>
                  <a:pt x="7234414" y="2481668"/>
                </a:lnTo>
                <a:lnTo>
                  <a:pt x="7210798" y="2481668"/>
                </a:lnTo>
                <a:close/>
                <a:moveTo>
                  <a:pt x="6866384" y="2471830"/>
                </a:moveTo>
                <a:lnTo>
                  <a:pt x="6842778" y="2473797"/>
                </a:lnTo>
                <a:lnTo>
                  <a:pt x="6842475" y="2477428"/>
                </a:lnTo>
                <a:lnTo>
                  <a:pt x="6842778" y="2475764"/>
                </a:lnTo>
                <a:close/>
                <a:moveTo>
                  <a:pt x="4929865" y="2467893"/>
                </a:moveTo>
                <a:lnTo>
                  <a:pt x="4906250" y="2471828"/>
                </a:lnTo>
                <a:lnTo>
                  <a:pt x="4884602" y="2471828"/>
                </a:lnTo>
                <a:lnTo>
                  <a:pt x="4884602" y="2471829"/>
                </a:lnTo>
                <a:lnTo>
                  <a:pt x="4908217" y="2471829"/>
                </a:lnTo>
                <a:close/>
                <a:moveTo>
                  <a:pt x="5965042" y="2467892"/>
                </a:moveTo>
                <a:lnTo>
                  <a:pt x="5957170" y="2471828"/>
                </a:lnTo>
                <a:lnTo>
                  <a:pt x="5957171" y="2471828"/>
                </a:lnTo>
                <a:lnTo>
                  <a:pt x="5965042" y="2467892"/>
                </a:lnTo>
                <a:close/>
                <a:moveTo>
                  <a:pt x="6703044" y="2460025"/>
                </a:moveTo>
                <a:lnTo>
                  <a:pt x="6692366" y="2470703"/>
                </a:lnTo>
                <a:lnTo>
                  <a:pt x="6693209" y="2471827"/>
                </a:lnTo>
                <a:close/>
                <a:moveTo>
                  <a:pt x="6890010" y="2456084"/>
                </a:moveTo>
                <a:lnTo>
                  <a:pt x="6889519" y="2456412"/>
                </a:lnTo>
                <a:lnTo>
                  <a:pt x="6923435" y="2463949"/>
                </a:lnTo>
                <a:close/>
                <a:moveTo>
                  <a:pt x="5957171" y="2456080"/>
                </a:moveTo>
                <a:lnTo>
                  <a:pt x="5957170" y="2456084"/>
                </a:lnTo>
                <a:lnTo>
                  <a:pt x="5957170" y="2456084"/>
                </a:lnTo>
                <a:close/>
                <a:moveTo>
                  <a:pt x="7102087" y="2441745"/>
                </a:moveTo>
                <a:lnTo>
                  <a:pt x="7098620" y="2452148"/>
                </a:lnTo>
                <a:lnTo>
                  <a:pt x="7078940" y="2471828"/>
                </a:lnTo>
                <a:lnTo>
                  <a:pt x="7075004" y="2497412"/>
                </a:lnTo>
                <a:lnTo>
                  <a:pt x="7063193" y="2505286"/>
                </a:lnTo>
                <a:lnTo>
                  <a:pt x="7075004" y="2499380"/>
                </a:lnTo>
                <a:lnTo>
                  <a:pt x="7078940" y="2471828"/>
                </a:lnTo>
                <a:lnTo>
                  <a:pt x="7098620" y="2454116"/>
                </a:lnTo>
                <a:lnTo>
                  <a:pt x="7102556" y="2442308"/>
                </a:lnTo>
                <a:close/>
                <a:moveTo>
                  <a:pt x="5977414" y="2440430"/>
                </a:moveTo>
                <a:lnTo>
                  <a:pt x="5977410" y="2440441"/>
                </a:lnTo>
                <a:lnTo>
                  <a:pt x="5998499" y="2444275"/>
                </a:lnTo>
                <a:lnTo>
                  <a:pt x="5998878" y="2444008"/>
                </a:lnTo>
                <a:close/>
                <a:moveTo>
                  <a:pt x="7186132" y="2433517"/>
                </a:moveTo>
                <a:lnTo>
                  <a:pt x="7185213" y="2434436"/>
                </a:lnTo>
                <a:lnTo>
                  <a:pt x="7198990" y="2448213"/>
                </a:lnTo>
                <a:lnTo>
                  <a:pt x="7198990" y="2448212"/>
                </a:lnTo>
                <a:close/>
                <a:moveTo>
                  <a:pt x="8621866" y="2420660"/>
                </a:moveTo>
                <a:lnTo>
                  <a:pt x="8629738" y="2420660"/>
                </a:lnTo>
                <a:lnTo>
                  <a:pt x="8629738" y="2426564"/>
                </a:lnTo>
                <a:lnTo>
                  <a:pt x="8625802" y="2430500"/>
                </a:lnTo>
                <a:close/>
                <a:moveTo>
                  <a:pt x="6061477" y="2414753"/>
                </a:moveTo>
                <a:lnTo>
                  <a:pt x="6060849" y="2414933"/>
                </a:lnTo>
                <a:lnTo>
                  <a:pt x="6079187" y="2444275"/>
                </a:lnTo>
                <a:lnTo>
                  <a:pt x="6063443" y="2456083"/>
                </a:lnTo>
                <a:lnTo>
                  <a:pt x="6014243" y="2456083"/>
                </a:lnTo>
                <a:lnTo>
                  <a:pt x="6014243" y="2456084"/>
                </a:lnTo>
                <a:lnTo>
                  <a:pt x="6063443" y="2456084"/>
                </a:lnTo>
                <a:lnTo>
                  <a:pt x="6079187" y="2444276"/>
                </a:lnTo>
                <a:lnTo>
                  <a:pt x="6116580" y="2456084"/>
                </a:lnTo>
                <a:lnTo>
                  <a:pt x="6163812" y="2479700"/>
                </a:lnTo>
                <a:lnTo>
                  <a:pt x="6193332" y="2501349"/>
                </a:lnTo>
                <a:lnTo>
                  <a:pt x="6193332" y="2530869"/>
                </a:lnTo>
                <a:lnTo>
                  <a:pt x="6193335" y="2530870"/>
                </a:lnTo>
                <a:lnTo>
                  <a:pt x="6193335" y="2501347"/>
                </a:lnTo>
                <a:lnTo>
                  <a:pt x="6163814" y="2479698"/>
                </a:lnTo>
                <a:lnTo>
                  <a:pt x="6118550" y="2456082"/>
                </a:lnTo>
                <a:lnTo>
                  <a:pt x="6079189" y="2444274"/>
                </a:lnTo>
                <a:lnTo>
                  <a:pt x="6061477" y="2414754"/>
                </a:lnTo>
                <a:close/>
                <a:moveTo>
                  <a:pt x="8635642" y="2408852"/>
                </a:moveTo>
                <a:lnTo>
                  <a:pt x="8639578" y="2412788"/>
                </a:lnTo>
                <a:lnTo>
                  <a:pt x="8635642" y="2416724"/>
                </a:lnTo>
                <a:lnTo>
                  <a:pt x="8631706" y="2412788"/>
                </a:lnTo>
                <a:close/>
                <a:moveTo>
                  <a:pt x="6937783" y="2406904"/>
                </a:moveTo>
                <a:lnTo>
                  <a:pt x="6923467" y="2432468"/>
                </a:lnTo>
                <a:lnTo>
                  <a:pt x="6923467" y="2434435"/>
                </a:lnTo>
                <a:close/>
                <a:moveTo>
                  <a:pt x="8568728" y="2395076"/>
                </a:moveTo>
                <a:lnTo>
                  <a:pt x="8576600" y="2399012"/>
                </a:lnTo>
                <a:lnTo>
                  <a:pt x="8568728" y="2406884"/>
                </a:lnTo>
                <a:lnTo>
                  <a:pt x="8556920" y="2406884"/>
                </a:lnTo>
                <a:lnTo>
                  <a:pt x="8552984" y="2399012"/>
                </a:lnTo>
                <a:lnTo>
                  <a:pt x="8560856" y="2399012"/>
                </a:lnTo>
                <a:close/>
                <a:moveTo>
                  <a:pt x="5185709" y="2395073"/>
                </a:moveTo>
                <a:lnTo>
                  <a:pt x="5185707" y="2395076"/>
                </a:lnTo>
                <a:lnTo>
                  <a:pt x="5185707" y="2414756"/>
                </a:lnTo>
                <a:lnTo>
                  <a:pt x="5207355" y="2438372"/>
                </a:lnTo>
                <a:lnTo>
                  <a:pt x="5219163" y="2456085"/>
                </a:lnTo>
                <a:lnTo>
                  <a:pt x="5219213" y="2456188"/>
                </a:lnTo>
                <a:lnTo>
                  <a:pt x="5219166" y="2456081"/>
                </a:lnTo>
                <a:lnTo>
                  <a:pt x="5207357" y="2438369"/>
                </a:lnTo>
                <a:lnTo>
                  <a:pt x="5185709" y="2414753"/>
                </a:lnTo>
                <a:close/>
                <a:moveTo>
                  <a:pt x="6247126" y="2388065"/>
                </a:moveTo>
                <a:lnTo>
                  <a:pt x="6246471" y="2389169"/>
                </a:lnTo>
                <a:lnTo>
                  <a:pt x="6277960" y="2430498"/>
                </a:lnTo>
                <a:lnTo>
                  <a:pt x="6299608" y="2434434"/>
                </a:lnTo>
                <a:lnTo>
                  <a:pt x="6323162" y="2463877"/>
                </a:lnTo>
                <a:lnTo>
                  <a:pt x="6299605" y="2432467"/>
                </a:lnTo>
                <a:lnTo>
                  <a:pt x="6277957" y="2428531"/>
                </a:lnTo>
                <a:close/>
                <a:moveTo>
                  <a:pt x="7202926" y="2385233"/>
                </a:moveTo>
                <a:lnTo>
                  <a:pt x="7202925" y="2385236"/>
                </a:lnTo>
                <a:lnTo>
                  <a:pt x="7202925" y="2393108"/>
                </a:lnTo>
                <a:lnTo>
                  <a:pt x="7210797" y="2412788"/>
                </a:lnTo>
                <a:lnTo>
                  <a:pt x="7214077" y="2420988"/>
                </a:lnTo>
                <a:lnTo>
                  <a:pt x="7214734" y="2420660"/>
                </a:lnTo>
                <a:lnTo>
                  <a:pt x="7210798" y="2410820"/>
                </a:lnTo>
                <a:lnTo>
                  <a:pt x="7202926" y="2391139"/>
                </a:lnTo>
                <a:close/>
                <a:moveTo>
                  <a:pt x="8678938" y="2383268"/>
                </a:moveTo>
                <a:lnTo>
                  <a:pt x="8704523" y="2395076"/>
                </a:lnTo>
                <a:lnTo>
                  <a:pt x="8708459" y="2406884"/>
                </a:lnTo>
                <a:lnTo>
                  <a:pt x="8720267" y="2426565"/>
                </a:lnTo>
                <a:lnTo>
                  <a:pt x="8700587" y="2446245"/>
                </a:lnTo>
                <a:lnTo>
                  <a:pt x="8698619" y="2471829"/>
                </a:lnTo>
                <a:lnTo>
                  <a:pt x="8678938" y="2479701"/>
                </a:lnTo>
                <a:lnTo>
                  <a:pt x="8682874" y="2460021"/>
                </a:lnTo>
                <a:lnTo>
                  <a:pt x="8675002" y="2460021"/>
                </a:lnTo>
                <a:lnTo>
                  <a:pt x="8667130" y="2471829"/>
                </a:lnTo>
                <a:lnTo>
                  <a:pt x="8665162" y="2467893"/>
                </a:lnTo>
                <a:lnTo>
                  <a:pt x="8667130" y="2442309"/>
                </a:lnTo>
                <a:lnTo>
                  <a:pt x="8671066" y="2442309"/>
                </a:lnTo>
                <a:lnTo>
                  <a:pt x="8675002" y="2438373"/>
                </a:lnTo>
                <a:lnTo>
                  <a:pt x="8678938" y="2430501"/>
                </a:lnTo>
                <a:lnTo>
                  <a:pt x="8675002" y="2418692"/>
                </a:lnTo>
                <a:lnTo>
                  <a:pt x="8675002" y="2414756"/>
                </a:lnTo>
                <a:lnTo>
                  <a:pt x="8665162" y="2426565"/>
                </a:lnTo>
                <a:lnTo>
                  <a:pt x="8649418" y="2414756"/>
                </a:lnTo>
                <a:lnTo>
                  <a:pt x="8649418" y="2399012"/>
                </a:lnTo>
                <a:lnTo>
                  <a:pt x="8665162" y="2395076"/>
                </a:lnTo>
                <a:close/>
                <a:moveTo>
                  <a:pt x="8653354" y="2383268"/>
                </a:moveTo>
                <a:lnTo>
                  <a:pt x="8657290" y="2383268"/>
                </a:lnTo>
                <a:lnTo>
                  <a:pt x="8659258" y="2391140"/>
                </a:lnTo>
                <a:lnTo>
                  <a:pt x="8653354" y="2391140"/>
                </a:lnTo>
                <a:close/>
                <a:moveTo>
                  <a:pt x="6951019" y="2383268"/>
                </a:moveTo>
                <a:lnTo>
                  <a:pt x="6949811" y="2385425"/>
                </a:lnTo>
                <a:lnTo>
                  <a:pt x="6972664" y="2391138"/>
                </a:lnTo>
                <a:close/>
                <a:moveTo>
                  <a:pt x="8781275" y="2367524"/>
                </a:moveTo>
                <a:lnTo>
                  <a:pt x="8793083" y="2375396"/>
                </a:lnTo>
                <a:lnTo>
                  <a:pt x="8785211" y="2399012"/>
                </a:lnTo>
                <a:lnTo>
                  <a:pt x="8773403" y="2399012"/>
                </a:lnTo>
                <a:lnTo>
                  <a:pt x="8765531" y="2395076"/>
                </a:lnTo>
                <a:lnTo>
                  <a:pt x="8753722" y="2406884"/>
                </a:lnTo>
                <a:lnTo>
                  <a:pt x="8747818" y="2416724"/>
                </a:lnTo>
                <a:lnTo>
                  <a:pt x="8732074" y="2420660"/>
                </a:lnTo>
                <a:lnTo>
                  <a:pt x="8724202" y="2399012"/>
                </a:lnTo>
                <a:lnTo>
                  <a:pt x="8736010" y="2387204"/>
                </a:lnTo>
                <a:lnTo>
                  <a:pt x="8753722" y="2383268"/>
                </a:lnTo>
                <a:lnTo>
                  <a:pt x="8769467" y="2371460"/>
                </a:lnTo>
                <a:close/>
                <a:moveTo>
                  <a:pt x="8643514" y="2359652"/>
                </a:moveTo>
                <a:lnTo>
                  <a:pt x="8643514" y="2371460"/>
                </a:lnTo>
                <a:lnTo>
                  <a:pt x="8631706" y="2371460"/>
                </a:lnTo>
                <a:lnTo>
                  <a:pt x="8631706" y="2367524"/>
                </a:lnTo>
                <a:close/>
                <a:moveTo>
                  <a:pt x="7159626" y="2353747"/>
                </a:moveTo>
                <a:lnTo>
                  <a:pt x="7130946" y="2360495"/>
                </a:lnTo>
                <a:lnTo>
                  <a:pt x="7159628" y="2355715"/>
                </a:lnTo>
                <a:lnTo>
                  <a:pt x="7161596" y="2357683"/>
                </a:lnTo>
                <a:lnTo>
                  <a:pt x="7173403" y="2369490"/>
                </a:lnTo>
                <a:lnTo>
                  <a:pt x="7163564" y="2357683"/>
                </a:lnTo>
                <a:lnTo>
                  <a:pt x="7159628" y="2353747"/>
                </a:lnTo>
                <a:close/>
                <a:moveTo>
                  <a:pt x="7094684" y="2353747"/>
                </a:moveTo>
                <a:lnTo>
                  <a:pt x="7066896" y="2357452"/>
                </a:lnTo>
                <a:lnTo>
                  <a:pt x="7094684" y="2355715"/>
                </a:lnTo>
                <a:lnTo>
                  <a:pt x="7124204" y="2361619"/>
                </a:lnTo>
                <a:lnTo>
                  <a:pt x="7125385" y="2361422"/>
                </a:lnTo>
                <a:close/>
                <a:moveTo>
                  <a:pt x="7206856" y="2349805"/>
                </a:moveTo>
                <a:lnTo>
                  <a:pt x="7206861" y="2349811"/>
                </a:lnTo>
                <a:lnTo>
                  <a:pt x="7206861" y="2365555"/>
                </a:lnTo>
                <a:lnTo>
                  <a:pt x="7206857" y="2365576"/>
                </a:lnTo>
                <a:lnTo>
                  <a:pt x="7206862" y="2365555"/>
                </a:lnTo>
                <a:lnTo>
                  <a:pt x="7206862" y="2349811"/>
                </a:lnTo>
                <a:close/>
                <a:moveTo>
                  <a:pt x="6731201" y="2341329"/>
                </a:moveTo>
                <a:lnTo>
                  <a:pt x="6736505" y="2345875"/>
                </a:lnTo>
                <a:lnTo>
                  <a:pt x="6736899" y="2344890"/>
                </a:lnTo>
                <a:close/>
                <a:moveTo>
                  <a:pt x="7173403" y="2338005"/>
                </a:moveTo>
                <a:lnTo>
                  <a:pt x="7156677" y="2351386"/>
                </a:lnTo>
                <a:lnTo>
                  <a:pt x="7157557" y="2352090"/>
                </a:lnTo>
                <a:close/>
                <a:moveTo>
                  <a:pt x="5640319" y="2338003"/>
                </a:moveTo>
                <a:lnTo>
                  <a:pt x="5660000" y="2338003"/>
                </a:lnTo>
                <a:lnTo>
                  <a:pt x="5663936" y="2345875"/>
                </a:lnTo>
                <a:lnTo>
                  <a:pt x="5679680" y="2341939"/>
                </a:lnTo>
                <a:lnTo>
                  <a:pt x="5683616" y="2345875"/>
                </a:lnTo>
                <a:lnTo>
                  <a:pt x="5691488" y="2341939"/>
                </a:lnTo>
                <a:lnTo>
                  <a:pt x="5699360" y="2345875"/>
                </a:lnTo>
                <a:lnTo>
                  <a:pt x="5711168" y="2349811"/>
                </a:lnTo>
                <a:lnTo>
                  <a:pt x="5711168" y="2353747"/>
                </a:lnTo>
                <a:lnTo>
                  <a:pt x="5703296" y="2357683"/>
                </a:lnTo>
                <a:lnTo>
                  <a:pt x="5695424" y="2359651"/>
                </a:lnTo>
                <a:lnTo>
                  <a:pt x="5671808" y="2359651"/>
                </a:lnTo>
                <a:lnTo>
                  <a:pt x="5660000" y="2353747"/>
                </a:lnTo>
                <a:lnTo>
                  <a:pt x="5640319" y="2349811"/>
                </a:lnTo>
                <a:lnTo>
                  <a:pt x="5640319" y="2345875"/>
                </a:lnTo>
                <a:close/>
                <a:moveTo>
                  <a:pt x="7173405" y="2338003"/>
                </a:moveTo>
                <a:lnTo>
                  <a:pt x="7173405" y="2338003"/>
                </a:lnTo>
                <a:lnTo>
                  <a:pt x="7195054" y="2338003"/>
                </a:lnTo>
                <a:lnTo>
                  <a:pt x="7195054" y="2338003"/>
                </a:lnTo>
                <a:close/>
                <a:moveTo>
                  <a:pt x="5927649" y="2336035"/>
                </a:moveTo>
                <a:lnTo>
                  <a:pt x="5935521" y="2336035"/>
                </a:lnTo>
                <a:lnTo>
                  <a:pt x="5927649" y="2345875"/>
                </a:lnTo>
                <a:lnTo>
                  <a:pt x="5923713" y="2361619"/>
                </a:lnTo>
                <a:lnTo>
                  <a:pt x="5906001" y="2367523"/>
                </a:lnTo>
                <a:lnTo>
                  <a:pt x="5882385" y="2365555"/>
                </a:lnTo>
                <a:lnTo>
                  <a:pt x="5882385" y="2357683"/>
                </a:lnTo>
                <a:lnTo>
                  <a:pt x="5898129" y="2349811"/>
                </a:lnTo>
                <a:lnTo>
                  <a:pt x="5919777" y="2341939"/>
                </a:lnTo>
                <a:close/>
                <a:moveTo>
                  <a:pt x="6135924" y="2331149"/>
                </a:moveTo>
                <a:lnTo>
                  <a:pt x="6124456" y="2365552"/>
                </a:lnTo>
                <a:lnTo>
                  <a:pt x="6067383" y="2402945"/>
                </a:lnTo>
                <a:lnTo>
                  <a:pt x="6061484" y="2414744"/>
                </a:lnTo>
                <a:lnTo>
                  <a:pt x="6069349" y="2402946"/>
                </a:lnTo>
                <a:lnTo>
                  <a:pt x="6126422" y="2365553"/>
                </a:lnTo>
                <a:lnTo>
                  <a:pt x="6136262" y="2332097"/>
                </a:lnTo>
                <a:close/>
                <a:moveTo>
                  <a:pt x="5740688" y="2330131"/>
                </a:moveTo>
                <a:lnTo>
                  <a:pt x="5744624" y="2330131"/>
                </a:lnTo>
                <a:lnTo>
                  <a:pt x="5744624" y="2338003"/>
                </a:lnTo>
                <a:lnTo>
                  <a:pt x="5736752" y="2338003"/>
                </a:lnTo>
                <a:lnTo>
                  <a:pt x="5732816" y="2336035"/>
                </a:lnTo>
                <a:close/>
                <a:moveTo>
                  <a:pt x="7118106" y="2323548"/>
                </a:moveTo>
                <a:lnTo>
                  <a:pt x="7118300" y="2324227"/>
                </a:lnTo>
                <a:lnTo>
                  <a:pt x="7124211" y="2327988"/>
                </a:lnTo>
                <a:close/>
                <a:moveTo>
                  <a:pt x="6000471" y="2296674"/>
                </a:moveTo>
                <a:lnTo>
                  <a:pt x="6000467" y="2296675"/>
                </a:lnTo>
                <a:lnTo>
                  <a:pt x="6000467" y="2316355"/>
                </a:lnTo>
                <a:lnTo>
                  <a:pt x="6006370" y="2322258"/>
                </a:lnTo>
                <a:lnTo>
                  <a:pt x="6002434" y="2349811"/>
                </a:lnTo>
                <a:lnTo>
                  <a:pt x="6002434" y="2371459"/>
                </a:lnTo>
                <a:lnTo>
                  <a:pt x="5994562" y="2379331"/>
                </a:lnTo>
                <a:lnTo>
                  <a:pt x="5994562" y="2391139"/>
                </a:lnTo>
                <a:lnTo>
                  <a:pt x="5986690" y="2400979"/>
                </a:lnTo>
                <a:lnTo>
                  <a:pt x="5982754" y="2399995"/>
                </a:lnTo>
                <a:lnTo>
                  <a:pt x="5988658" y="2402947"/>
                </a:lnTo>
                <a:lnTo>
                  <a:pt x="5988597" y="2403151"/>
                </a:lnTo>
                <a:lnTo>
                  <a:pt x="5988662" y="2402945"/>
                </a:lnTo>
                <a:lnTo>
                  <a:pt x="5996534" y="2391137"/>
                </a:lnTo>
                <a:lnTo>
                  <a:pt x="5996534" y="2379328"/>
                </a:lnTo>
                <a:lnTo>
                  <a:pt x="6004407" y="2373424"/>
                </a:lnTo>
                <a:lnTo>
                  <a:pt x="6004407" y="2349808"/>
                </a:lnTo>
                <a:lnTo>
                  <a:pt x="6008343" y="2324224"/>
                </a:lnTo>
                <a:lnTo>
                  <a:pt x="6000471" y="2316352"/>
                </a:lnTo>
                <a:close/>
                <a:moveTo>
                  <a:pt x="5256558" y="2286832"/>
                </a:moveTo>
                <a:lnTo>
                  <a:pt x="5264430" y="2292736"/>
                </a:lnTo>
                <a:lnTo>
                  <a:pt x="5278206" y="2292736"/>
                </a:lnTo>
                <a:lnTo>
                  <a:pt x="5284110" y="2300608"/>
                </a:lnTo>
                <a:lnTo>
                  <a:pt x="5272302" y="2312416"/>
                </a:lnTo>
                <a:lnTo>
                  <a:pt x="5272302" y="2328160"/>
                </a:lnTo>
                <a:lnTo>
                  <a:pt x="5284110" y="2345872"/>
                </a:lnTo>
                <a:lnTo>
                  <a:pt x="5284110" y="2365552"/>
                </a:lnTo>
                <a:lnTo>
                  <a:pt x="5260494" y="2383265"/>
                </a:lnTo>
                <a:lnTo>
                  <a:pt x="5264430" y="2402945"/>
                </a:lnTo>
                <a:lnTo>
                  <a:pt x="5276238" y="2414753"/>
                </a:lnTo>
                <a:lnTo>
                  <a:pt x="5295918" y="2422625"/>
                </a:lnTo>
                <a:lnTo>
                  <a:pt x="5295918" y="2448209"/>
                </a:lnTo>
                <a:lnTo>
                  <a:pt x="5288046" y="2460017"/>
                </a:lnTo>
                <a:lnTo>
                  <a:pt x="5268366" y="2460017"/>
                </a:lnTo>
                <a:lnTo>
                  <a:pt x="5264430" y="2493473"/>
                </a:lnTo>
                <a:lnTo>
                  <a:pt x="5254590" y="2505281"/>
                </a:lnTo>
                <a:lnTo>
                  <a:pt x="5242778" y="2505281"/>
                </a:lnTo>
                <a:lnTo>
                  <a:pt x="5242780" y="2505285"/>
                </a:lnTo>
                <a:lnTo>
                  <a:pt x="5242791" y="2505330"/>
                </a:lnTo>
                <a:lnTo>
                  <a:pt x="5242781" y="2505283"/>
                </a:lnTo>
                <a:lnTo>
                  <a:pt x="5254589" y="2505283"/>
                </a:lnTo>
                <a:lnTo>
                  <a:pt x="5266397" y="2493475"/>
                </a:lnTo>
                <a:lnTo>
                  <a:pt x="5270333" y="2460019"/>
                </a:lnTo>
                <a:lnTo>
                  <a:pt x="5288046" y="2460019"/>
                </a:lnTo>
                <a:lnTo>
                  <a:pt x="5299854" y="2448210"/>
                </a:lnTo>
                <a:lnTo>
                  <a:pt x="5299854" y="2420658"/>
                </a:lnTo>
                <a:lnTo>
                  <a:pt x="5329374" y="2436402"/>
                </a:lnTo>
                <a:lnTo>
                  <a:pt x="5370702" y="2436402"/>
                </a:lnTo>
                <a:lnTo>
                  <a:pt x="5388415" y="2444274"/>
                </a:lnTo>
                <a:lnTo>
                  <a:pt x="5400223" y="2444274"/>
                </a:lnTo>
                <a:lnTo>
                  <a:pt x="5419903" y="2485603"/>
                </a:lnTo>
                <a:lnTo>
                  <a:pt x="5465167" y="2493475"/>
                </a:lnTo>
                <a:lnTo>
                  <a:pt x="5518304" y="2519059"/>
                </a:lnTo>
                <a:lnTo>
                  <a:pt x="5539952" y="2509219"/>
                </a:lnTo>
                <a:lnTo>
                  <a:pt x="5547824" y="2493475"/>
                </a:lnTo>
                <a:lnTo>
                  <a:pt x="5539952" y="2477731"/>
                </a:lnTo>
                <a:lnTo>
                  <a:pt x="5539952" y="2456082"/>
                </a:lnTo>
                <a:lnTo>
                  <a:pt x="5577344" y="2436402"/>
                </a:lnTo>
                <a:lnTo>
                  <a:pt x="5600960" y="2432466"/>
                </a:lnTo>
                <a:lnTo>
                  <a:pt x="5626545" y="2436402"/>
                </a:lnTo>
                <a:lnTo>
                  <a:pt x="5630481" y="2452146"/>
                </a:lnTo>
                <a:lnTo>
                  <a:pt x="5654097" y="2460019"/>
                </a:lnTo>
                <a:lnTo>
                  <a:pt x="5673777" y="2465923"/>
                </a:lnTo>
                <a:lnTo>
                  <a:pt x="5687553" y="2485603"/>
                </a:lnTo>
                <a:lnTo>
                  <a:pt x="5687553" y="2485604"/>
                </a:lnTo>
                <a:lnTo>
                  <a:pt x="5699360" y="2479701"/>
                </a:lnTo>
                <a:lnTo>
                  <a:pt x="5722976" y="2479701"/>
                </a:lnTo>
                <a:lnTo>
                  <a:pt x="5752496" y="2487573"/>
                </a:lnTo>
                <a:lnTo>
                  <a:pt x="5782016" y="2499381"/>
                </a:lnTo>
                <a:lnTo>
                  <a:pt x="5801697" y="2495445"/>
                </a:lnTo>
                <a:lnTo>
                  <a:pt x="5813505" y="2487573"/>
                </a:lnTo>
                <a:lnTo>
                  <a:pt x="5821377" y="2487573"/>
                </a:lnTo>
                <a:lnTo>
                  <a:pt x="5833185" y="2475765"/>
                </a:lnTo>
                <a:lnTo>
                  <a:pt x="5850897" y="2479701"/>
                </a:lnTo>
                <a:lnTo>
                  <a:pt x="5870577" y="2491509"/>
                </a:lnTo>
                <a:lnTo>
                  <a:pt x="5878449" y="2491509"/>
                </a:lnTo>
                <a:lnTo>
                  <a:pt x="5884353" y="2487573"/>
                </a:lnTo>
                <a:lnTo>
                  <a:pt x="5900098" y="2491509"/>
                </a:lnTo>
                <a:lnTo>
                  <a:pt x="5931586" y="2487573"/>
                </a:lnTo>
                <a:lnTo>
                  <a:pt x="5935522" y="2495445"/>
                </a:lnTo>
                <a:lnTo>
                  <a:pt x="5937490" y="2511189"/>
                </a:lnTo>
                <a:lnTo>
                  <a:pt x="5945362" y="2536774"/>
                </a:lnTo>
                <a:lnTo>
                  <a:pt x="5937490" y="2570230"/>
                </a:lnTo>
                <a:lnTo>
                  <a:pt x="5937490" y="2584006"/>
                </a:lnTo>
                <a:lnTo>
                  <a:pt x="5927650" y="2593846"/>
                </a:lnTo>
                <a:lnTo>
                  <a:pt x="5907970" y="2570230"/>
                </a:lnTo>
                <a:lnTo>
                  <a:pt x="5892225" y="2552518"/>
                </a:lnTo>
                <a:lnTo>
                  <a:pt x="5892225" y="2524966"/>
                </a:lnTo>
                <a:lnTo>
                  <a:pt x="5884353" y="2517094"/>
                </a:lnTo>
                <a:lnTo>
                  <a:pt x="5882385" y="2517094"/>
                </a:lnTo>
                <a:lnTo>
                  <a:pt x="5882385" y="2528902"/>
                </a:lnTo>
                <a:lnTo>
                  <a:pt x="5884353" y="2562358"/>
                </a:lnTo>
                <a:lnTo>
                  <a:pt x="5907970" y="2584006"/>
                </a:lnTo>
                <a:lnTo>
                  <a:pt x="5911906" y="2601718"/>
                </a:lnTo>
                <a:lnTo>
                  <a:pt x="5927650" y="2625335"/>
                </a:lnTo>
                <a:lnTo>
                  <a:pt x="5941426" y="2658791"/>
                </a:lnTo>
                <a:lnTo>
                  <a:pt x="5961106" y="2700119"/>
                </a:lnTo>
                <a:lnTo>
                  <a:pt x="5968910" y="2739138"/>
                </a:lnTo>
                <a:lnTo>
                  <a:pt x="5970947" y="2737508"/>
                </a:lnTo>
                <a:lnTo>
                  <a:pt x="6000468" y="2759156"/>
                </a:lnTo>
                <a:lnTo>
                  <a:pt x="6012276" y="2782772"/>
                </a:lnTo>
                <a:lnTo>
                  <a:pt x="6016212" y="2831973"/>
                </a:lnTo>
                <a:lnTo>
                  <a:pt x="6016212" y="2851653"/>
                </a:lnTo>
                <a:lnTo>
                  <a:pt x="6057540" y="2892981"/>
                </a:lnTo>
                <a:lnTo>
                  <a:pt x="6033870" y="2905331"/>
                </a:lnTo>
                <a:lnTo>
                  <a:pt x="6055571" y="2894952"/>
                </a:lnTo>
                <a:lnTo>
                  <a:pt x="6067379" y="2928408"/>
                </a:lnTo>
                <a:lnTo>
                  <a:pt x="6081155" y="2965801"/>
                </a:lnTo>
                <a:lnTo>
                  <a:pt x="6096899" y="2973673"/>
                </a:lnTo>
                <a:lnTo>
                  <a:pt x="6136260" y="2997289"/>
                </a:lnTo>
                <a:lnTo>
                  <a:pt x="6169189" y="3037966"/>
                </a:lnTo>
                <a:lnTo>
                  <a:pt x="6169715" y="3036650"/>
                </a:lnTo>
                <a:lnTo>
                  <a:pt x="6181523" y="3036650"/>
                </a:lnTo>
                <a:lnTo>
                  <a:pt x="6189395" y="3048458"/>
                </a:lnTo>
                <a:lnTo>
                  <a:pt x="6197267" y="3060266"/>
                </a:lnTo>
                <a:lnTo>
                  <a:pt x="6173651" y="3072074"/>
                </a:lnTo>
                <a:lnTo>
                  <a:pt x="6193331" y="3085850"/>
                </a:lnTo>
                <a:lnTo>
                  <a:pt x="6173651" y="3093722"/>
                </a:lnTo>
                <a:lnTo>
                  <a:pt x="6153972" y="3093722"/>
                </a:lnTo>
                <a:lnTo>
                  <a:pt x="6155940" y="3095690"/>
                </a:lnTo>
                <a:lnTo>
                  <a:pt x="6173652" y="3095690"/>
                </a:lnTo>
                <a:lnTo>
                  <a:pt x="6173652" y="3093723"/>
                </a:lnTo>
                <a:lnTo>
                  <a:pt x="6193332" y="3085850"/>
                </a:lnTo>
                <a:lnTo>
                  <a:pt x="6211044" y="3109467"/>
                </a:lnTo>
                <a:lnTo>
                  <a:pt x="6230724" y="3113403"/>
                </a:lnTo>
                <a:lnTo>
                  <a:pt x="6246468" y="3105531"/>
                </a:lnTo>
                <a:lnTo>
                  <a:pt x="6287796" y="3099627"/>
                </a:lnTo>
                <a:lnTo>
                  <a:pt x="6307477" y="3087818"/>
                </a:lnTo>
                <a:lnTo>
                  <a:pt x="6329125" y="3087818"/>
                </a:lnTo>
                <a:lnTo>
                  <a:pt x="6336997" y="3083882"/>
                </a:lnTo>
                <a:lnTo>
                  <a:pt x="6378325" y="3072074"/>
                </a:lnTo>
                <a:lnTo>
                  <a:pt x="6394069" y="3060266"/>
                </a:lnTo>
                <a:lnTo>
                  <a:pt x="6401941" y="3060266"/>
                </a:lnTo>
                <a:lnTo>
                  <a:pt x="6409813" y="3072074"/>
                </a:lnTo>
                <a:lnTo>
                  <a:pt x="6405877" y="3121275"/>
                </a:lnTo>
                <a:lnTo>
                  <a:pt x="6398005" y="3150795"/>
                </a:lnTo>
                <a:lnTo>
                  <a:pt x="6360613" y="3199995"/>
                </a:lnTo>
                <a:lnTo>
                  <a:pt x="6356677" y="3213771"/>
                </a:lnTo>
                <a:lnTo>
                  <a:pt x="6340933" y="3237388"/>
                </a:lnTo>
                <a:lnTo>
                  <a:pt x="6333061" y="3255100"/>
                </a:lnTo>
                <a:lnTo>
                  <a:pt x="6303540" y="3296428"/>
                </a:lnTo>
                <a:lnTo>
                  <a:pt x="6283860" y="3320044"/>
                </a:lnTo>
                <a:lnTo>
                  <a:pt x="6256308" y="3335788"/>
                </a:lnTo>
                <a:lnTo>
                  <a:pt x="6222852" y="3361373"/>
                </a:lnTo>
                <a:lnTo>
                  <a:pt x="6189396" y="3384989"/>
                </a:lnTo>
                <a:lnTo>
                  <a:pt x="6173652" y="3402701"/>
                </a:lnTo>
                <a:lnTo>
                  <a:pt x="6148067" y="3438125"/>
                </a:lnTo>
                <a:lnTo>
                  <a:pt x="6147084" y="3437388"/>
                </a:lnTo>
                <a:lnTo>
                  <a:pt x="6132324" y="3455838"/>
                </a:lnTo>
                <a:lnTo>
                  <a:pt x="6116580" y="3459774"/>
                </a:lnTo>
                <a:lnTo>
                  <a:pt x="6116580" y="3471582"/>
                </a:lnTo>
                <a:lnTo>
                  <a:pt x="6098868" y="3477486"/>
                </a:lnTo>
                <a:lnTo>
                  <a:pt x="6090996" y="3501102"/>
                </a:lnTo>
                <a:lnTo>
                  <a:pt x="6079188" y="3526686"/>
                </a:lnTo>
                <a:lnTo>
                  <a:pt x="6026490" y="3501314"/>
                </a:lnTo>
                <a:lnTo>
                  <a:pt x="6026051" y="3503069"/>
                </a:lnTo>
                <a:lnTo>
                  <a:pt x="6079188" y="3528653"/>
                </a:lnTo>
                <a:lnTo>
                  <a:pt x="6061476" y="3564078"/>
                </a:lnTo>
                <a:lnTo>
                  <a:pt x="6061476" y="3577854"/>
                </a:lnTo>
                <a:lnTo>
                  <a:pt x="6079188" y="3593598"/>
                </a:lnTo>
                <a:lnTo>
                  <a:pt x="6077220" y="3623118"/>
                </a:lnTo>
                <a:lnTo>
                  <a:pt x="6077220" y="3662478"/>
                </a:lnTo>
                <a:lnTo>
                  <a:pt x="6110676" y="3695935"/>
                </a:lnTo>
                <a:lnTo>
                  <a:pt x="6108708" y="3696722"/>
                </a:lnTo>
                <a:lnTo>
                  <a:pt x="6108708" y="3745136"/>
                </a:lnTo>
                <a:lnTo>
                  <a:pt x="6116580" y="3774656"/>
                </a:lnTo>
                <a:lnTo>
                  <a:pt x="6112644" y="3835664"/>
                </a:lnTo>
                <a:lnTo>
                  <a:pt x="6073284" y="3882897"/>
                </a:lnTo>
                <a:lnTo>
                  <a:pt x="6024083" y="3900609"/>
                </a:lnTo>
                <a:lnTo>
                  <a:pt x="5998499" y="3920289"/>
                </a:lnTo>
                <a:lnTo>
                  <a:pt x="5986691" y="3936033"/>
                </a:lnTo>
                <a:lnTo>
                  <a:pt x="5974883" y="3943905"/>
                </a:lnTo>
                <a:lnTo>
                  <a:pt x="5945363" y="3961617"/>
                </a:lnTo>
                <a:lnTo>
                  <a:pt x="5945363" y="3981298"/>
                </a:lnTo>
                <a:lnTo>
                  <a:pt x="5959139" y="4030498"/>
                </a:lnTo>
                <a:lnTo>
                  <a:pt x="5965043" y="4087570"/>
                </a:lnTo>
                <a:lnTo>
                  <a:pt x="5957171" y="4124963"/>
                </a:lnTo>
                <a:lnTo>
                  <a:pt x="5900098" y="4138739"/>
                </a:lnTo>
                <a:lnTo>
                  <a:pt x="5888290" y="4158419"/>
                </a:lnTo>
                <a:lnTo>
                  <a:pt x="5892226" y="4170227"/>
                </a:lnTo>
                <a:lnTo>
                  <a:pt x="5892226" y="4184003"/>
                </a:lnTo>
                <a:lnTo>
                  <a:pt x="5868610" y="4180067"/>
                </a:lnTo>
                <a:lnTo>
                  <a:pt x="5867581" y="4175180"/>
                </a:lnTo>
                <a:lnTo>
                  <a:pt x="5868609" y="4182036"/>
                </a:lnTo>
                <a:lnTo>
                  <a:pt x="5892225" y="4184004"/>
                </a:lnTo>
                <a:lnTo>
                  <a:pt x="5892225" y="4195812"/>
                </a:lnTo>
                <a:lnTo>
                  <a:pt x="5884353" y="4211556"/>
                </a:lnTo>
                <a:lnTo>
                  <a:pt x="5884353" y="4231236"/>
                </a:lnTo>
                <a:lnTo>
                  <a:pt x="5862705" y="4252884"/>
                </a:lnTo>
                <a:lnTo>
                  <a:pt x="5831217" y="4294213"/>
                </a:lnTo>
                <a:lnTo>
                  <a:pt x="5827281" y="4317829"/>
                </a:lnTo>
                <a:lnTo>
                  <a:pt x="5797760" y="4347349"/>
                </a:lnTo>
                <a:lnTo>
                  <a:pt x="5785952" y="4367029"/>
                </a:lnTo>
                <a:lnTo>
                  <a:pt x="5744624" y="4396550"/>
                </a:lnTo>
                <a:lnTo>
                  <a:pt x="5715104" y="4420166"/>
                </a:lnTo>
                <a:lnTo>
                  <a:pt x="5695424" y="4424102"/>
                </a:lnTo>
                <a:lnTo>
                  <a:pt x="5683615" y="4428038"/>
                </a:lnTo>
                <a:lnTo>
                  <a:pt x="5630479" y="4428038"/>
                </a:lnTo>
                <a:lnTo>
                  <a:pt x="5600959" y="4430006"/>
                </a:lnTo>
                <a:lnTo>
                  <a:pt x="5567502" y="4433942"/>
                </a:lnTo>
                <a:lnTo>
                  <a:pt x="5551758" y="4445750"/>
                </a:lnTo>
                <a:lnTo>
                  <a:pt x="5532078" y="4453622"/>
                </a:lnTo>
                <a:lnTo>
                  <a:pt x="5486814" y="4408358"/>
                </a:lnTo>
                <a:lnTo>
                  <a:pt x="5486814" y="4396550"/>
                </a:lnTo>
                <a:lnTo>
                  <a:pt x="5490750" y="4384742"/>
                </a:lnTo>
                <a:lnTo>
                  <a:pt x="5494686" y="4363093"/>
                </a:lnTo>
                <a:lnTo>
                  <a:pt x="5480910" y="4325701"/>
                </a:lnTo>
                <a:lnTo>
                  <a:pt x="5457293" y="4286341"/>
                </a:lnTo>
                <a:lnTo>
                  <a:pt x="5441549" y="4256820"/>
                </a:lnTo>
                <a:lnTo>
                  <a:pt x="5433677" y="4241076"/>
                </a:lnTo>
                <a:lnTo>
                  <a:pt x="5453357" y="4227300"/>
                </a:lnTo>
                <a:lnTo>
                  <a:pt x="5461229" y="4227300"/>
                </a:lnTo>
                <a:lnTo>
                  <a:pt x="5469102" y="4237140"/>
                </a:lnTo>
                <a:lnTo>
                  <a:pt x="5482878" y="4245012"/>
                </a:lnTo>
                <a:lnTo>
                  <a:pt x="5502558" y="4248948"/>
                </a:lnTo>
                <a:lnTo>
                  <a:pt x="5536014" y="4241076"/>
                </a:lnTo>
                <a:lnTo>
                  <a:pt x="5536014" y="4241075"/>
                </a:lnTo>
                <a:lnTo>
                  <a:pt x="5502558" y="4248947"/>
                </a:lnTo>
                <a:lnTo>
                  <a:pt x="5482878" y="4245011"/>
                </a:lnTo>
                <a:lnTo>
                  <a:pt x="5469102" y="4237139"/>
                </a:lnTo>
                <a:lnTo>
                  <a:pt x="5461230" y="4227299"/>
                </a:lnTo>
                <a:lnTo>
                  <a:pt x="5453358" y="4227299"/>
                </a:lnTo>
                <a:lnTo>
                  <a:pt x="5433678" y="4241075"/>
                </a:lnTo>
                <a:lnTo>
                  <a:pt x="5421869" y="4223363"/>
                </a:lnTo>
                <a:lnTo>
                  <a:pt x="5408093" y="4195811"/>
                </a:lnTo>
                <a:lnTo>
                  <a:pt x="5396285" y="4154482"/>
                </a:lnTo>
                <a:lnTo>
                  <a:pt x="5384477" y="4117090"/>
                </a:lnTo>
                <a:lnTo>
                  <a:pt x="5372669" y="4060018"/>
                </a:lnTo>
                <a:lnTo>
                  <a:pt x="5370701" y="4042306"/>
                </a:lnTo>
                <a:lnTo>
                  <a:pt x="5329372" y="3965553"/>
                </a:lnTo>
                <a:lnTo>
                  <a:pt x="5329372" y="3953745"/>
                </a:lnTo>
                <a:lnTo>
                  <a:pt x="5313628" y="3936033"/>
                </a:lnTo>
                <a:lnTo>
                  <a:pt x="5307724" y="3902576"/>
                </a:lnTo>
                <a:lnTo>
                  <a:pt x="5331340" y="3890768"/>
                </a:lnTo>
                <a:lnTo>
                  <a:pt x="5360861" y="3890768"/>
                </a:lnTo>
                <a:lnTo>
                  <a:pt x="5372669" y="3902576"/>
                </a:lnTo>
                <a:lnTo>
                  <a:pt x="5404157" y="3890768"/>
                </a:lnTo>
                <a:lnTo>
                  <a:pt x="5486771" y="3894702"/>
                </a:lnTo>
                <a:lnTo>
                  <a:pt x="5404157" y="3888801"/>
                </a:lnTo>
                <a:lnTo>
                  <a:pt x="5372669" y="3900609"/>
                </a:lnTo>
                <a:lnTo>
                  <a:pt x="5360861" y="3888801"/>
                </a:lnTo>
                <a:lnTo>
                  <a:pt x="5331340" y="3888801"/>
                </a:lnTo>
                <a:lnTo>
                  <a:pt x="5307724" y="3900609"/>
                </a:lnTo>
                <a:lnTo>
                  <a:pt x="5305756" y="3876993"/>
                </a:lnTo>
                <a:lnTo>
                  <a:pt x="5307724" y="3849441"/>
                </a:lnTo>
                <a:lnTo>
                  <a:pt x="5335277" y="3776624"/>
                </a:lnTo>
                <a:lnTo>
                  <a:pt x="5352989" y="3770720"/>
                </a:lnTo>
                <a:lnTo>
                  <a:pt x="5364797" y="3735296"/>
                </a:lnTo>
                <a:lnTo>
                  <a:pt x="5358893" y="3709711"/>
                </a:lnTo>
                <a:lnTo>
                  <a:pt x="5352989" y="3682159"/>
                </a:lnTo>
                <a:lnTo>
                  <a:pt x="5352989" y="3629023"/>
                </a:lnTo>
                <a:lnTo>
                  <a:pt x="5341181" y="3615247"/>
                </a:lnTo>
                <a:lnTo>
                  <a:pt x="5331340" y="3591630"/>
                </a:lnTo>
                <a:lnTo>
                  <a:pt x="5331340" y="3581722"/>
                </a:lnTo>
                <a:lnTo>
                  <a:pt x="5329372" y="3581790"/>
                </a:lnTo>
                <a:lnTo>
                  <a:pt x="5319532" y="3566046"/>
                </a:lnTo>
                <a:lnTo>
                  <a:pt x="5305756" y="3554238"/>
                </a:lnTo>
                <a:lnTo>
                  <a:pt x="5341180" y="3538494"/>
                </a:lnTo>
                <a:lnTo>
                  <a:pt x="5343148" y="3538494"/>
                </a:lnTo>
                <a:lnTo>
                  <a:pt x="5346677" y="3550846"/>
                </a:lnTo>
                <a:lnTo>
                  <a:pt x="5347085" y="3550302"/>
                </a:lnTo>
                <a:lnTo>
                  <a:pt x="5358893" y="3536526"/>
                </a:lnTo>
                <a:lnTo>
                  <a:pt x="5364797" y="3532590"/>
                </a:lnTo>
                <a:lnTo>
                  <a:pt x="5366765" y="3546366"/>
                </a:lnTo>
                <a:lnTo>
                  <a:pt x="5370162" y="3544928"/>
                </a:lnTo>
                <a:lnTo>
                  <a:pt x="5364797" y="3530621"/>
                </a:lnTo>
                <a:lnTo>
                  <a:pt x="5358893" y="3534557"/>
                </a:lnTo>
                <a:lnTo>
                  <a:pt x="5347085" y="3548333"/>
                </a:lnTo>
                <a:lnTo>
                  <a:pt x="5343149" y="3538493"/>
                </a:lnTo>
                <a:lnTo>
                  <a:pt x="5341181" y="3538493"/>
                </a:lnTo>
                <a:lnTo>
                  <a:pt x="5305756" y="3552269"/>
                </a:lnTo>
                <a:lnTo>
                  <a:pt x="5301820" y="3534558"/>
                </a:lnTo>
                <a:lnTo>
                  <a:pt x="5301820" y="3534558"/>
                </a:lnTo>
                <a:lnTo>
                  <a:pt x="5272300" y="3489294"/>
                </a:lnTo>
                <a:lnTo>
                  <a:pt x="5248683" y="3467646"/>
                </a:lnTo>
                <a:lnTo>
                  <a:pt x="5230971" y="3434189"/>
                </a:lnTo>
                <a:lnTo>
                  <a:pt x="5244747" y="3400733"/>
                </a:lnTo>
                <a:lnTo>
                  <a:pt x="5240811" y="3384989"/>
                </a:lnTo>
                <a:lnTo>
                  <a:pt x="5244747" y="3369245"/>
                </a:lnTo>
                <a:lnTo>
                  <a:pt x="5299852" y="3369245"/>
                </a:lnTo>
                <a:lnTo>
                  <a:pt x="5295916" y="3343660"/>
                </a:lnTo>
                <a:lnTo>
                  <a:pt x="5341180" y="3343660"/>
                </a:lnTo>
                <a:lnTo>
                  <a:pt x="5331340" y="3361372"/>
                </a:lnTo>
                <a:lnTo>
                  <a:pt x="5331358" y="3361387"/>
                </a:lnTo>
                <a:lnTo>
                  <a:pt x="5331341" y="3361372"/>
                </a:lnTo>
                <a:lnTo>
                  <a:pt x="5341181" y="3343660"/>
                </a:lnTo>
                <a:lnTo>
                  <a:pt x="5380541" y="3343660"/>
                </a:lnTo>
                <a:lnTo>
                  <a:pt x="5396285" y="3355468"/>
                </a:lnTo>
                <a:lnTo>
                  <a:pt x="5413997" y="3327915"/>
                </a:lnTo>
                <a:lnTo>
                  <a:pt x="5415297" y="3326453"/>
                </a:lnTo>
                <a:lnTo>
                  <a:pt x="5384477" y="3259035"/>
                </a:lnTo>
                <a:lnTo>
                  <a:pt x="5384477" y="3247227"/>
                </a:lnTo>
                <a:lnTo>
                  <a:pt x="5415966" y="3194090"/>
                </a:lnTo>
                <a:lnTo>
                  <a:pt x="5498622" y="3182282"/>
                </a:lnTo>
                <a:lnTo>
                  <a:pt x="5518295" y="3150806"/>
                </a:lnTo>
                <a:lnTo>
                  <a:pt x="5498623" y="3180314"/>
                </a:lnTo>
                <a:lnTo>
                  <a:pt x="5413998" y="3192122"/>
                </a:lnTo>
                <a:lnTo>
                  <a:pt x="5396286" y="3162602"/>
                </a:lnTo>
                <a:lnTo>
                  <a:pt x="5370701" y="3142922"/>
                </a:lnTo>
                <a:lnTo>
                  <a:pt x="5372669" y="3123242"/>
                </a:lnTo>
                <a:lnTo>
                  <a:pt x="5372669" y="3123242"/>
                </a:lnTo>
                <a:lnTo>
                  <a:pt x="5370701" y="3142922"/>
                </a:lnTo>
                <a:lnTo>
                  <a:pt x="5396285" y="3162602"/>
                </a:lnTo>
                <a:lnTo>
                  <a:pt x="5413997" y="3192123"/>
                </a:lnTo>
                <a:lnTo>
                  <a:pt x="5384477" y="3243291"/>
                </a:lnTo>
                <a:lnTo>
                  <a:pt x="5384477" y="3259035"/>
                </a:lnTo>
                <a:lnTo>
                  <a:pt x="5413997" y="3325948"/>
                </a:lnTo>
                <a:lnTo>
                  <a:pt x="5396285" y="3353500"/>
                </a:lnTo>
                <a:lnTo>
                  <a:pt x="5380541" y="3341692"/>
                </a:lnTo>
                <a:lnTo>
                  <a:pt x="5341181" y="3341692"/>
                </a:lnTo>
                <a:lnTo>
                  <a:pt x="5295916" y="3341692"/>
                </a:lnTo>
                <a:lnTo>
                  <a:pt x="5254588" y="3341692"/>
                </a:lnTo>
                <a:lnTo>
                  <a:pt x="5254588" y="3314140"/>
                </a:lnTo>
                <a:lnTo>
                  <a:pt x="5238843" y="3296428"/>
                </a:lnTo>
                <a:lnTo>
                  <a:pt x="5215227" y="3280684"/>
                </a:lnTo>
                <a:lnTo>
                  <a:pt x="5215227" y="3280683"/>
                </a:lnTo>
                <a:lnTo>
                  <a:pt x="5152251" y="3276747"/>
                </a:lnTo>
                <a:lnTo>
                  <a:pt x="5136507" y="3272811"/>
                </a:lnTo>
                <a:lnTo>
                  <a:pt x="5128635" y="3253131"/>
                </a:lnTo>
                <a:lnTo>
                  <a:pt x="5091243" y="3225579"/>
                </a:lnTo>
                <a:lnTo>
                  <a:pt x="5061722" y="3225579"/>
                </a:lnTo>
                <a:lnTo>
                  <a:pt x="5057786" y="3152762"/>
                </a:lnTo>
                <a:lnTo>
                  <a:pt x="5059404" y="3150785"/>
                </a:lnTo>
                <a:lnTo>
                  <a:pt x="5055818" y="3154730"/>
                </a:lnTo>
                <a:lnTo>
                  <a:pt x="5059754" y="3225578"/>
                </a:lnTo>
                <a:lnTo>
                  <a:pt x="5026297" y="3231154"/>
                </a:lnTo>
                <a:lnTo>
                  <a:pt x="5026297" y="3231482"/>
                </a:lnTo>
                <a:lnTo>
                  <a:pt x="4994809" y="3241322"/>
                </a:lnTo>
                <a:lnTo>
                  <a:pt x="4990873" y="3223610"/>
                </a:lnTo>
                <a:lnTo>
                  <a:pt x="4990873" y="3223611"/>
                </a:lnTo>
                <a:lnTo>
                  <a:pt x="4994809" y="3241323"/>
                </a:lnTo>
                <a:lnTo>
                  <a:pt x="4975129" y="3247227"/>
                </a:lnTo>
                <a:lnTo>
                  <a:pt x="4916089" y="3270843"/>
                </a:lnTo>
                <a:lnTo>
                  <a:pt x="4900344" y="3264939"/>
                </a:lnTo>
                <a:lnTo>
                  <a:pt x="4898704" y="3261003"/>
                </a:lnTo>
                <a:lnTo>
                  <a:pt x="4862953" y="3261003"/>
                </a:lnTo>
                <a:lnTo>
                  <a:pt x="4827528" y="3268875"/>
                </a:lnTo>
                <a:lnTo>
                  <a:pt x="4786199" y="3276747"/>
                </a:lnTo>
                <a:lnTo>
                  <a:pt x="4756773" y="3280426"/>
                </a:lnTo>
                <a:lnTo>
                  <a:pt x="4756679" y="3280683"/>
                </a:lnTo>
                <a:lnTo>
                  <a:pt x="4756121" y="3280507"/>
                </a:lnTo>
                <a:lnTo>
                  <a:pt x="4754711" y="3280683"/>
                </a:lnTo>
                <a:lnTo>
                  <a:pt x="4754914" y="3280126"/>
                </a:lnTo>
                <a:lnTo>
                  <a:pt x="4719286" y="3268875"/>
                </a:lnTo>
                <a:lnTo>
                  <a:pt x="4683862" y="3241323"/>
                </a:lnTo>
                <a:lnTo>
                  <a:pt x="4656310" y="3213771"/>
                </a:lnTo>
                <a:lnTo>
                  <a:pt x="4614982" y="3196059"/>
                </a:lnTo>
                <a:lnTo>
                  <a:pt x="4609078" y="3170475"/>
                </a:lnTo>
                <a:lnTo>
                  <a:pt x="4593741" y="3147468"/>
                </a:lnTo>
                <a:lnTo>
                  <a:pt x="4591365" y="3148826"/>
                </a:lnTo>
                <a:lnTo>
                  <a:pt x="4550037" y="3099626"/>
                </a:lnTo>
                <a:lnTo>
                  <a:pt x="4546101" y="3091754"/>
                </a:lnTo>
                <a:lnTo>
                  <a:pt x="4561845" y="3087817"/>
                </a:lnTo>
                <a:lnTo>
                  <a:pt x="4583493" y="3083881"/>
                </a:lnTo>
                <a:lnTo>
                  <a:pt x="4583493" y="3082241"/>
                </a:lnTo>
                <a:lnTo>
                  <a:pt x="4561845" y="3085849"/>
                </a:lnTo>
                <a:lnTo>
                  <a:pt x="4548069" y="3089785"/>
                </a:lnTo>
                <a:lnTo>
                  <a:pt x="4536261" y="3079945"/>
                </a:lnTo>
                <a:lnTo>
                  <a:pt x="4520517" y="3068137"/>
                </a:lnTo>
                <a:lnTo>
                  <a:pt x="4508709" y="3066169"/>
                </a:lnTo>
                <a:lnTo>
                  <a:pt x="4544106" y="3052404"/>
                </a:lnTo>
                <a:lnTo>
                  <a:pt x="4510677" y="3064202"/>
                </a:lnTo>
                <a:lnTo>
                  <a:pt x="4498869" y="3052394"/>
                </a:lnTo>
                <a:lnTo>
                  <a:pt x="4502805" y="3038618"/>
                </a:lnTo>
                <a:lnTo>
                  <a:pt x="4550748" y="3034783"/>
                </a:lnTo>
                <a:lnTo>
                  <a:pt x="4550037" y="3034681"/>
                </a:lnTo>
                <a:lnTo>
                  <a:pt x="4500837" y="3038617"/>
                </a:lnTo>
                <a:lnTo>
                  <a:pt x="4504773" y="3022873"/>
                </a:lnTo>
                <a:lnTo>
                  <a:pt x="4504773" y="3015001"/>
                </a:lnTo>
                <a:lnTo>
                  <a:pt x="4506622" y="3014853"/>
                </a:lnTo>
                <a:lnTo>
                  <a:pt x="4498869" y="3005162"/>
                </a:lnTo>
                <a:lnTo>
                  <a:pt x="4494933" y="2985482"/>
                </a:lnTo>
                <a:lnTo>
                  <a:pt x="4502805" y="2965802"/>
                </a:lnTo>
                <a:lnTo>
                  <a:pt x="4514613" y="2932345"/>
                </a:lnTo>
                <a:lnTo>
                  <a:pt x="4532325" y="2924473"/>
                </a:lnTo>
                <a:lnTo>
                  <a:pt x="4532405" y="2924482"/>
                </a:lnTo>
                <a:lnTo>
                  <a:pt x="4532325" y="2924473"/>
                </a:lnTo>
                <a:lnTo>
                  <a:pt x="4514613" y="2932345"/>
                </a:lnTo>
                <a:lnTo>
                  <a:pt x="4520517" y="2900857"/>
                </a:lnTo>
                <a:lnTo>
                  <a:pt x="4520517" y="2892985"/>
                </a:lnTo>
                <a:lnTo>
                  <a:pt x="4510677" y="2851656"/>
                </a:lnTo>
                <a:lnTo>
                  <a:pt x="4514613" y="2833944"/>
                </a:lnTo>
                <a:lnTo>
                  <a:pt x="4502805" y="2814264"/>
                </a:lnTo>
                <a:lnTo>
                  <a:pt x="4494933" y="2806392"/>
                </a:lnTo>
                <a:lnTo>
                  <a:pt x="4491653" y="2796551"/>
                </a:lnTo>
                <a:lnTo>
                  <a:pt x="4483125" y="2796551"/>
                </a:lnTo>
                <a:lnTo>
                  <a:pt x="4502805" y="2759159"/>
                </a:lnTo>
                <a:lnTo>
                  <a:pt x="4528389" y="2723735"/>
                </a:lnTo>
                <a:lnTo>
                  <a:pt x="4548069" y="2696182"/>
                </a:lnTo>
                <a:lnTo>
                  <a:pt x="4557910" y="2668630"/>
                </a:lnTo>
                <a:lnTo>
                  <a:pt x="4575622" y="2648950"/>
                </a:lnTo>
                <a:lnTo>
                  <a:pt x="4585462" y="2641078"/>
                </a:lnTo>
                <a:lnTo>
                  <a:pt x="4605142" y="2605654"/>
                </a:lnTo>
                <a:lnTo>
                  <a:pt x="4620886" y="2595813"/>
                </a:lnTo>
                <a:lnTo>
                  <a:pt x="4640566" y="2595813"/>
                </a:lnTo>
                <a:lnTo>
                  <a:pt x="4660247" y="2578101"/>
                </a:lnTo>
                <a:lnTo>
                  <a:pt x="4670087" y="2570229"/>
                </a:lnTo>
                <a:lnTo>
                  <a:pt x="4685831" y="2550549"/>
                </a:lnTo>
                <a:lnTo>
                  <a:pt x="4705511" y="2532837"/>
                </a:lnTo>
                <a:lnTo>
                  <a:pt x="4695671" y="2487572"/>
                </a:lnTo>
                <a:lnTo>
                  <a:pt x="4715351" y="2467892"/>
                </a:lnTo>
                <a:lnTo>
                  <a:pt x="4715351" y="2450180"/>
                </a:lnTo>
                <a:lnTo>
                  <a:pt x="4715351" y="2440340"/>
                </a:lnTo>
                <a:lnTo>
                  <a:pt x="4750776" y="2422628"/>
                </a:lnTo>
                <a:lnTo>
                  <a:pt x="4770456" y="2412788"/>
                </a:lnTo>
                <a:lnTo>
                  <a:pt x="4780296" y="2404916"/>
                </a:lnTo>
                <a:lnTo>
                  <a:pt x="4786200" y="2385236"/>
                </a:lnTo>
                <a:lnTo>
                  <a:pt x="4805880" y="2357683"/>
                </a:lnTo>
                <a:lnTo>
                  <a:pt x="4805880" y="2349811"/>
                </a:lnTo>
                <a:lnTo>
                  <a:pt x="4825560" y="2330131"/>
                </a:lnTo>
                <a:lnTo>
                  <a:pt x="4825560" y="2339971"/>
                </a:lnTo>
                <a:lnTo>
                  <a:pt x="4835401" y="2349811"/>
                </a:lnTo>
                <a:lnTo>
                  <a:pt x="4843273" y="2357683"/>
                </a:lnTo>
                <a:lnTo>
                  <a:pt x="4853113" y="2357683"/>
                </a:lnTo>
                <a:lnTo>
                  <a:pt x="4872793" y="2357683"/>
                </a:lnTo>
                <a:lnTo>
                  <a:pt x="4898378" y="2357683"/>
                </a:lnTo>
                <a:lnTo>
                  <a:pt x="4908218" y="2367523"/>
                </a:lnTo>
                <a:lnTo>
                  <a:pt x="4925930" y="2367523"/>
                </a:lnTo>
                <a:lnTo>
                  <a:pt x="4937738" y="2424596"/>
                </a:lnTo>
                <a:lnTo>
                  <a:pt x="4941668" y="2434421"/>
                </a:lnTo>
                <a:lnTo>
                  <a:pt x="4937737" y="2422628"/>
                </a:lnTo>
                <a:lnTo>
                  <a:pt x="4925929" y="2365556"/>
                </a:lnTo>
                <a:lnTo>
                  <a:pt x="4937737" y="2353748"/>
                </a:lnTo>
                <a:lnTo>
                  <a:pt x="4957417" y="2345876"/>
                </a:lnTo>
                <a:lnTo>
                  <a:pt x="4969225" y="2343908"/>
                </a:lnTo>
                <a:lnTo>
                  <a:pt x="4986937" y="2324227"/>
                </a:lnTo>
                <a:lnTo>
                  <a:pt x="5002682" y="2316355"/>
                </a:lnTo>
                <a:lnTo>
                  <a:pt x="5022362" y="2308483"/>
                </a:lnTo>
                <a:lnTo>
                  <a:pt x="5051882" y="2308483"/>
                </a:lnTo>
                <a:lnTo>
                  <a:pt x="5063690" y="2300611"/>
                </a:lnTo>
                <a:lnTo>
                  <a:pt x="5097146" y="2300611"/>
                </a:lnTo>
                <a:lnTo>
                  <a:pt x="5108954" y="2300611"/>
                </a:lnTo>
                <a:lnTo>
                  <a:pt x="5128635" y="2300611"/>
                </a:lnTo>
                <a:lnTo>
                  <a:pt x="5150283" y="2300611"/>
                </a:lnTo>
                <a:lnTo>
                  <a:pt x="5181771" y="2294707"/>
                </a:lnTo>
                <a:lnTo>
                  <a:pt x="5203419" y="2300611"/>
                </a:lnTo>
                <a:lnTo>
                  <a:pt x="5203419" y="2332099"/>
                </a:lnTo>
                <a:lnTo>
                  <a:pt x="5207355" y="2339972"/>
                </a:lnTo>
                <a:lnTo>
                  <a:pt x="5207355" y="2365555"/>
                </a:lnTo>
                <a:lnTo>
                  <a:pt x="5207357" y="2365552"/>
                </a:lnTo>
                <a:lnTo>
                  <a:pt x="5207357" y="2338000"/>
                </a:lnTo>
                <a:lnTo>
                  <a:pt x="5203421" y="2330128"/>
                </a:lnTo>
                <a:lnTo>
                  <a:pt x="5203421" y="2300608"/>
                </a:lnTo>
                <a:lnTo>
                  <a:pt x="5223102" y="2296672"/>
                </a:lnTo>
                <a:lnTo>
                  <a:pt x="5234910" y="2290768"/>
                </a:lnTo>
                <a:close/>
                <a:moveTo>
                  <a:pt x="6992610" y="2283161"/>
                </a:moveTo>
                <a:lnTo>
                  <a:pt x="6992347" y="2284867"/>
                </a:lnTo>
                <a:lnTo>
                  <a:pt x="6992489" y="2284850"/>
                </a:lnTo>
                <a:close/>
                <a:moveTo>
                  <a:pt x="5691488" y="2282898"/>
                </a:moveTo>
                <a:lnTo>
                  <a:pt x="5699360" y="2282898"/>
                </a:lnTo>
                <a:lnTo>
                  <a:pt x="5699360" y="2286834"/>
                </a:lnTo>
                <a:lnTo>
                  <a:pt x="5687552" y="2290770"/>
                </a:lnTo>
                <a:lnTo>
                  <a:pt x="5683616" y="2286834"/>
                </a:lnTo>
                <a:close/>
                <a:moveTo>
                  <a:pt x="6158769" y="2277855"/>
                </a:moveTo>
                <a:lnTo>
                  <a:pt x="6124456" y="2304544"/>
                </a:lnTo>
                <a:lnTo>
                  <a:pt x="6133147" y="2323376"/>
                </a:lnTo>
                <a:lnTo>
                  <a:pt x="6126422" y="2304545"/>
                </a:lnTo>
                <a:lnTo>
                  <a:pt x="6159876" y="2278962"/>
                </a:lnTo>
                <a:close/>
                <a:moveTo>
                  <a:pt x="6226878" y="2277129"/>
                </a:moveTo>
                <a:lnTo>
                  <a:pt x="6254343" y="2320289"/>
                </a:lnTo>
                <a:lnTo>
                  <a:pt x="6270088" y="2320289"/>
                </a:lnTo>
                <a:lnTo>
                  <a:pt x="6277425" y="2334964"/>
                </a:lnTo>
                <a:lnTo>
                  <a:pt x="6277957" y="2334066"/>
                </a:lnTo>
                <a:lnTo>
                  <a:pt x="6270085" y="2318322"/>
                </a:lnTo>
                <a:lnTo>
                  <a:pt x="6254341" y="2318322"/>
                </a:lnTo>
                <a:close/>
                <a:moveTo>
                  <a:pt x="6177589" y="2265187"/>
                </a:moveTo>
                <a:lnTo>
                  <a:pt x="6159891" y="2278952"/>
                </a:lnTo>
                <a:lnTo>
                  <a:pt x="6177591" y="2267152"/>
                </a:lnTo>
                <a:lnTo>
                  <a:pt x="6196117" y="2270240"/>
                </a:lnTo>
                <a:close/>
                <a:moveTo>
                  <a:pt x="7051388" y="2263219"/>
                </a:moveTo>
                <a:lnTo>
                  <a:pt x="7041379" y="2270918"/>
                </a:lnTo>
                <a:lnTo>
                  <a:pt x="7053355" y="2263219"/>
                </a:lnTo>
                <a:close/>
                <a:moveTo>
                  <a:pt x="5711168" y="2263218"/>
                </a:moveTo>
                <a:lnTo>
                  <a:pt x="5717072" y="2267154"/>
                </a:lnTo>
                <a:lnTo>
                  <a:pt x="5717072" y="2271090"/>
                </a:lnTo>
                <a:lnTo>
                  <a:pt x="5711168" y="2271090"/>
                </a:lnTo>
                <a:lnTo>
                  <a:pt x="5711168" y="2267154"/>
                </a:lnTo>
                <a:close/>
                <a:moveTo>
                  <a:pt x="6846713" y="2263218"/>
                </a:moveTo>
                <a:lnTo>
                  <a:pt x="6813258" y="2267154"/>
                </a:lnTo>
                <a:lnTo>
                  <a:pt x="6797514" y="2292738"/>
                </a:lnTo>
                <a:lnTo>
                  <a:pt x="6797488" y="2292755"/>
                </a:lnTo>
                <a:lnTo>
                  <a:pt x="6797513" y="2292739"/>
                </a:lnTo>
                <a:lnTo>
                  <a:pt x="6813258" y="2267155"/>
                </a:lnTo>
                <a:lnTo>
                  <a:pt x="6846714" y="2263219"/>
                </a:lnTo>
                <a:close/>
                <a:moveTo>
                  <a:pt x="5724944" y="2257314"/>
                </a:moveTo>
                <a:lnTo>
                  <a:pt x="5728880" y="2257314"/>
                </a:lnTo>
                <a:lnTo>
                  <a:pt x="5728880" y="2263218"/>
                </a:lnTo>
                <a:lnTo>
                  <a:pt x="5724944" y="2267154"/>
                </a:lnTo>
                <a:lnTo>
                  <a:pt x="5721008" y="2259282"/>
                </a:lnTo>
                <a:close/>
                <a:moveTo>
                  <a:pt x="5402189" y="2245506"/>
                </a:moveTo>
                <a:lnTo>
                  <a:pt x="5396285" y="2263218"/>
                </a:lnTo>
                <a:lnTo>
                  <a:pt x="5396285" y="2294706"/>
                </a:lnTo>
                <a:lnTo>
                  <a:pt x="5358893" y="2278962"/>
                </a:lnTo>
                <a:lnTo>
                  <a:pt x="5341181" y="2271090"/>
                </a:lnTo>
                <a:lnTo>
                  <a:pt x="5323468" y="2263218"/>
                </a:lnTo>
                <a:lnTo>
                  <a:pt x="5319532" y="2255346"/>
                </a:lnTo>
                <a:lnTo>
                  <a:pt x="5329372" y="2249442"/>
                </a:lnTo>
                <a:lnTo>
                  <a:pt x="5341181" y="2249442"/>
                </a:lnTo>
                <a:lnTo>
                  <a:pt x="5352989" y="2253378"/>
                </a:lnTo>
                <a:lnTo>
                  <a:pt x="5384477" y="2253378"/>
                </a:lnTo>
                <a:close/>
                <a:moveTo>
                  <a:pt x="7092716" y="2239603"/>
                </a:moveTo>
                <a:lnTo>
                  <a:pt x="7077287" y="2266604"/>
                </a:lnTo>
                <a:lnTo>
                  <a:pt x="7078940" y="2267155"/>
                </a:lnTo>
                <a:lnTo>
                  <a:pt x="7082876" y="2276995"/>
                </a:lnTo>
                <a:lnTo>
                  <a:pt x="7075007" y="2280929"/>
                </a:lnTo>
                <a:lnTo>
                  <a:pt x="7082876" y="2278962"/>
                </a:lnTo>
                <a:lnTo>
                  <a:pt x="7098977" y="2280572"/>
                </a:lnTo>
                <a:lnTo>
                  <a:pt x="7082877" y="2276994"/>
                </a:lnTo>
                <a:lnTo>
                  <a:pt x="7078941" y="2267154"/>
                </a:lnTo>
                <a:close/>
                <a:moveTo>
                  <a:pt x="6541671" y="2239601"/>
                </a:moveTo>
                <a:lnTo>
                  <a:pt x="6541669" y="2239606"/>
                </a:lnTo>
                <a:lnTo>
                  <a:pt x="6541671" y="2239602"/>
                </a:lnTo>
                <a:lnTo>
                  <a:pt x="6610552" y="2247474"/>
                </a:lnTo>
                <a:lnTo>
                  <a:pt x="6610553" y="2247475"/>
                </a:lnTo>
                <a:lnTo>
                  <a:pt x="6610552" y="2247473"/>
                </a:lnTo>
                <a:close/>
                <a:moveTo>
                  <a:pt x="5563566" y="2235666"/>
                </a:moveTo>
                <a:lnTo>
                  <a:pt x="5563566" y="2245506"/>
                </a:lnTo>
                <a:lnTo>
                  <a:pt x="5559630" y="2239602"/>
                </a:lnTo>
                <a:close/>
                <a:moveTo>
                  <a:pt x="8899356" y="2229763"/>
                </a:moveTo>
                <a:lnTo>
                  <a:pt x="8909196" y="2229763"/>
                </a:lnTo>
                <a:lnTo>
                  <a:pt x="8905260" y="2241571"/>
                </a:lnTo>
                <a:lnTo>
                  <a:pt x="8895420" y="2253379"/>
                </a:lnTo>
                <a:lnTo>
                  <a:pt x="8891484" y="2245507"/>
                </a:lnTo>
                <a:lnTo>
                  <a:pt x="8899356" y="2237635"/>
                </a:lnTo>
                <a:close/>
                <a:moveTo>
                  <a:pt x="8571114" y="2229653"/>
                </a:moveTo>
                <a:lnTo>
                  <a:pt x="8570698" y="2229762"/>
                </a:lnTo>
                <a:lnTo>
                  <a:pt x="8567769" y="2233667"/>
                </a:lnTo>
                <a:close/>
                <a:moveTo>
                  <a:pt x="6886074" y="2214019"/>
                </a:moveTo>
                <a:lnTo>
                  <a:pt x="6895914" y="2225827"/>
                </a:lnTo>
                <a:lnTo>
                  <a:pt x="6890010" y="2247475"/>
                </a:lnTo>
                <a:lnTo>
                  <a:pt x="6897882" y="2225827"/>
                </a:lnTo>
                <a:close/>
                <a:moveTo>
                  <a:pt x="5638351" y="2214018"/>
                </a:moveTo>
                <a:lnTo>
                  <a:pt x="5650159" y="2214018"/>
                </a:lnTo>
                <a:lnTo>
                  <a:pt x="5665903" y="2237634"/>
                </a:lnTo>
                <a:lnTo>
                  <a:pt x="5665903" y="2253378"/>
                </a:lnTo>
                <a:lnTo>
                  <a:pt x="5661967" y="2253378"/>
                </a:lnTo>
                <a:lnTo>
                  <a:pt x="5658031" y="2241570"/>
                </a:lnTo>
                <a:lnTo>
                  <a:pt x="5646223" y="2233698"/>
                </a:lnTo>
                <a:lnTo>
                  <a:pt x="5634415" y="2221890"/>
                </a:lnTo>
                <a:close/>
                <a:moveTo>
                  <a:pt x="5018427" y="2214017"/>
                </a:moveTo>
                <a:lnTo>
                  <a:pt x="5026299" y="2214017"/>
                </a:lnTo>
                <a:lnTo>
                  <a:pt x="5022363" y="2225825"/>
                </a:lnTo>
                <a:lnTo>
                  <a:pt x="5012522" y="2225825"/>
                </a:lnTo>
                <a:lnTo>
                  <a:pt x="5012522" y="2221889"/>
                </a:lnTo>
                <a:close/>
                <a:moveTo>
                  <a:pt x="5707232" y="2212050"/>
                </a:moveTo>
                <a:lnTo>
                  <a:pt x="5711168" y="2217954"/>
                </a:lnTo>
                <a:lnTo>
                  <a:pt x="5711168" y="2229762"/>
                </a:lnTo>
                <a:lnTo>
                  <a:pt x="5711168" y="2233698"/>
                </a:lnTo>
                <a:lnTo>
                  <a:pt x="5703296" y="2225826"/>
                </a:lnTo>
                <a:lnTo>
                  <a:pt x="5703296" y="2215986"/>
                </a:lnTo>
                <a:close/>
                <a:moveTo>
                  <a:pt x="6273852" y="2206857"/>
                </a:moveTo>
                <a:lnTo>
                  <a:pt x="6272048" y="2207459"/>
                </a:lnTo>
                <a:lnTo>
                  <a:pt x="6274099" y="2207003"/>
                </a:lnTo>
                <a:close/>
                <a:moveTo>
                  <a:pt x="5715104" y="2200241"/>
                </a:moveTo>
                <a:lnTo>
                  <a:pt x="5717072" y="2208113"/>
                </a:lnTo>
                <a:lnTo>
                  <a:pt x="5715104" y="2212049"/>
                </a:lnTo>
                <a:lnTo>
                  <a:pt x="5711168" y="2204177"/>
                </a:lnTo>
                <a:close/>
                <a:moveTo>
                  <a:pt x="6213034" y="2198342"/>
                </a:moveTo>
                <a:lnTo>
                  <a:pt x="6230511" y="2254656"/>
                </a:lnTo>
                <a:lnTo>
                  <a:pt x="6230724" y="2253378"/>
                </a:lnTo>
                <a:close/>
                <a:moveTo>
                  <a:pt x="6329125" y="2198273"/>
                </a:moveTo>
                <a:lnTo>
                  <a:pt x="6329125" y="2198273"/>
                </a:lnTo>
                <a:lnTo>
                  <a:pt x="6329125" y="2198283"/>
                </a:lnTo>
                <a:lnTo>
                  <a:pt x="6329126" y="2198274"/>
                </a:lnTo>
                <a:close/>
                <a:moveTo>
                  <a:pt x="5044010" y="2194338"/>
                </a:moveTo>
                <a:lnTo>
                  <a:pt x="5059755" y="2194338"/>
                </a:lnTo>
                <a:lnTo>
                  <a:pt x="5069595" y="2202210"/>
                </a:lnTo>
                <a:lnTo>
                  <a:pt x="5063691" y="2210082"/>
                </a:lnTo>
                <a:lnTo>
                  <a:pt x="5047946" y="2214018"/>
                </a:lnTo>
                <a:lnTo>
                  <a:pt x="5044010" y="2210082"/>
                </a:lnTo>
                <a:close/>
                <a:moveTo>
                  <a:pt x="6325190" y="2190402"/>
                </a:moveTo>
                <a:lnTo>
                  <a:pt x="6318172" y="2193209"/>
                </a:lnTo>
                <a:lnTo>
                  <a:pt x="6325455" y="2190933"/>
                </a:lnTo>
                <a:close/>
                <a:moveTo>
                  <a:pt x="6226100" y="2187057"/>
                </a:moveTo>
                <a:lnTo>
                  <a:pt x="6213028" y="2198262"/>
                </a:lnTo>
                <a:lnTo>
                  <a:pt x="6226609" y="2188076"/>
                </a:lnTo>
                <a:close/>
                <a:moveTo>
                  <a:pt x="6976604" y="2182530"/>
                </a:moveTo>
                <a:lnTo>
                  <a:pt x="6968732" y="2186466"/>
                </a:lnTo>
                <a:lnTo>
                  <a:pt x="6954955" y="2186466"/>
                </a:lnTo>
                <a:lnTo>
                  <a:pt x="6939211" y="2194338"/>
                </a:lnTo>
                <a:lnTo>
                  <a:pt x="6932307" y="2183982"/>
                </a:lnTo>
                <a:lnTo>
                  <a:pt x="6931339" y="2184498"/>
                </a:lnTo>
                <a:lnTo>
                  <a:pt x="6939211" y="2194339"/>
                </a:lnTo>
                <a:lnTo>
                  <a:pt x="6954955" y="2188434"/>
                </a:lnTo>
                <a:lnTo>
                  <a:pt x="6968731" y="2188434"/>
                </a:lnTo>
                <a:lnTo>
                  <a:pt x="6976603" y="2184498"/>
                </a:lnTo>
                <a:lnTo>
                  <a:pt x="7002187" y="2184498"/>
                </a:lnTo>
                <a:lnTo>
                  <a:pt x="7002187" y="2194339"/>
                </a:lnTo>
                <a:lnTo>
                  <a:pt x="7029740" y="2194339"/>
                </a:lnTo>
                <a:lnTo>
                  <a:pt x="7051388" y="2188434"/>
                </a:lnTo>
                <a:lnTo>
                  <a:pt x="7059260" y="2214019"/>
                </a:lnTo>
                <a:lnTo>
                  <a:pt x="7084844" y="2217955"/>
                </a:lnTo>
                <a:lnTo>
                  <a:pt x="7092716" y="2239603"/>
                </a:lnTo>
                <a:lnTo>
                  <a:pt x="7092717" y="2239602"/>
                </a:lnTo>
                <a:lnTo>
                  <a:pt x="7086813" y="2215986"/>
                </a:lnTo>
                <a:lnTo>
                  <a:pt x="7059260" y="2214018"/>
                </a:lnTo>
                <a:lnTo>
                  <a:pt x="7051560" y="2187065"/>
                </a:lnTo>
                <a:lnTo>
                  <a:pt x="7029740" y="2194338"/>
                </a:lnTo>
                <a:lnTo>
                  <a:pt x="7004156" y="2194338"/>
                </a:lnTo>
                <a:lnTo>
                  <a:pt x="7004156" y="2182530"/>
                </a:lnTo>
                <a:close/>
                <a:moveTo>
                  <a:pt x="5687552" y="2180561"/>
                </a:moveTo>
                <a:lnTo>
                  <a:pt x="5695424" y="2180561"/>
                </a:lnTo>
                <a:lnTo>
                  <a:pt x="5695424" y="2182529"/>
                </a:lnTo>
                <a:lnTo>
                  <a:pt x="5687552" y="2186465"/>
                </a:lnTo>
                <a:lnTo>
                  <a:pt x="5683616" y="2182529"/>
                </a:lnTo>
                <a:close/>
                <a:moveTo>
                  <a:pt x="5087306" y="2176626"/>
                </a:moveTo>
                <a:lnTo>
                  <a:pt x="5095178" y="2180562"/>
                </a:lnTo>
                <a:lnTo>
                  <a:pt x="5089274" y="2190401"/>
                </a:lnTo>
                <a:lnTo>
                  <a:pt x="5079434" y="2186465"/>
                </a:lnTo>
                <a:lnTo>
                  <a:pt x="5079434" y="2182530"/>
                </a:lnTo>
                <a:close/>
                <a:moveTo>
                  <a:pt x="5671807" y="2154977"/>
                </a:moveTo>
                <a:lnTo>
                  <a:pt x="5675743" y="2154977"/>
                </a:lnTo>
                <a:lnTo>
                  <a:pt x="5679679" y="2156945"/>
                </a:lnTo>
                <a:lnTo>
                  <a:pt x="5671807" y="2160881"/>
                </a:lnTo>
                <a:close/>
                <a:moveTo>
                  <a:pt x="7106493" y="2145138"/>
                </a:moveTo>
                <a:lnTo>
                  <a:pt x="7105335" y="2145745"/>
                </a:lnTo>
                <a:lnTo>
                  <a:pt x="7120266" y="2156943"/>
                </a:lnTo>
                <a:close/>
                <a:moveTo>
                  <a:pt x="6956923" y="2133330"/>
                </a:moveTo>
                <a:lnTo>
                  <a:pt x="6923466" y="2141202"/>
                </a:lnTo>
                <a:lnTo>
                  <a:pt x="6923466" y="2168754"/>
                </a:lnTo>
                <a:lnTo>
                  <a:pt x="6895914" y="2176626"/>
                </a:lnTo>
                <a:lnTo>
                  <a:pt x="6878202" y="2178594"/>
                </a:lnTo>
                <a:lnTo>
                  <a:pt x="6878621" y="2180479"/>
                </a:lnTo>
                <a:lnTo>
                  <a:pt x="6897882" y="2176626"/>
                </a:lnTo>
                <a:lnTo>
                  <a:pt x="6923467" y="2168754"/>
                </a:lnTo>
                <a:lnTo>
                  <a:pt x="6923467" y="2143170"/>
                </a:lnTo>
                <a:lnTo>
                  <a:pt x="6956923" y="2135298"/>
                </a:lnTo>
                <a:lnTo>
                  <a:pt x="6975197" y="2142608"/>
                </a:lnTo>
                <a:lnTo>
                  <a:pt x="6976603" y="2141202"/>
                </a:lnTo>
                <a:close/>
                <a:moveTo>
                  <a:pt x="5234907" y="2131361"/>
                </a:moveTo>
                <a:lnTo>
                  <a:pt x="5238843" y="2131361"/>
                </a:lnTo>
                <a:lnTo>
                  <a:pt x="5238843" y="2145137"/>
                </a:lnTo>
                <a:lnTo>
                  <a:pt x="5244747" y="2153009"/>
                </a:lnTo>
                <a:lnTo>
                  <a:pt x="5244747" y="2190402"/>
                </a:lnTo>
                <a:lnTo>
                  <a:pt x="5242779" y="2198274"/>
                </a:lnTo>
                <a:lnTo>
                  <a:pt x="5234907" y="2206146"/>
                </a:lnTo>
                <a:lnTo>
                  <a:pt x="5223099" y="2210082"/>
                </a:lnTo>
                <a:lnTo>
                  <a:pt x="5219163" y="2214018"/>
                </a:lnTo>
                <a:lnTo>
                  <a:pt x="5211291" y="2210082"/>
                </a:lnTo>
                <a:lnTo>
                  <a:pt x="5209323" y="2186466"/>
                </a:lnTo>
                <a:lnTo>
                  <a:pt x="5211291" y="2160881"/>
                </a:lnTo>
                <a:lnTo>
                  <a:pt x="5209323" y="2149073"/>
                </a:lnTo>
                <a:lnTo>
                  <a:pt x="5227035" y="2139233"/>
                </a:lnTo>
                <a:close/>
                <a:moveTo>
                  <a:pt x="5612767" y="2129393"/>
                </a:moveTo>
                <a:lnTo>
                  <a:pt x="5612767" y="2129393"/>
                </a:lnTo>
                <a:lnTo>
                  <a:pt x="5626262" y="2129393"/>
                </a:lnTo>
                <a:lnTo>
                  <a:pt x="5626262" y="2129393"/>
                </a:lnTo>
                <a:close/>
                <a:moveTo>
                  <a:pt x="5555695" y="2123490"/>
                </a:moveTo>
                <a:lnTo>
                  <a:pt x="5565534" y="2145137"/>
                </a:lnTo>
                <a:lnTo>
                  <a:pt x="5569470" y="2160881"/>
                </a:lnTo>
                <a:lnTo>
                  <a:pt x="5569465" y="2160890"/>
                </a:lnTo>
                <a:lnTo>
                  <a:pt x="5569471" y="2160882"/>
                </a:lnTo>
                <a:lnTo>
                  <a:pt x="5567503" y="2145138"/>
                </a:lnTo>
                <a:lnTo>
                  <a:pt x="5600959" y="2145138"/>
                </a:lnTo>
                <a:lnTo>
                  <a:pt x="5600961" y="2145135"/>
                </a:lnTo>
                <a:lnTo>
                  <a:pt x="5600959" y="2145137"/>
                </a:lnTo>
                <a:lnTo>
                  <a:pt x="5567502" y="2145137"/>
                </a:lnTo>
                <a:close/>
                <a:moveTo>
                  <a:pt x="6286680" y="2123222"/>
                </a:moveTo>
                <a:lnTo>
                  <a:pt x="6291733" y="2133329"/>
                </a:lnTo>
                <a:lnTo>
                  <a:pt x="6287797" y="2141201"/>
                </a:lnTo>
                <a:lnTo>
                  <a:pt x="6246465" y="2141201"/>
                </a:lnTo>
                <a:lnTo>
                  <a:pt x="6246469" y="2141202"/>
                </a:lnTo>
                <a:lnTo>
                  <a:pt x="6256309" y="2158915"/>
                </a:lnTo>
                <a:lnTo>
                  <a:pt x="6264181" y="2176627"/>
                </a:lnTo>
                <a:lnTo>
                  <a:pt x="6293950" y="2200814"/>
                </a:lnTo>
                <a:lnTo>
                  <a:pt x="6293952" y="2200814"/>
                </a:lnTo>
                <a:lnTo>
                  <a:pt x="6264181" y="2176626"/>
                </a:lnTo>
                <a:lnTo>
                  <a:pt x="6256309" y="2156946"/>
                </a:lnTo>
                <a:lnTo>
                  <a:pt x="6246469" y="2141201"/>
                </a:lnTo>
                <a:lnTo>
                  <a:pt x="6287798" y="2141201"/>
                </a:lnTo>
                <a:lnTo>
                  <a:pt x="6291734" y="2133329"/>
                </a:lnTo>
                <a:close/>
                <a:moveTo>
                  <a:pt x="6303976" y="2123075"/>
                </a:moveTo>
                <a:lnTo>
                  <a:pt x="6315350" y="2129393"/>
                </a:lnTo>
                <a:lnTo>
                  <a:pt x="6316364" y="2128943"/>
                </a:lnTo>
                <a:close/>
                <a:moveTo>
                  <a:pt x="8978077" y="2109713"/>
                </a:moveTo>
                <a:lnTo>
                  <a:pt x="8985949" y="2117585"/>
                </a:lnTo>
                <a:lnTo>
                  <a:pt x="8982013" y="2143169"/>
                </a:lnTo>
                <a:lnTo>
                  <a:pt x="8993821" y="2151042"/>
                </a:lnTo>
                <a:lnTo>
                  <a:pt x="9001693" y="2166786"/>
                </a:lnTo>
                <a:lnTo>
                  <a:pt x="9001693" y="2188434"/>
                </a:lnTo>
                <a:lnTo>
                  <a:pt x="8989885" y="2215986"/>
                </a:lnTo>
                <a:lnTo>
                  <a:pt x="8989885" y="2237634"/>
                </a:lnTo>
                <a:lnTo>
                  <a:pt x="8982013" y="2233698"/>
                </a:lnTo>
                <a:lnTo>
                  <a:pt x="8970205" y="2241570"/>
                </a:lnTo>
                <a:lnTo>
                  <a:pt x="8966269" y="2257315"/>
                </a:lnTo>
                <a:lnTo>
                  <a:pt x="8978077" y="2269123"/>
                </a:lnTo>
                <a:lnTo>
                  <a:pt x="8962333" y="2298643"/>
                </a:lnTo>
                <a:lnTo>
                  <a:pt x="8958397" y="2308483"/>
                </a:lnTo>
                <a:lnTo>
                  <a:pt x="8962333" y="2320291"/>
                </a:lnTo>
                <a:lnTo>
                  <a:pt x="8948556" y="2347844"/>
                </a:lnTo>
                <a:lnTo>
                  <a:pt x="8936748" y="2343908"/>
                </a:lnTo>
                <a:lnTo>
                  <a:pt x="8944620" y="2339972"/>
                </a:lnTo>
                <a:lnTo>
                  <a:pt x="8944620" y="2328163"/>
                </a:lnTo>
                <a:lnTo>
                  <a:pt x="8936748" y="2324227"/>
                </a:lnTo>
                <a:lnTo>
                  <a:pt x="8921004" y="2336035"/>
                </a:lnTo>
                <a:lnTo>
                  <a:pt x="8917068" y="2355716"/>
                </a:lnTo>
                <a:lnTo>
                  <a:pt x="8909196" y="2357684"/>
                </a:lnTo>
                <a:lnTo>
                  <a:pt x="8905260" y="2343908"/>
                </a:lnTo>
                <a:lnTo>
                  <a:pt x="8899356" y="2347844"/>
                </a:lnTo>
                <a:lnTo>
                  <a:pt x="8891484" y="2355716"/>
                </a:lnTo>
                <a:lnTo>
                  <a:pt x="8863932" y="2357684"/>
                </a:lnTo>
                <a:lnTo>
                  <a:pt x="8863932" y="2343908"/>
                </a:lnTo>
                <a:lnTo>
                  <a:pt x="8852124" y="2343908"/>
                </a:lnTo>
                <a:lnTo>
                  <a:pt x="8848188" y="2355716"/>
                </a:lnTo>
                <a:lnTo>
                  <a:pt x="8852124" y="2361620"/>
                </a:lnTo>
                <a:lnTo>
                  <a:pt x="8852124" y="2369492"/>
                </a:lnTo>
                <a:lnTo>
                  <a:pt x="8852124" y="2377364"/>
                </a:lnTo>
                <a:lnTo>
                  <a:pt x="8836379" y="2377364"/>
                </a:lnTo>
                <a:lnTo>
                  <a:pt x="8836379" y="2393108"/>
                </a:lnTo>
                <a:lnTo>
                  <a:pt x="8826539" y="2400980"/>
                </a:lnTo>
                <a:lnTo>
                  <a:pt x="8814731" y="2393108"/>
                </a:lnTo>
                <a:lnTo>
                  <a:pt x="8810795" y="2381300"/>
                </a:lnTo>
                <a:lnTo>
                  <a:pt x="8814731" y="2373428"/>
                </a:lnTo>
                <a:lnTo>
                  <a:pt x="8810795" y="2357684"/>
                </a:lnTo>
                <a:lnTo>
                  <a:pt x="8791115" y="2351780"/>
                </a:lnTo>
                <a:lnTo>
                  <a:pt x="8761595" y="2357684"/>
                </a:lnTo>
                <a:lnTo>
                  <a:pt x="8753723" y="2369492"/>
                </a:lnTo>
                <a:lnTo>
                  <a:pt x="8722234" y="2377364"/>
                </a:lnTo>
                <a:lnTo>
                  <a:pt x="8706490" y="2385236"/>
                </a:lnTo>
                <a:lnTo>
                  <a:pt x="8706490" y="2377364"/>
                </a:lnTo>
                <a:lnTo>
                  <a:pt x="8688778" y="2381300"/>
                </a:lnTo>
                <a:lnTo>
                  <a:pt x="8688778" y="2369492"/>
                </a:lnTo>
                <a:lnTo>
                  <a:pt x="8696650" y="2361620"/>
                </a:lnTo>
                <a:lnTo>
                  <a:pt x="8706490" y="2357684"/>
                </a:lnTo>
                <a:lnTo>
                  <a:pt x="8730106" y="2339972"/>
                </a:lnTo>
                <a:lnTo>
                  <a:pt x="8737978" y="2328163"/>
                </a:lnTo>
                <a:lnTo>
                  <a:pt x="8749787" y="2324227"/>
                </a:lnTo>
                <a:lnTo>
                  <a:pt x="8765531" y="2332099"/>
                </a:lnTo>
                <a:lnTo>
                  <a:pt x="8783243" y="2332099"/>
                </a:lnTo>
                <a:lnTo>
                  <a:pt x="8798987" y="2320291"/>
                </a:lnTo>
                <a:lnTo>
                  <a:pt x="8818667" y="2324227"/>
                </a:lnTo>
                <a:lnTo>
                  <a:pt x="8852124" y="2282899"/>
                </a:lnTo>
                <a:lnTo>
                  <a:pt x="8852124" y="2269123"/>
                </a:lnTo>
                <a:lnTo>
                  <a:pt x="8859996" y="2259283"/>
                </a:lnTo>
                <a:lnTo>
                  <a:pt x="8867868" y="2263219"/>
                </a:lnTo>
                <a:lnTo>
                  <a:pt x="8863932" y="2278963"/>
                </a:lnTo>
                <a:lnTo>
                  <a:pt x="8871804" y="2286835"/>
                </a:lnTo>
                <a:lnTo>
                  <a:pt x="8891484" y="2275027"/>
                </a:lnTo>
                <a:lnTo>
                  <a:pt x="8895420" y="2269123"/>
                </a:lnTo>
                <a:lnTo>
                  <a:pt x="8909196" y="2257315"/>
                </a:lnTo>
                <a:lnTo>
                  <a:pt x="8928876" y="2229762"/>
                </a:lnTo>
                <a:lnTo>
                  <a:pt x="8940684" y="2200242"/>
                </a:lnTo>
                <a:lnTo>
                  <a:pt x="8940684" y="2147106"/>
                </a:lnTo>
                <a:lnTo>
                  <a:pt x="8952493" y="2131361"/>
                </a:lnTo>
                <a:lnTo>
                  <a:pt x="8958397" y="2129393"/>
                </a:lnTo>
                <a:lnTo>
                  <a:pt x="8966269" y="2139233"/>
                </a:lnTo>
                <a:lnTo>
                  <a:pt x="8974141" y="2139233"/>
                </a:lnTo>
                <a:lnTo>
                  <a:pt x="8970205" y="2129393"/>
                </a:lnTo>
                <a:lnTo>
                  <a:pt x="8966269" y="2117585"/>
                </a:lnTo>
                <a:close/>
                <a:moveTo>
                  <a:pt x="5714317" y="2105541"/>
                </a:moveTo>
                <a:lnTo>
                  <a:pt x="5713136" y="2105777"/>
                </a:lnTo>
                <a:lnTo>
                  <a:pt x="5708840" y="2117592"/>
                </a:lnTo>
                <a:close/>
                <a:moveTo>
                  <a:pt x="7213875" y="2104937"/>
                </a:moveTo>
                <a:lnTo>
                  <a:pt x="7185214" y="2109714"/>
                </a:lnTo>
                <a:lnTo>
                  <a:pt x="7172850" y="2120953"/>
                </a:lnTo>
                <a:lnTo>
                  <a:pt x="7185213" y="2111681"/>
                </a:lnTo>
                <a:close/>
                <a:moveTo>
                  <a:pt x="6661439" y="2100998"/>
                </a:moveTo>
                <a:lnTo>
                  <a:pt x="6657784" y="2115616"/>
                </a:lnTo>
                <a:lnTo>
                  <a:pt x="6657785" y="2115617"/>
                </a:lnTo>
                <a:lnTo>
                  <a:pt x="6661720" y="2101842"/>
                </a:lnTo>
                <a:close/>
                <a:moveTo>
                  <a:pt x="8578570" y="2099873"/>
                </a:moveTo>
                <a:lnTo>
                  <a:pt x="8578570" y="2123489"/>
                </a:lnTo>
                <a:lnTo>
                  <a:pt x="8602186" y="2119553"/>
                </a:lnTo>
                <a:lnTo>
                  <a:pt x="8613994" y="2107745"/>
                </a:lnTo>
                <a:lnTo>
                  <a:pt x="8602186" y="2117585"/>
                </a:lnTo>
                <a:lnTo>
                  <a:pt x="8580538" y="2121521"/>
                </a:lnTo>
                <a:lnTo>
                  <a:pt x="8580538" y="2099873"/>
                </a:lnTo>
                <a:close/>
                <a:moveTo>
                  <a:pt x="6264182" y="2095938"/>
                </a:moveTo>
                <a:lnTo>
                  <a:pt x="6272573" y="2103280"/>
                </a:lnTo>
                <a:lnTo>
                  <a:pt x="6266149" y="2095938"/>
                </a:lnTo>
                <a:close/>
                <a:moveTo>
                  <a:pt x="6949051" y="2095937"/>
                </a:moveTo>
                <a:lnTo>
                  <a:pt x="6939211" y="2107746"/>
                </a:lnTo>
                <a:lnTo>
                  <a:pt x="6956923" y="2111682"/>
                </a:lnTo>
                <a:lnTo>
                  <a:pt x="6988411" y="2111682"/>
                </a:lnTo>
                <a:lnTo>
                  <a:pt x="6996283" y="2129394"/>
                </a:lnTo>
                <a:lnTo>
                  <a:pt x="7017931" y="2129394"/>
                </a:lnTo>
                <a:lnTo>
                  <a:pt x="7017931" y="2145138"/>
                </a:lnTo>
                <a:lnTo>
                  <a:pt x="7007300" y="2152225"/>
                </a:lnTo>
                <a:lnTo>
                  <a:pt x="7019900" y="2145138"/>
                </a:lnTo>
                <a:lnTo>
                  <a:pt x="7019900" y="2129394"/>
                </a:lnTo>
                <a:lnTo>
                  <a:pt x="6996284" y="2129394"/>
                </a:lnTo>
                <a:lnTo>
                  <a:pt x="6988412" y="2109714"/>
                </a:lnTo>
                <a:lnTo>
                  <a:pt x="6958892" y="2109714"/>
                </a:lnTo>
                <a:lnTo>
                  <a:pt x="6939211" y="2107746"/>
                </a:lnTo>
                <a:lnTo>
                  <a:pt x="6951019" y="2095937"/>
                </a:lnTo>
                <a:close/>
                <a:moveTo>
                  <a:pt x="6964805" y="2095915"/>
                </a:moveTo>
                <a:lnTo>
                  <a:pt x="6964795" y="2095937"/>
                </a:lnTo>
                <a:lnTo>
                  <a:pt x="6964796" y="2095937"/>
                </a:lnTo>
                <a:close/>
                <a:moveTo>
                  <a:pt x="6496407" y="2088064"/>
                </a:moveTo>
                <a:lnTo>
                  <a:pt x="6508455" y="2097703"/>
                </a:lnTo>
                <a:lnTo>
                  <a:pt x="6496407" y="2088065"/>
                </a:lnTo>
                <a:close/>
                <a:moveTo>
                  <a:pt x="8610058" y="2084129"/>
                </a:moveTo>
                <a:lnTo>
                  <a:pt x="8610392" y="2086134"/>
                </a:lnTo>
                <a:lnTo>
                  <a:pt x="8627770" y="2088064"/>
                </a:lnTo>
                <a:lnTo>
                  <a:pt x="8628116" y="2087740"/>
                </a:lnTo>
                <a:close/>
                <a:moveTo>
                  <a:pt x="6234684" y="2082279"/>
                </a:moveTo>
                <a:lnTo>
                  <a:pt x="6256309" y="2095937"/>
                </a:lnTo>
                <a:lnTo>
                  <a:pt x="6258275" y="2095937"/>
                </a:lnTo>
                <a:close/>
                <a:moveTo>
                  <a:pt x="5615444" y="2080507"/>
                </a:moveTo>
                <a:lnTo>
                  <a:pt x="5585215" y="2088064"/>
                </a:lnTo>
                <a:lnTo>
                  <a:pt x="5563567" y="2103808"/>
                </a:lnTo>
                <a:lnTo>
                  <a:pt x="5587183" y="2090032"/>
                </a:lnTo>
                <a:lnTo>
                  <a:pt x="5614735" y="2082160"/>
                </a:lnTo>
                <a:lnTo>
                  <a:pt x="5614735" y="2082160"/>
                </a:lnTo>
                <a:close/>
                <a:moveTo>
                  <a:pt x="6610552" y="2074289"/>
                </a:moveTo>
                <a:lnTo>
                  <a:pt x="6592850" y="2086091"/>
                </a:lnTo>
                <a:lnTo>
                  <a:pt x="6612821" y="2075197"/>
                </a:lnTo>
                <a:close/>
                <a:moveTo>
                  <a:pt x="6622360" y="2070353"/>
                </a:moveTo>
                <a:lnTo>
                  <a:pt x="6620611" y="2077350"/>
                </a:lnTo>
                <a:lnTo>
                  <a:pt x="6622360" y="2078224"/>
                </a:lnTo>
                <a:lnTo>
                  <a:pt x="6626296" y="2070353"/>
                </a:lnTo>
                <a:close/>
                <a:moveTo>
                  <a:pt x="5016464" y="2070343"/>
                </a:moveTo>
                <a:lnTo>
                  <a:pt x="5015327" y="2070912"/>
                </a:lnTo>
                <a:lnTo>
                  <a:pt x="5020393" y="2074289"/>
                </a:lnTo>
                <a:lnTo>
                  <a:pt x="5015670" y="2080587"/>
                </a:lnTo>
                <a:lnTo>
                  <a:pt x="5017021" y="2081037"/>
                </a:lnTo>
                <a:lnTo>
                  <a:pt x="5020400" y="2074279"/>
                </a:lnTo>
                <a:close/>
                <a:moveTo>
                  <a:pt x="6984475" y="2064449"/>
                </a:moveTo>
                <a:lnTo>
                  <a:pt x="6972667" y="2076257"/>
                </a:lnTo>
                <a:lnTo>
                  <a:pt x="6939211" y="2084129"/>
                </a:lnTo>
                <a:lnTo>
                  <a:pt x="6919531" y="2103809"/>
                </a:lnTo>
                <a:lnTo>
                  <a:pt x="6919531" y="2103809"/>
                </a:lnTo>
                <a:lnTo>
                  <a:pt x="6939211" y="2084129"/>
                </a:lnTo>
                <a:lnTo>
                  <a:pt x="6971821" y="2078375"/>
                </a:lnTo>
                <a:lnTo>
                  <a:pt x="6972668" y="2076257"/>
                </a:lnTo>
                <a:lnTo>
                  <a:pt x="6984476" y="2064449"/>
                </a:lnTo>
                <a:lnTo>
                  <a:pt x="7006124" y="2064449"/>
                </a:lnTo>
                <a:lnTo>
                  <a:pt x="7006123" y="2064449"/>
                </a:lnTo>
                <a:close/>
                <a:moveTo>
                  <a:pt x="5234907" y="2062480"/>
                </a:moveTo>
                <a:lnTo>
                  <a:pt x="5238843" y="2062480"/>
                </a:lnTo>
                <a:lnTo>
                  <a:pt x="5238843" y="2074288"/>
                </a:lnTo>
                <a:lnTo>
                  <a:pt x="5238843" y="2086097"/>
                </a:lnTo>
                <a:lnTo>
                  <a:pt x="5234907" y="2115617"/>
                </a:lnTo>
                <a:lnTo>
                  <a:pt x="5227035" y="2123489"/>
                </a:lnTo>
                <a:lnTo>
                  <a:pt x="5219163" y="2115617"/>
                </a:lnTo>
                <a:lnTo>
                  <a:pt x="5219163" y="2092001"/>
                </a:lnTo>
                <a:lnTo>
                  <a:pt x="5219163" y="2082160"/>
                </a:lnTo>
                <a:lnTo>
                  <a:pt x="5230971" y="2074288"/>
                </a:lnTo>
                <a:close/>
                <a:moveTo>
                  <a:pt x="6119904" y="2051924"/>
                </a:moveTo>
                <a:lnTo>
                  <a:pt x="6122484" y="2052640"/>
                </a:lnTo>
                <a:lnTo>
                  <a:pt x="6129385" y="2053581"/>
                </a:lnTo>
                <a:lnTo>
                  <a:pt x="6124452" y="2052642"/>
                </a:lnTo>
                <a:close/>
                <a:moveTo>
                  <a:pt x="7139949" y="2050672"/>
                </a:moveTo>
                <a:lnTo>
                  <a:pt x="7102556" y="2062481"/>
                </a:lnTo>
                <a:lnTo>
                  <a:pt x="7102557" y="2062481"/>
                </a:lnTo>
                <a:lnTo>
                  <a:pt x="7139949" y="2050673"/>
                </a:lnTo>
                <a:lnTo>
                  <a:pt x="7189150" y="2058545"/>
                </a:lnTo>
                <a:lnTo>
                  <a:pt x="7226542" y="2068385"/>
                </a:lnTo>
                <a:lnTo>
                  <a:pt x="7226541" y="2068385"/>
                </a:lnTo>
                <a:lnTo>
                  <a:pt x="7189149" y="2058545"/>
                </a:lnTo>
                <a:close/>
                <a:moveTo>
                  <a:pt x="2646978" y="2050671"/>
                </a:moveTo>
                <a:lnTo>
                  <a:pt x="2631234" y="2095935"/>
                </a:lnTo>
                <a:lnTo>
                  <a:pt x="2631235" y="2095935"/>
                </a:lnTo>
                <a:lnTo>
                  <a:pt x="2646978" y="2050672"/>
                </a:lnTo>
                <a:close/>
                <a:moveTo>
                  <a:pt x="7075004" y="2038864"/>
                </a:moveTo>
                <a:lnTo>
                  <a:pt x="7045484" y="2054608"/>
                </a:lnTo>
                <a:lnTo>
                  <a:pt x="7051388" y="2072321"/>
                </a:lnTo>
                <a:lnTo>
                  <a:pt x="7019692" y="2076050"/>
                </a:lnTo>
                <a:lnTo>
                  <a:pt x="7019900" y="2076257"/>
                </a:lnTo>
                <a:lnTo>
                  <a:pt x="7053356" y="2072321"/>
                </a:lnTo>
                <a:lnTo>
                  <a:pt x="7045484" y="2054609"/>
                </a:lnTo>
                <a:lnTo>
                  <a:pt x="7075005" y="2038865"/>
                </a:lnTo>
                <a:lnTo>
                  <a:pt x="7090749" y="2042801"/>
                </a:lnTo>
                <a:lnTo>
                  <a:pt x="7090748" y="2042800"/>
                </a:lnTo>
                <a:close/>
                <a:moveTo>
                  <a:pt x="8141674" y="2036885"/>
                </a:moveTo>
                <a:lnTo>
                  <a:pt x="8141669" y="2036896"/>
                </a:lnTo>
                <a:lnTo>
                  <a:pt x="8141670" y="2036896"/>
                </a:lnTo>
                <a:close/>
                <a:moveTo>
                  <a:pt x="7692497" y="2022907"/>
                </a:moveTo>
                <a:lnTo>
                  <a:pt x="7689026" y="2050672"/>
                </a:lnTo>
                <a:lnTo>
                  <a:pt x="7689254" y="2050923"/>
                </a:lnTo>
                <a:lnTo>
                  <a:pt x="7692961" y="2023120"/>
                </a:lnTo>
                <a:close/>
                <a:moveTo>
                  <a:pt x="6706981" y="2021149"/>
                </a:moveTo>
                <a:lnTo>
                  <a:pt x="6716825" y="2030993"/>
                </a:lnTo>
                <a:lnTo>
                  <a:pt x="6736505" y="2030993"/>
                </a:lnTo>
                <a:lnTo>
                  <a:pt x="6764057" y="2030993"/>
                </a:lnTo>
                <a:lnTo>
                  <a:pt x="6777833" y="2030993"/>
                </a:lnTo>
                <a:lnTo>
                  <a:pt x="6801449" y="2046737"/>
                </a:lnTo>
                <a:lnTo>
                  <a:pt x="6813258" y="2078225"/>
                </a:lnTo>
                <a:lnTo>
                  <a:pt x="6830970" y="2070353"/>
                </a:lnTo>
                <a:lnTo>
                  <a:pt x="6850650" y="2119554"/>
                </a:lnTo>
                <a:lnTo>
                  <a:pt x="6862458" y="2119554"/>
                </a:lnTo>
                <a:lnTo>
                  <a:pt x="6878202" y="2137266"/>
                </a:lnTo>
                <a:lnTo>
                  <a:pt x="6890010" y="2137266"/>
                </a:lnTo>
                <a:lnTo>
                  <a:pt x="6899850" y="2127426"/>
                </a:lnTo>
                <a:lnTo>
                  <a:pt x="6915594" y="2123490"/>
                </a:lnTo>
                <a:lnTo>
                  <a:pt x="6919527" y="2103825"/>
                </a:lnTo>
                <a:lnTo>
                  <a:pt x="6915595" y="2121521"/>
                </a:lnTo>
                <a:lnTo>
                  <a:pt x="6899851" y="2125457"/>
                </a:lnTo>
                <a:lnTo>
                  <a:pt x="6890010" y="2137265"/>
                </a:lnTo>
                <a:lnTo>
                  <a:pt x="6878202" y="2137265"/>
                </a:lnTo>
                <a:lnTo>
                  <a:pt x="6862458" y="2117585"/>
                </a:lnTo>
                <a:lnTo>
                  <a:pt x="6850650" y="2117585"/>
                </a:lnTo>
                <a:lnTo>
                  <a:pt x="6832938" y="2068385"/>
                </a:lnTo>
                <a:lnTo>
                  <a:pt x="6813258" y="2076257"/>
                </a:lnTo>
                <a:lnTo>
                  <a:pt x="6801450" y="2046736"/>
                </a:lnTo>
                <a:lnTo>
                  <a:pt x="6779801" y="2030992"/>
                </a:lnTo>
                <a:lnTo>
                  <a:pt x="6764057" y="2030992"/>
                </a:lnTo>
                <a:lnTo>
                  <a:pt x="6740441" y="2030992"/>
                </a:lnTo>
                <a:lnTo>
                  <a:pt x="6718793" y="2030992"/>
                </a:lnTo>
                <a:close/>
                <a:moveTo>
                  <a:pt x="9133550" y="2019185"/>
                </a:moveTo>
                <a:lnTo>
                  <a:pt x="9141422" y="2019185"/>
                </a:lnTo>
                <a:lnTo>
                  <a:pt x="9137486" y="2027057"/>
                </a:lnTo>
                <a:lnTo>
                  <a:pt x="9131582" y="2027057"/>
                </a:lnTo>
                <a:close/>
                <a:moveTo>
                  <a:pt x="8131845" y="2003411"/>
                </a:moveTo>
                <a:lnTo>
                  <a:pt x="8131829" y="2003440"/>
                </a:lnTo>
                <a:lnTo>
                  <a:pt x="8148460" y="2018224"/>
                </a:lnTo>
                <a:lnTo>
                  <a:pt x="8149542" y="2015248"/>
                </a:lnTo>
                <a:lnTo>
                  <a:pt x="8131830" y="2003440"/>
                </a:lnTo>
                <a:close/>
                <a:moveTo>
                  <a:pt x="9121742" y="1993600"/>
                </a:moveTo>
                <a:lnTo>
                  <a:pt x="9133550" y="1993600"/>
                </a:lnTo>
                <a:lnTo>
                  <a:pt x="9133550" y="2003440"/>
                </a:lnTo>
                <a:lnTo>
                  <a:pt x="9127646" y="2005408"/>
                </a:lnTo>
                <a:lnTo>
                  <a:pt x="9121742" y="2005408"/>
                </a:lnTo>
                <a:lnTo>
                  <a:pt x="9111902" y="2019184"/>
                </a:lnTo>
                <a:lnTo>
                  <a:pt x="9107966" y="2017216"/>
                </a:lnTo>
                <a:close/>
                <a:moveTo>
                  <a:pt x="7222605" y="1981792"/>
                </a:moveTo>
                <a:lnTo>
                  <a:pt x="7242285" y="2003440"/>
                </a:lnTo>
                <a:lnTo>
                  <a:pt x="7246222" y="2030992"/>
                </a:lnTo>
                <a:lnTo>
                  <a:pt x="7250158" y="2050672"/>
                </a:lnTo>
                <a:lnTo>
                  <a:pt x="7238349" y="2080193"/>
                </a:lnTo>
                <a:lnTo>
                  <a:pt x="7238350" y="2080193"/>
                </a:lnTo>
                <a:lnTo>
                  <a:pt x="7238350" y="2080193"/>
                </a:lnTo>
                <a:lnTo>
                  <a:pt x="7250158" y="2050672"/>
                </a:lnTo>
                <a:lnTo>
                  <a:pt x="7246222" y="2030992"/>
                </a:lnTo>
                <a:lnTo>
                  <a:pt x="7242286" y="2003440"/>
                </a:lnTo>
                <a:lnTo>
                  <a:pt x="7222606" y="1981792"/>
                </a:lnTo>
                <a:close/>
                <a:moveTo>
                  <a:pt x="8688786" y="1979849"/>
                </a:moveTo>
                <a:lnTo>
                  <a:pt x="8698619" y="2015248"/>
                </a:lnTo>
                <a:lnTo>
                  <a:pt x="8694683" y="2046736"/>
                </a:lnTo>
                <a:lnTo>
                  <a:pt x="8659259" y="2058544"/>
                </a:lnTo>
                <a:lnTo>
                  <a:pt x="8659260" y="2058545"/>
                </a:lnTo>
                <a:lnTo>
                  <a:pt x="8694682" y="2048705"/>
                </a:lnTo>
                <a:lnTo>
                  <a:pt x="8700586" y="2015249"/>
                </a:lnTo>
                <a:close/>
                <a:moveTo>
                  <a:pt x="5445479" y="1975911"/>
                </a:moveTo>
                <a:lnTo>
                  <a:pt x="5441550" y="1989665"/>
                </a:lnTo>
                <a:lnTo>
                  <a:pt x="5429742" y="1989665"/>
                </a:lnTo>
                <a:lnTo>
                  <a:pt x="5423838" y="1993601"/>
                </a:lnTo>
                <a:lnTo>
                  <a:pt x="5424041" y="1994482"/>
                </a:lnTo>
                <a:lnTo>
                  <a:pt x="5429741" y="1991631"/>
                </a:lnTo>
                <a:lnTo>
                  <a:pt x="5441549" y="1991631"/>
                </a:lnTo>
                <a:close/>
                <a:moveTo>
                  <a:pt x="8710427" y="1968015"/>
                </a:moveTo>
                <a:lnTo>
                  <a:pt x="8688779" y="1979824"/>
                </a:lnTo>
                <a:lnTo>
                  <a:pt x="8688779" y="1979824"/>
                </a:lnTo>
                <a:lnTo>
                  <a:pt x="8710426" y="1969985"/>
                </a:lnTo>
                <a:lnTo>
                  <a:pt x="8734043" y="1975889"/>
                </a:lnTo>
                <a:lnTo>
                  <a:pt x="8734989" y="1975573"/>
                </a:lnTo>
                <a:close/>
                <a:moveTo>
                  <a:pt x="8993821" y="1964080"/>
                </a:moveTo>
                <a:lnTo>
                  <a:pt x="9007597" y="1964080"/>
                </a:lnTo>
                <a:lnTo>
                  <a:pt x="9015469" y="1969984"/>
                </a:lnTo>
                <a:lnTo>
                  <a:pt x="9023341" y="1993600"/>
                </a:lnTo>
                <a:lnTo>
                  <a:pt x="9035149" y="2003440"/>
                </a:lnTo>
                <a:lnTo>
                  <a:pt x="9046957" y="2005408"/>
                </a:lnTo>
                <a:lnTo>
                  <a:pt x="9058765" y="2015248"/>
                </a:lnTo>
                <a:lnTo>
                  <a:pt x="9068606" y="2023121"/>
                </a:lnTo>
                <a:lnTo>
                  <a:pt x="9084350" y="2017216"/>
                </a:lnTo>
                <a:lnTo>
                  <a:pt x="9096158" y="2005408"/>
                </a:lnTo>
                <a:lnTo>
                  <a:pt x="9096158" y="2015248"/>
                </a:lnTo>
                <a:lnTo>
                  <a:pt x="9096158" y="2029025"/>
                </a:lnTo>
                <a:lnTo>
                  <a:pt x="9104030" y="2034929"/>
                </a:lnTo>
                <a:lnTo>
                  <a:pt x="9107966" y="2040833"/>
                </a:lnTo>
                <a:lnTo>
                  <a:pt x="9096158" y="2054609"/>
                </a:lnTo>
                <a:lnTo>
                  <a:pt x="9076478" y="2054609"/>
                </a:lnTo>
                <a:lnTo>
                  <a:pt x="9060733" y="2058545"/>
                </a:lnTo>
                <a:lnTo>
                  <a:pt x="9046957" y="2078225"/>
                </a:lnTo>
                <a:lnTo>
                  <a:pt x="9046957" y="2090033"/>
                </a:lnTo>
                <a:lnTo>
                  <a:pt x="9035149" y="2093969"/>
                </a:lnTo>
                <a:lnTo>
                  <a:pt x="9023341" y="2078225"/>
                </a:lnTo>
                <a:lnTo>
                  <a:pt x="9003661" y="2074289"/>
                </a:lnTo>
                <a:lnTo>
                  <a:pt x="8997757" y="2070353"/>
                </a:lnTo>
                <a:lnTo>
                  <a:pt x="8989885" y="2078225"/>
                </a:lnTo>
                <a:lnTo>
                  <a:pt x="8970204" y="2074289"/>
                </a:lnTo>
                <a:lnTo>
                  <a:pt x="8958396" y="2074289"/>
                </a:lnTo>
                <a:lnTo>
                  <a:pt x="8952492" y="2078225"/>
                </a:lnTo>
                <a:lnTo>
                  <a:pt x="8962332" y="2093969"/>
                </a:lnTo>
                <a:lnTo>
                  <a:pt x="8962332" y="2101841"/>
                </a:lnTo>
                <a:lnTo>
                  <a:pt x="8948556" y="2109713"/>
                </a:lnTo>
                <a:lnTo>
                  <a:pt x="8940684" y="2090033"/>
                </a:lnTo>
                <a:lnTo>
                  <a:pt x="8932812" y="2086097"/>
                </a:lnTo>
                <a:lnTo>
                  <a:pt x="8940684" y="2074289"/>
                </a:lnTo>
                <a:lnTo>
                  <a:pt x="8956428" y="2062481"/>
                </a:lnTo>
                <a:lnTo>
                  <a:pt x="8956428" y="2050673"/>
                </a:lnTo>
                <a:lnTo>
                  <a:pt x="8962332" y="2040833"/>
                </a:lnTo>
                <a:lnTo>
                  <a:pt x="8974140" y="2046737"/>
                </a:lnTo>
                <a:lnTo>
                  <a:pt x="8985949" y="2042801"/>
                </a:lnTo>
                <a:lnTo>
                  <a:pt x="8985949" y="2036897"/>
                </a:lnTo>
                <a:lnTo>
                  <a:pt x="8993821" y="2015248"/>
                </a:lnTo>
                <a:lnTo>
                  <a:pt x="8997757" y="1979824"/>
                </a:lnTo>
                <a:lnTo>
                  <a:pt x="8989885" y="1975888"/>
                </a:lnTo>
                <a:close/>
                <a:moveTo>
                  <a:pt x="5364797" y="1960143"/>
                </a:moveTo>
                <a:lnTo>
                  <a:pt x="5364797" y="1960144"/>
                </a:lnTo>
                <a:lnTo>
                  <a:pt x="5364797" y="1960144"/>
                </a:lnTo>
                <a:lnTo>
                  <a:pt x="5413998" y="1960144"/>
                </a:lnTo>
                <a:lnTo>
                  <a:pt x="5413999" y="1960143"/>
                </a:lnTo>
                <a:close/>
                <a:moveTo>
                  <a:pt x="5160273" y="1958776"/>
                </a:moveTo>
                <a:lnTo>
                  <a:pt x="5168002" y="1991623"/>
                </a:lnTo>
                <a:lnTo>
                  <a:pt x="5168251" y="1993242"/>
                </a:lnTo>
                <a:lnTo>
                  <a:pt x="5167995" y="1989664"/>
                </a:lnTo>
                <a:close/>
                <a:moveTo>
                  <a:pt x="6616456" y="1958176"/>
                </a:moveTo>
                <a:lnTo>
                  <a:pt x="6533799" y="1987696"/>
                </a:lnTo>
                <a:lnTo>
                  <a:pt x="6533799" y="1987696"/>
                </a:lnTo>
                <a:lnTo>
                  <a:pt x="6616456" y="1958176"/>
                </a:lnTo>
                <a:lnTo>
                  <a:pt x="6616491" y="1958199"/>
                </a:lnTo>
                <a:close/>
                <a:moveTo>
                  <a:pt x="5507150" y="1956535"/>
                </a:moveTo>
                <a:lnTo>
                  <a:pt x="5507043" y="1956803"/>
                </a:lnTo>
                <a:lnTo>
                  <a:pt x="5512398" y="1981791"/>
                </a:lnTo>
                <a:lnTo>
                  <a:pt x="5520270" y="2005407"/>
                </a:lnTo>
                <a:lnTo>
                  <a:pt x="5520270" y="2040832"/>
                </a:lnTo>
                <a:lnTo>
                  <a:pt x="5515942" y="2046734"/>
                </a:lnTo>
                <a:lnTo>
                  <a:pt x="5522238" y="2038864"/>
                </a:lnTo>
                <a:lnTo>
                  <a:pt x="5522238" y="2005408"/>
                </a:lnTo>
                <a:lnTo>
                  <a:pt x="5514366" y="1981791"/>
                </a:lnTo>
                <a:close/>
                <a:moveTo>
                  <a:pt x="9202431" y="1956208"/>
                </a:moveTo>
                <a:lnTo>
                  <a:pt x="9184719" y="1971952"/>
                </a:lnTo>
                <a:lnTo>
                  <a:pt x="9161102" y="1981792"/>
                </a:lnTo>
                <a:lnTo>
                  <a:pt x="9145358" y="2003440"/>
                </a:lnTo>
                <a:lnTo>
                  <a:pt x="9139454" y="2003440"/>
                </a:lnTo>
                <a:lnTo>
                  <a:pt x="9143390" y="1991632"/>
                </a:lnTo>
                <a:lnTo>
                  <a:pt x="9167006" y="1964080"/>
                </a:lnTo>
                <a:lnTo>
                  <a:pt x="9170943" y="1969984"/>
                </a:lnTo>
                <a:lnTo>
                  <a:pt x="9180783" y="1958176"/>
                </a:lnTo>
                <a:close/>
                <a:moveTo>
                  <a:pt x="8760481" y="1955115"/>
                </a:moveTo>
                <a:lnTo>
                  <a:pt x="8757660" y="1966047"/>
                </a:lnTo>
                <a:lnTo>
                  <a:pt x="8741415" y="1973431"/>
                </a:lnTo>
                <a:lnTo>
                  <a:pt x="8757659" y="1968017"/>
                </a:lnTo>
                <a:close/>
                <a:moveTo>
                  <a:pt x="3249196" y="1948335"/>
                </a:moveTo>
                <a:lnTo>
                  <a:pt x="3262973" y="1948335"/>
                </a:lnTo>
                <a:lnTo>
                  <a:pt x="3262973" y="1960143"/>
                </a:lnTo>
                <a:lnTo>
                  <a:pt x="3249196" y="1971951"/>
                </a:lnTo>
                <a:lnTo>
                  <a:pt x="3241324" y="1971951"/>
                </a:lnTo>
                <a:lnTo>
                  <a:pt x="3241324" y="1964079"/>
                </a:lnTo>
                <a:close/>
                <a:moveTo>
                  <a:pt x="5150283" y="1942432"/>
                </a:moveTo>
                <a:lnTo>
                  <a:pt x="5143405" y="1947591"/>
                </a:lnTo>
                <a:lnTo>
                  <a:pt x="5144386" y="1948326"/>
                </a:lnTo>
                <a:lnTo>
                  <a:pt x="5152245" y="1942432"/>
                </a:lnTo>
                <a:close/>
                <a:moveTo>
                  <a:pt x="5358893" y="1942431"/>
                </a:moveTo>
                <a:lnTo>
                  <a:pt x="5358893" y="1942431"/>
                </a:lnTo>
                <a:lnTo>
                  <a:pt x="5364797" y="1954239"/>
                </a:lnTo>
                <a:lnTo>
                  <a:pt x="5364797" y="1954239"/>
                </a:lnTo>
                <a:close/>
                <a:moveTo>
                  <a:pt x="5136518" y="1942417"/>
                </a:moveTo>
                <a:lnTo>
                  <a:pt x="5136513" y="1942422"/>
                </a:lnTo>
                <a:lnTo>
                  <a:pt x="5136514" y="1942423"/>
                </a:lnTo>
                <a:close/>
                <a:moveTo>
                  <a:pt x="5457047" y="1934803"/>
                </a:moveTo>
                <a:lnTo>
                  <a:pt x="5463198" y="1948336"/>
                </a:lnTo>
                <a:lnTo>
                  <a:pt x="5467816" y="1948966"/>
                </a:lnTo>
                <a:lnTo>
                  <a:pt x="5465166" y="1948335"/>
                </a:lnTo>
                <a:close/>
                <a:moveTo>
                  <a:pt x="9233919" y="1930624"/>
                </a:moveTo>
                <a:lnTo>
                  <a:pt x="9249663" y="1930624"/>
                </a:lnTo>
                <a:lnTo>
                  <a:pt x="9249663" y="1932592"/>
                </a:lnTo>
                <a:lnTo>
                  <a:pt x="9228015" y="1952272"/>
                </a:lnTo>
                <a:lnTo>
                  <a:pt x="9218175" y="1952272"/>
                </a:lnTo>
                <a:lnTo>
                  <a:pt x="9210303" y="1952272"/>
                </a:lnTo>
                <a:close/>
                <a:moveTo>
                  <a:pt x="8268612" y="1930604"/>
                </a:moveTo>
                <a:lnTo>
                  <a:pt x="8260298" y="1958318"/>
                </a:lnTo>
                <a:lnTo>
                  <a:pt x="8261719" y="1958175"/>
                </a:lnTo>
                <a:close/>
                <a:moveTo>
                  <a:pt x="5799729" y="1928655"/>
                </a:moveTo>
                <a:lnTo>
                  <a:pt x="5789889" y="1946367"/>
                </a:lnTo>
                <a:lnTo>
                  <a:pt x="5789889" y="1946368"/>
                </a:lnTo>
                <a:lnTo>
                  <a:pt x="5801339" y="1929192"/>
                </a:lnTo>
                <a:close/>
                <a:moveTo>
                  <a:pt x="7560345" y="1919727"/>
                </a:moveTo>
                <a:lnTo>
                  <a:pt x="7541425" y="1942431"/>
                </a:lnTo>
                <a:lnTo>
                  <a:pt x="7542212" y="1943454"/>
                </a:lnTo>
                <a:lnTo>
                  <a:pt x="7561104" y="1920783"/>
                </a:lnTo>
                <a:close/>
                <a:moveTo>
                  <a:pt x="3239355" y="1914878"/>
                </a:moveTo>
                <a:lnTo>
                  <a:pt x="3251164" y="1914878"/>
                </a:lnTo>
                <a:lnTo>
                  <a:pt x="3247228" y="1934558"/>
                </a:lnTo>
                <a:lnTo>
                  <a:pt x="3235420" y="1954238"/>
                </a:lnTo>
                <a:lnTo>
                  <a:pt x="3225579" y="1966046"/>
                </a:lnTo>
                <a:lnTo>
                  <a:pt x="3221643" y="1948334"/>
                </a:lnTo>
                <a:lnTo>
                  <a:pt x="3233452" y="1934558"/>
                </a:lnTo>
                <a:close/>
                <a:moveTo>
                  <a:pt x="3137018" y="1914878"/>
                </a:moveTo>
                <a:lnTo>
                  <a:pt x="3148826" y="1914878"/>
                </a:lnTo>
                <a:lnTo>
                  <a:pt x="3148826" y="1930622"/>
                </a:lnTo>
                <a:lnTo>
                  <a:pt x="3156698" y="1942430"/>
                </a:lnTo>
                <a:lnTo>
                  <a:pt x="3199995" y="1938494"/>
                </a:lnTo>
                <a:lnTo>
                  <a:pt x="3192123" y="1954238"/>
                </a:lnTo>
                <a:lnTo>
                  <a:pt x="3168507" y="1954238"/>
                </a:lnTo>
                <a:lnTo>
                  <a:pt x="3137018" y="1934558"/>
                </a:lnTo>
                <a:close/>
                <a:moveTo>
                  <a:pt x="5433618" y="1912920"/>
                </a:moveTo>
                <a:lnTo>
                  <a:pt x="5406125" y="1916848"/>
                </a:lnTo>
                <a:lnTo>
                  <a:pt x="5376621" y="1936517"/>
                </a:lnTo>
                <a:lnTo>
                  <a:pt x="5408094" y="1916847"/>
                </a:lnTo>
                <a:close/>
                <a:moveTo>
                  <a:pt x="2989415" y="1912910"/>
                </a:moveTo>
                <a:lnTo>
                  <a:pt x="2989414" y="1912910"/>
                </a:lnTo>
                <a:lnTo>
                  <a:pt x="2955946" y="1979847"/>
                </a:lnTo>
                <a:close/>
                <a:moveTo>
                  <a:pt x="5164059" y="1912904"/>
                </a:moveTo>
                <a:lnTo>
                  <a:pt x="5152258" y="1916838"/>
                </a:lnTo>
                <a:lnTo>
                  <a:pt x="5152255" y="1916846"/>
                </a:lnTo>
                <a:lnTo>
                  <a:pt x="5164059" y="1912912"/>
                </a:lnTo>
                <a:close/>
                <a:moveTo>
                  <a:pt x="8312887" y="1907007"/>
                </a:moveTo>
                <a:lnTo>
                  <a:pt x="8312887" y="1919602"/>
                </a:lnTo>
                <a:lnTo>
                  <a:pt x="8314855" y="1918815"/>
                </a:lnTo>
                <a:lnTo>
                  <a:pt x="8314855" y="1907007"/>
                </a:lnTo>
                <a:close/>
                <a:moveTo>
                  <a:pt x="5242784" y="1905053"/>
                </a:moveTo>
                <a:lnTo>
                  <a:pt x="5246716" y="1918816"/>
                </a:lnTo>
                <a:lnTo>
                  <a:pt x="5247993" y="1918943"/>
                </a:lnTo>
                <a:close/>
                <a:moveTo>
                  <a:pt x="7324942" y="1901103"/>
                </a:moveTo>
                <a:lnTo>
                  <a:pt x="7307230" y="1948336"/>
                </a:lnTo>
                <a:lnTo>
                  <a:pt x="7307230" y="1968016"/>
                </a:lnTo>
                <a:lnTo>
                  <a:pt x="7295422" y="1979824"/>
                </a:lnTo>
                <a:lnTo>
                  <a:pt x="7307231" y="1968015"/>
                </a:lnTo>
                <a:lnTo>
                  <a:pt x="7307231" y="1948335"/>
                </a:lnTo>
                <a:lnTo>
                  <a:pt x="7324943" y="1901103"/>
                </a:lnTo>
                <a:close/>
                <a:moveTo>
                  <a:pt x="5581281" y="1901101"/>
                </a:moveTo>
                <a:lnTo>
                  <a:pt x="5581279" y="1901103"/>
                </a:lnTo>
                <a:lnTo>
                  <a:pt x="5581279" y="1901103"/>
                </a:lnTo>
                <a:close/>
                <a:moveTo>
                  <a:pt x="7360366" y="1897167"/>
                </a:moveTo>
                <a:lnTo>
                  <a:pt x="7358757" y="1897346"/>
                </a:lnTo>
                <a:lnTo>
                  <a:pt x="7382005" y="1908970"/>
                </a:lnTo>
                <a:close/>
                <a:moveTo>
                  <a:pt x="6425558" y="1897167"/>
                </a:moveTo>
                <a:lnTo>
                  <a:pt x="6413750" y="1901103"/>
                </a:lnTo>
                <a:lnTo>
                  <a:pt x="6409814" y="1905039"/>
                </a:lnTo>
                <a:lnTo>
                  <a:pt x="6405878" y="1908975"/>
                </a:lnTo>
                <a:lnTo>
                  <a:pt x="6401942" y="1916847"/>
                </a:lnTo>
                <a:lnTo>
                  <a:pt x="6398006" y="1916847"/>
                </a:lnTo>
                <a:lnTo>
                  <a:pt x="6394070" y="1916847"/>
                </a:lnTo>
                <a:lnTo>
                  <a:pt x="6374390" y="1922751"/>
                </a:lnTo>
                <a:lnTo>
                  <a:pt x="6356678" y="1930623"/>
                </a:lnTo>
                <a:lnTo>
                  <a:pt x="6340934" y="1920784"/>
                </a:lnTo>
                <a:lnTo>
                  <a:pt x="6340934" y="1920784"/>
                </a:lnTo>
                <a:lnTo>
                  <a:pt x="6356678" y="1932592"/>
                </a:lnTo>
                <a:lnTo>
                  <a:pt x="6352742" y="1932592"/>
                </a:lnTo>
                <a:lnTo>
                  <a:pt x="6348806" y="1934560"/>
                </a:lnTo>
                <a:lnTo>
                  <a:pt x="6329125" y="1946369"/>
                </a:lnTo>
                <a:lnTo>
                  <a:pt x="6319285" y="1954241"/>
                </a:lnTo>
                <a:lnTo>
                  <a:pt x="6307477" y="1956209"/>
                </a:lnTo>
                <a:lnTo>
                  <a:pt x="6301573" y="1969985"/>
                </a:lnTo>
                <a:lnTo>
                  <a:pt x="6293701" y="1987697"/>
                </a:lnTo>
                <a:lnTo>
                  <a:pt x="6285829" y="1991633"/>
                </a:lnTo>
                <a:lnTo>
                  <a:pt x="6287797" y="2003441"/>
                </a:lnTo>
                <a:lnTo>
                  <a:pt x="6291733" y="2011313"/>
                </a:lnTo>
                <a:lnTo>
                  <a:pt x="6297637" y="2019185"/>
                </a:lnTo>
                <a:lnTo>
                  <a:pt x="6307477" y="2029025"/>
                </a:lnTo>
                <a:lnTo>
                  <a:pt x="6307477" y="2046737"/>
                </a:lnTo>
                <a:lnTo>
                  <a:pt x="6309445" y="2060514"/>
                </a:lnTo>
                <a:lnTo>
                  <a:pt x="6315349" y="2074290"/>
                </a:lnTo>
                <a:lnTo>
                  <a:pt x="6319285" y="2082162"/>
                </a:lnTo>
                <a:lnTo>
                  <a:pt x="6325189" y="2088066"/>
                </a:lnTo>
                <a:lnTo>
                  <a:pt x="6329125" y="2095938"/>
                </a:lnTo>
                <a:lnTo>
                  <a:pt x="6335030" y="2101842"/>
                </a:lnTo>
                <a:lnTo>
                  <a:pt x="6335030" y="2103153"/>
                </a:lnTo>
                <a:lnTo>
                  <a:pt x="6356678" y="2117585"/>
                </a:lnTo>
                <a:lnTo>
                  <a:pt x="6364550" y="2125457"/>
                </a:lnTo>
                <a:lnTo>
                  <a:pt x="6364550" y="2137265"/>
                </a:lnTo>
                <a:lnTo>
                  <a:pt x="6380294" y="2153009"/>
                </a:lnTo>
                <a:lnTo>
                  <a:pt x="6380294" y="2160882"/>
                </a:lnTo>
                <a:lnTo>
                  <a:pt x="6380294" y="2172690"/>
                </a:lnTo>
                <a:lnTo>
                  <a:pt x="6364550" y="2186466"/>
                </a:lnTo>
                <a:lnTo>
                  <a:pt x="6348806" y="2198274"/>
                </a:lnTo>
                <a:lnTo>
                  <a:pt x="6340934" y="2210082"/>
                </a:lnTo>
                <a:lnTo>
                  <a:pt x="6344448" y="2236439"/>
                </a:lnTo>
                <a:lnTo>
                  <a:pt x="6346837" y="2237634"/>
                </a:lnTo>
                <a:lnTo>
                  <a:pt x="6346837" y="2239602"/>
                </a:lnTo>
                <a:lnTo>
                  <a:pt x="6352742" y="2251410"/>
                </a:lnTo>
                <a:lnTo>
                  <a:pt x="6360614" y="2257314"/>
                </a:lnTo>
                <a:lnTo>
                  <a:pt x="6372422" y="2261250"/>
                </a:lnTo>
                <a:lnTo>
                  <a:pt x="6384230" y="2265186"/>
                </a:lnTo>
                <a:lnTo>
                  <a:pt x="6386198" y="2276994"/>
                </a:lnTo>
                <a:lnTo>
                  <a:pt x="6394070" y="2284866"/>
                </a:lnTo>
                <a:lnTo>
                  <a:pt x="6413750" y="2296674"/>
                </a:lnTo>
                <a:lnTo>
                  <a:pt x="6437366" y="2296674"/>
                </a:lnTo>
                <a:lnTo>
                  <a:pt x="6459015" y="2292738"/>
                </a:lnTo>
                <a:lnTo>
                  <a:pt x="6482631" y="2292738"/>
                </a:lnTo>
                <a:lnTo>
                  <a:pt x="6488535" y="2288802"/>
                </a:lnTo>
                <a:lnTo>
                  <a:pt x="6496407" y="2280930"/>
                </a:lnTo>
                <a:lnTo>
                  <a:pt x="6496407" y="2267154"/>
                </a:lnTo>
                <a:lnTo>
                  <a:pt x="6496411" y="2267154"/>
                </a:lnTo>
                <a:lnTo>
                  <a:pt x="6496407" y="2267154"/>
                </a:lnTo>
                <a:lnTo>
                  <a:pt x="6496407" y="2210081"/>
                </a:lnTo>
                <a:lnTo>
                  <a:pt x="6492471" y="2202209"/>
                </a:lnTo>
                <a:lnTo>
                  <a:pt x="6484599" y="2198273"/>
                </a:lnTo>
                <a:lnTo>
                  <a:pt x="6476726" y="2190401"/>
                </a:lnTo>
                <a:lnTo>
                  <a:pt x="6480663" y="2188433"/>
                </a:lnTo>
                <a:lnTo>
                  <a:pt x="6484599" y="2188433"/>
                </a:lnTo>
                <a:lnTo>
                  <a:pt x="6484599" y="2184497"/>
                </a:lnTo>
                <a:lnTo>
                  <a:pt x="6484599" y="2180561"/>
                </a:lnTo>
                <a:lnTo>
                  <a:pt x="6480663" y="2168753"/>
                </a:lnTo>
                <a:lnTo>
                  <a:pt x="6476726" y="2168753"/>
                </a:lnTo>
                <a:lnTo>
                  <a:pt x="6468854" y="2168753"/>
                </a:lnTo>
                <a:lnTo>
                  <a:pt x="6466886" y="2168753"/>
                </a:lnTo>
                <a:lnTo>
                  <a:pt x="6460982" y="2164817"/>
                </a:lnTo>
                <a:lnTo>
                  <a:pt x="6460982" y="2156945"/>
                </a:lnTo>
                <a:lnTo>
                  <a:pt x="6466886" y="2153009"/>
                </a:lnTo>
                <a:lnTo>
                  <a:pt x="6468854" y="2149073"/>
                </a:lnTo>
                <a:lnTo>
                  <a:pt x="6480663" y="2153009"/>
                </a:lnTo>
                <a:lnTo>
                  <a:pt x="6496407" y="2149073"/>
                </a:lnTo>
                <a:lnTo>
                  <a:pt x="6508215" y="2145137"/>
                </a:lnTo>
                <a:lnTo>
                  <a:pt x="6518055" y="2139233"/>
                </a:lnTo>
                <a:lnTo>
                  <a:pt x="6514119" y="2135297"/>
                </a:lnTo>
                <a:lnTo>
                  <a:pt x="6512151" y="2127425"/>
                </a:lnTo>
                <a:lnTo>
                  <a:pt x="6500343" y="2115616"/>
                </a:lnTo>
                <a:lnTo>
                  <a:pt x="6500343" y="2107744"/>
                </a:lnTo>
                <a:lnTo>
                  <a:pt x="6492471" y="2099872"/>
                </a:lnTo>
                <a:lnTo>
                  <a:pt x="6480663" y="2093968"/>
                </a:lnTo>
                <a:lnTo>
                  <a:pt x="6468854" y="2093968"/>
                </a:lnTo>
                <a:lnTo>
                  <a:pt x="6466886" y="2095936"/>
                </a:lnTo>
                <a:lnTo>
                  <a:pt x="6460982" y="2099872"/>
                </a:lnTo>
                <a:lnTo>
                  <a:pt x="6459014" y="2107744"/>
                </a:lnTo>
                <a:lnTo>
                  <a:pt x="6455078" y="2093968"/>
                </a:lnTo>
                <a:lnTo>
                  <a:pt x="6466886" y="2082161"/>
                </a:lnTo>
                <a:lnTo>
                  <a:pt x="6464919" y="2082161"/>
                </a:lnTo>
                <a:lnTo>
                  <a:pt x="6455079" y="2092001"/>
                </a:lnTo>
                <a:lnTo>
                  <a:pt x="6459015" y="2080193"/>
                </a:lnTo>
                <a:lnTo>
                  <a:pt x="6459015" y="2068385"/>
                </a:lnTo>
                <a:lnTo>
                  <a:pt x="6451143" y="2064449"/>
                </a:lnTo>
                <a:lnTo>
                  <a:pt x="6443271" y="2062481"/>
                </a:lnTo>
                <a:lnTo>
                  <a:pt x="6435398" y="2058545"/>
                </a:lnTo>
                <a:lnTo>
                  <a:pt x="6429494" y="2058545"/>
                </a:lnTo>
                <a:lnTo>
                  <a:pt x="6421622" y="2050672"/>
                </a:lnTo>
                <a:lnTo>
                  <a:pt x="6417686" y="2042800"/>
                </a:lnTo>
                <a:lnTo>
                  <a:pt x="6413750" y="2027056"/>
                </a:lnTo>
                <a:lnTo>
                  <a:pt x="6398006" y="2013280"/>
                </a:lnTo>
                <a:lnTo>
                  <a:pt x="6394070" y="2003440"/>
                </a:lnTo>
                <a:lnTo>
                  <a:pt x="6394070" y="1993600"/>
                </a:lnTo>
                <a:lnTo>
                  <a:pt x="6398006" y="1993600"/>
                </a:lnTo>
                <a:lnTo>
                  <a:pt x="6405878" y="1999504"/>
                </a:lnTo>
                <a:lnTo>
                  <a:pt x="6413750" y="2003440"/>
                </a:lnTo>
                <a:lnTo>
                  <a:pt x="6417686" y="2003440"/>
                </a:lnTo>
                <a:lnTo>
                  <a:pt x="6421622" y="1993600"/>
                </a:lnTo>
                <a:lnTo>
                  <a:pt x="6417686" y="1991632"/>
                </a:lnTo>
                <a:lnTo>
                  <a:pt x="6417686" y="1987696"/>
                </a:lnTo>
                <a:lnTo>
                  <a:pt x="6417686" y="1979824"/>
                </a:lnTo>
                <a:lnTo>
                  <a:pt x="6439335" y="1969984"/>
                </a:lnTo>
                <a:lnTo>
                  <a:pt x="6462951" y="1968016"/>
                </a:lnTo>
                <a:lnTo>
                  <a:pt x="6470823" y="1966048"/>
                </a:lnTo>
                <a:lnTo>
                  <a:pt x="6470823" y="1958176"/>
                </a:lnTo>
                <a:lnTo>
                  <a:pt x="6470823" y="1942432"/>
                </a:lnTo>
                <a:lnTo>
                  <a:pt x="6470823" y="1934559"/>
                </a:lnTo>
                <a:lnTo>
                  <a:pt x="6474759" y="1930623"/>
                </a:lnTo>
                <a:lnTo>
                  <a:pt x="6474759" y="1922751"/>
                </a:lnTo>
                <a:lnTo>
                  <a:pt x="6470823" y="1916847"/>
                </a:lnTo>
                <a:lnTo>
                  <a:pt x="6470823" y="1912911"/>
                </a:lnTo>
                <a:lnTo>
                  <a:pt x="6466887" y="1908975"/>
                </a:lnTo>
                <a:lnTo>
                  <a:pt x="6455079" y="1908975"/>
                </a:lnTo>
                <a:lnTo>
                  <a:pt x="6443271" y="1908975"/>
                </a:lnTo>
                <a:lnTo>
                  <a:pt x="6439335" y="1905039"/>
                </a:lnTo>
                <a:lnTo>
                  <a:pt x="6435398" y="1901103"/>
                </a:lnTo>
                <a:close/>
                <a:moveTo>
                  <a:pt x="5179726" y="1889543"/>
                </a:moveTo>
                <a:lnTo>
                  <a:pt x="5183740" y="1891263"/>
                </a:lnTo>
                <a:lnTo>
                  <a:pt x="5184313" y="1890854"/>
                </a:lnTo>
                <a:close/>
                <a:moveTo>
                  <a:pt x="9290991" y="1887328"/>
                </a:moveTo>
                <a:lnTo>
                  <a:pt x="9296895" y="1887328"/>
                </a:lnTo>
                <a:lnTo>
                  <a:pt x="9298863" y="1895200"/>
                </a:lnTo>
                <a:lnTo>
                  <a:pt x="9287055" y="1907008"/>
                </a:lnTo>
                <a:lnTo>
                  <a:pt x="9275247" y="1908976"/>
                </a:lnTo>
                <a:lnTo>
                  <a:pt x="9275247" y="1901104"/>
                </a:lnTo>
                <a:close/>
                <a:moveTo>
                  <a:pt x="3217707" y="1887326"/>
                </a:moveTo>
                <a:lnTo>
                  <a:pt x="3225579" y="1887326"/>
                </a:lnTo>
                <a:lnTo>
                  <a:pt x="3225579" y="1895198"/>
                </a:lnTo>
                <a:lnTo>
                  <a:pt x="3217707" y="1899134"/>
                </a:lnTo>
                <a:lnTo>
                  <a:pt x="3209835" y="1908974"/>
                </a:lnTo>
                <a:lnTo>
                  <a:pt x="3205899" y="1908974"/>
                </a:lnTo>
                <a:lnTo>
                  <a:pt x="3209835" y="1895198"/>
                </a:lnTo>
                <a:close/>
                <a:moveTo>
                  <a:pt x="5215228" y="1877487"/>
                </a:moveTo>
                <a:lnTo>
                  <a:pt x="5195548" y="1881423"/>
                </a:lnTo>
                <a:lnTo>
                  <a:pt x="5186470" y="1887475"/>
                </a:lnTo>
                <a:lnTo>
                  <a:pt x="5186041" y="1889619"/>
                </a:lnTo>
                <a:lnTo>
                  <a:pt x="5197516" y="1881423"/>
                </a:lnTo>
                <a:lnTo>
                  <a:pt x="5215228" y="1877487"/>
                </a:lnTo>
                <a:lnTo>
                  <a:pt x="5215230" y="1877489"/>
                </a:lnTo>
                <a:close/>
                <a:moveTo>
                  <a:pt x="5347084" y="1875520"/>
                </a:moveTo>
                <a:lnTo>
                  <a:pt x="5341181" y="1885359"/>
                </a:lnTo>
                <a:lnTo>
                  <a:pt x="5319533" y="1881423"/>
                </a:lnTo>
                <a:lnTo>
                  <a:pt x="5301821" y="1893231"/>
                </a:lnTo>
                <a:lnTo>
                  <a:pt x="5272300" y="1897167"/>
                </a:lnTo>
                <a:lnTo>
                  <a:pt x="5250652" y="1897167"/>
                </a:lnTo>
                <a:lnTo>
                  <a:pt x="5250643" y="1897165"/>
                </a:lnTo>
                <a:lnTo>
                  <a:pt x="5250652" y="1897167"/>
                </a:lnTo>
                <a:lnTo>
                  <a:pt x="5242781" y="1905038"/>
                </a:lnTo>
                <a:lnTo>
                  <a:pt x="5250651" y="1899136"/>
                </a:lnTo>
                <a:lnTo>
                  <a:pt x="5274268" y="1899136"/>
                </a:lnTo>
                <a:lnTo>
                  <a:pt x="5301820" y="1895200"/>
                </a:lnTo>
                <a:lnTo>
                  <a:pt x="5319532" y="1883392"/>
                </a:lnTo>
                <a:lnTo>
                  <a:pt x="5341180" y="1887328"/>
                </a:lnTo>
                <a:close/>
                <a:moveTo>
                  <a:pt x="6291733" y="1863711"/>
                </a:moveTo>
                <a:lnTo>
                  <a:pt x="6291733" y="1863712"/>
                </a:lnTo>
                <a:lnTo>
                  <a:pt x="6329125" y="1871584"/>
                </a:lnTo>
                <a:lnTo>
                  <a:pt x="6337566" y="1880868"/>
                </a:lnTo>
                <a:lnTo>
                  <a:pt x="6329126" y="1869615"/>
                </a:lnTo>
                <a:close/>
                <a:moveTo>
                  <a:pt x="5717073" y="1863711"/>
                </a:moveTo>
                <a:lnTo>
                  <a:pt x="5717072" y="1863711"/>
                </a:lnTo>
                <a:lnTo>
                  <a:pt x="5712984" y="1865528"/>
                </a:lnTo>
                <a:lnTo>
                  <a:pt x="5718254" y="1863947"/>
                </a:lnTo>
                <a:close/>
                <a:moveTo>
                  <a:pt x="8307422" y="1859773"/>
                </a:moveTo>
                <a:lnTo>
                  <a:pt x="8295175" y="1873551"/>
                </a:lnTo>
                <a:lnTo>
                  <a:pt x="8275495" y="1863711"/>
                </a:lnTo>
                <a:lnTo>
                  <a:pt x="8275494" y="1863711"/>
                </a:lnTo>
                <a:lnTo>
                  <a:pt x="8295174" y="1875519"/>
                </a:lnTo>
                <a:close/>
                <a:moveTo>
                  <a:pt x="5530094" y="1857813"/>
                </a:moveTo>
                <a:lnTo>
                  <a:pt x="5510430" y="1863712"/>
                </a:lnTo>
                <a:lnTo>
                  <a:pt x="5482877" y="1863712"/>
                </a:lnTo>
                <a:lnTo>
                  <a:pt x="5475014" y="1859780"/>
                </a:lnTo>
                <a:lnTo>
                  <a:pt x="5482878" y="1865678"/>
                </a:lnTo>
                <a:lnTo>
                  <a:pt x="5510430" y="1865678"/>
                </a:lnTo>
                <a:close/>
                <a:moveTo>
                  <a:pt x="7515349" y="1857807"/>
                </a:moveTo>
                <a:lnTo>
                  <a:pt x="7527137" y="1873525"/>
                </a:lnTo>
                <a:lnTo>
                  <a:pt x="7515840" y="1857807"/>
                </a:lnTo>
                <a:close/>
                <a:moveTo>
                  <a:pt x="2316392" y="1855848"/>
                </a:moveTo>
                <a:lnTo>
                  <a:pt x="2345870" y="1863709"/>
                </a:lnTo>
                <a:lnTo>
                  <a:pt x="2373399" y="1875507"/>
                </a:lnTo>
                <a:lnTo>
                  <a:pt x="2347838" y="1863710"/>
                </a:lnTo>
                <a:close/>
                <a:moveTo>
                  <a:pt x="8310919" y="1855838"/>
                </a:moveTo>
                <a:lnTo>
                  <a:pt x="8309123" y="1857859"/>
                </a:lnTo>
                <a:lnTo>
                  <a:pt x="8354215" y="1871583"/>
                </a:lnTo>
                <a:lnTo>
                  <a:pt x="8365455" y="1901558"/>
                </a:lnTo>
                <a:lnTo>
                  <a:pt x="8366024" y="1901103"/>
                </a:lnTo>
                <a:lnTo>
                  <a:pt x="8356184" y="1869615"/>
                </a:lnTo>
                <a:close/>
                <a:moveTo>
                  <a:pt x="7389887" y="1851903"/>
                </a:moveTo>
                <a:lnTo>
                  <a:pt x="7389887" y="1851903"/>
                </a:lnTo>
                <a:lnTo>
                  <a:pt x="7401695" y="1893231"/>
                </a:lnTo>
                <a:lnTo>
                  <a:pt x="7382015" y="1908975"/>
                </a:lnTo>
                <a:lnTo>
                  <a:pt x="7401695" y="1893231"/>
                </a:lnTo>
                <a:close/>
                <a:moveTo>
                  <a:pt x="5778084" y="1847971"/>
                </a:moveTo>
                <a:lnTo>
                  <a:pt x="5795793" y="1871582"/>
                </a:lnTo>
                <a:lnTo>
                  <a:pt x="5803665" y="1905039"/>
                </a:lnTo>
                <a:lnTo>
                  <a:pt x="5815467" y="1916840"/>
                </a:lnTo>
                <a:lnTo>
                  <a:pt x="5805633" y="1905039"/>
                </a:lnTo>
                <a:lnTo>
                  <a:pt x="5797761" y="1871583"/>
                </a:lnTo>
                <a:close/>
                <a:moveTo>
                  <a:pt x="8249911" y="1845998"/>
                </a:moveTo>
                <a:lnTo>
                  <a:pt x="8249910" y="1845999"/>
                </a:lnTo>
                <a:lnTo>
                  <a:pt x="8249910" y="1863711"/>
                </a:lnTo>
                <a:lnTo>
                  <a:pt x="8263686" y="1875519"/>
                </a:lnTo>
                <a:lnTo>
                  <a:pt x="8275491" y="1863714"/>
                </a:lnTo>
                <a:lnTo>
                  <a:pt x="8263687" y="1873551"/>
                </a:lnTo>
                <a:lnTo>
                  <a:pt x="8249911" y="1863711"/>
                </a:lnTo>
                <a:close/>
                <a:moveTo>
                  <a:pt x="5360861" y="1844031"/>
                </a:moveTo>
                <a:lnTo>
                  <a:pt x="5341181" y="1855839"/>
                </a:lnTo>
                <a:lnTo>
                  <a:pt x="5347083" y="1875512"/>
                </a:lnTo>
                <a:lnTo>
                  <a:pt x="5343148" y="1855839"/>
                </a:lnTo>
                <a:lnTo>
                  <a:pt x="5360860" y="1844031"/>
                </a:lnTo>
                <a:close/>
                <a:moveTo>
                  <a:pt x="2288799" y="1840094"/>
                </a:moveTo>
                <a:lnTo>
                  <a:pt x="2316329" y="1855825"/>
                </a:lnTo>
                <a:lnTo>
                  <a:pt x="2290765" y="1840094"/>
                </a:lnTo>
                <a:close/>
                <a:moveTo>
                  <a:pt x="9324448" y="1838127"/>
                </a:moveTo>
                <a:lnTo>
                  <a:pt x="9326416" y="1845999"/>
                </a:lnTo>
                <a:lnTo>
                  <a:pt x="9322480" y="1849935"/>
                </a:lnTo>
                <a:lnTo>
                  <a:pt x="9320512" y="1847967"/>
                </a:lnTo>
                <a:lnTo>
                  <a:pt x="9322480" y="1844031"/>
                </a:lnTo>
                <a:close/>
                <a:moveTo>
                  <a:pt x="5429725" y="1836152"/>
                </a:moveTo>
                <a:lnTo>
                  <a:pt x="5429741" y="1836159"/>
                </a:lnTo>
                <a:lnTo>
                  <a:pt x="5435645" y="1855839"/>
                </a:lnTo>
                <a:lnTo>
                  <a:pt x="5447453" y="1855839"/>
                </a:lnTo>
                <a:lnTo>
                  <a:pt x="5451389" y="1875520"/>
                </a:lnTo>
                <a:lnTo>
                  <a:pt x="5437628" y="1883383"/>
                </a:lnTo>
                <a:lnTo>
                  <a:pt x="5453357" y="1875518"/>
                </a:lnTo>
                <a:lnTo>
                  <a:pt x="5449421" y="1855838"/>
                </a:lnTo>
                <a:lnTo>
                  <a:pt x="5459262" y="1855838"/>
                </a:lnTo>
                <a:lnTo>
                  <a:pt x="5459262" y="1855837"/>
                </a:lnTo>
                <a:lnTo>
                  <a:pt x="5459262" y="1855838"/>
                </a:lnTo>
                <a:lnTo>
                  <a:pt x="5435645" y="1855838"/>
                </a:lnTo>
                <a:lnTo>
                  <a:pt x="5429741" y="1836158"/>
                </a:lnTo>
                <a:close/>
                <a:moveTo>
                  <a:pt x="8804888" y="1832240"/>
                </a:moveTo>
                <a:lnTo>
                  <a:pt x="8793084" y="1887327"/>
                </a:lnTo>
                <a:lnTo>
                  <a:pt x="8779024" y="1899981"/>
                </a:lnTo>
                <a:lnTo>
                  <a:pt x="8795051" y="1889296"/>
                </a:lnTo>
                <a:close/>
                <a:moveTo>
                  <a:pt x="5486441" y="1819006"/>
                </a:moveTo>
                <a:lnTo>
                  <a:pt x="5478942" y="1830254"/>
                </a:lnTo>
                <a:lnTo>
                  <a:pt x="5478932" y="1830264"/>
                </a:lnTo>
                <a:lnTo>
                  <a:pt x="5478941" y="1830256"/>
                </a:lnTo>
                <a:close/>
                <a:moveTo>
                  <a:pt x="9348064" y="1810575"/>
                </a:moveTo>
                <a:lnTo>
                  <a:pt x="9355936" y="1810575"/>
                </a:lnTo>
                <a:lnTo>
                  <a:pt x="9355936" y="1816479"/>
                </a:lnTo>
                <a:lnTo>
                  <a:pt x="9348064" y="1822383"/>
                </a:lnTo>
                <a:lnTo>
                  <a:pt x="9344128" y="1822383"/>
                </a:lnTo>
                <a:lnTo>
                  <a:pt x="9344128" y="1816479"/>
                </a:lnTo>
                <a:close/>
                <a:moveTo>
                  <a:pt x="8119908" y="1800751"/>
                </a:moveTo>
                <a:lnTo>
                  <a:pt x="8078417" y="1806409"/>
                </a:lnTo>
                <a:lnTo>
                  <a:pt x="8078693" y="1806638"/>
                </a:lnTo>
                <a:close/>
                <a:moveTo>
                  <a:pt x="8152396" y="1798831"/>
                </a:moveTo>
                <a:lnTo>
                  <a:pt x="8120033" y="1800734"/>
                </a:lnTo>
                <a:lnTo>
                  <a:pt x="8149541" y="1800734"/>
                </a:lnTo>
                <a:close/>
                <a:moveTo>
                  <a:pt x="7462697" y="1796805"/>
                </a:moveTo>
                <a:lnTo>
                  <a:pt x="7448929" y="1810574"/>
                </a:lnTo>
                <a:lnTo>
                  <a:pt x="7450896" y="1810574"/>
                </a:lnTo>
                <a:close/>
                <a:moveTo>
                  <a:pt x="3162602" y="1790894"/>
                </a:moveTo>
                <a:lnTo>
                  <a:pt x="3176378" y="1790894"/>
                </a:lnTo>
                <a:lnTo>
                  <a:pt x="3217707" y="1826318"/>
                </a:lnTo>
                <a:lnTo>
                  <a:pt x="3209835" y="1832222"/>
                </a:lnTo>
                <a:lnTo>
                  <a:pt x="3184250" y="1828286"/>
                </a:lnTo>
                <a:lnTo>
                  <a:pt x="3162602" y="1818446"/>
                </a:lnTo>
                <a:lnTo>
                  <a:pt x="3150793" y="1802702"/>
                </a:lnTo>
                <a:close/>
                <a:moveTo>
                  <a:pt x="5109066" y="1783449"/>
                </a:moveTo>
                <a:lnTo>
                  <a:pt x="5122408" y="1788786"/>
                </a:lnTo>
                <a:lnTo>
                  <a:pt x="5120763" y="1786958"/>
                </a:lnTo>
                <a:close/>
                <a:moveTo>
                  <a:pt x="8029523" y="1781067"/>
                </a:moveTo>
                <a:lnTo>
                  <a:pt x="8066884" y="1796798"/>
                </a:lnTo>
                <a:lnTo>
                  <a:pt x="8064917" y="1794831"/>
                </a:lnTo>
                <a:close/>
                <a:moveTo>
                  <a:pt x="9369712" y="1781055"/>
                </a:moveTo>
                <a:lnTo>
                  <a:pt x="9369712" y="1790895"/>
                </a:lnTo>
                <a:lnTo>
                  <a:pt x="9363808" y="1798767"/>
                </a:lnTo>
                <a:lnTo>
                  <a:pt x="9357904" y="1798767"/>
                </a:lnTo>
                <a:lnTo>
                  <a:pt x="9359872" y="1784991"/>
                </a:lnTo>
                <a:close/>
                <a:moveTo>
                  <a:pt x="5148315" y="1769246"/>
                </a:moveTo>
                <a:lnTo>
                  <a:pt x="5138475" y="1777118"/>
                </a:lnTo>
                <a:lnTo>
                  <a:pt x="5138475" y="1804656"/>
                </a:lnTo>
                <a:lnTo>
                  <a:pt x="5140443" y="1806624"/>
                </a:lnTo>
                <a:lnTo>
                  <a:pt x="5140443" y="1788926"/>
                </a:lnTo>
                <a:lnTo>
                  <a:pt x="5140443" y="1777118"/>
                </a:lnTo>
                <a:lnTo>
                  <a:pt x="5148315" y="1769246"/>
                </a:lnTo>
                <a:lnTo>
                  <a:pt x="5154219" y="1784990"/>
                </a:lnTo>
                <a:lnTo>
                  <a:pt x="5158154" y="1810564"/>
                </a:lnTo>
                <a:lnTo>
                  <a:pt x="5154219" y="1783022"/>
                </a:lnTo>
                <a:lnTo>
                  <a:pt x="5148315" y="1769246"/>
                </a:lnTo>
                <a:close/>
                <a:moveTo>
                  <a:pt x="5453358" y="1761374"/>
                </a:moveTo>
                <a:lnTo>
                  <a:pt x="5494686" y="1798766"/>
                </a:lnTo>
                <a:lnTo>
                  <a:pt x="5508462" y="1800734"/>
                </a:lnTo>
                <a:lnTo>
                  <a:pt x="5504526" y="1814510"/>
                </a:lnTo>
                <a:lnTo>
                  <a:pt x="5486814" y="1818446"/>
                </a:lnTo>
                <a:lnTo>
                  <a:pt x="5486813" y="1818447"/>
                </a:lnTo>
                <a:lnTo>
                  <a:pt x="5506494" y="1814511"/>
                </a:lnTo>
                <a:lnTo>
                  <a:pt x="5510430" y="1798767"/>
                </a:lnTo>
                <a:lnTo>
                  <a:pt x="5532078" y="1810575"/>
                </a:lnTo>
                <a:lnTo>
                  <a:pt x="5591118" y="1802703"/>
                </a:lnTo>
                <a:lnTo>
                  <a:pt x="5608830" y="1818447"/>
                </a:lnTo>
                <a:lnTo>
                  <a:pt x="5600958" y="1840096"/>
                </a:lnTo>
                <a:lnTo>
                  <a:pt x="5589160" y="1845995"/>
                </a:lnTo>
                <a:lnTo>
                  <a:pt x="5600959" y="1842062"/>
                </a:lnTo>
                <a:lnTo>
                  <a:pt x="5621378" y="1862481"/>
                </a:lnTo>
                <a:lnTo>
                  <a:pt x="5621443" y="1862441"/>
                </a:lnTo>
                <a:lnTo>
                  <a:pt x="5600959" y="1840095"/>
                </a:lnTo>
                <a:lnTo>
                  <a:pt x="5608831" y="1818446"/>
                </a:lnTo>
                <a:lnTo>
                  <a:pt x="5620638" y="1806639"/>
                </a:lnTo>
                <a:lnTo>
                  <a:pt x="5608832" y="1816478"/>
                </a:lnTo>
                <a:lnTo>
                  <a:pt x="5591120" y="1802702"/>
                </a:lnTo>
                <a:lnTo>
                  <a:pt x="5532079" y="1810574"/>
                </a:lnTo>
                <a:lnTo>
                  <a:pt x="5510431" y="1798766"/>
                </a:lnTo>
                <a:lnTo>
                  <a:pt x="5496655" y="1798766"/>
                </a:lnTo>
                <a:close/>
                <a:moveTo>
                  <a:pt x="8222378" y="1757454"/>
                </a:moveTo>
                <a:lnTo>
                  <a:pt x="8251878" y="1781054"/>
                </a:lnTo>
                <a:lnTo>
                  <a:pt x="8253591" y="1780864"/>
                </a:lnTo>
                <a:close/>
                <a:moveTo>
                  <a:pt x="6016211" y="1755471"/>
                </a:moveTo>
                <a:lnTo>
                  <a:pt x="6014969" y="1755523"/>
                </a:lnTo>
                <a:lnTo>
                  <a:pt x="6030629" y="1767268"/>
                </a:lnTo>
                <a:close/>
                <a:moveTo>
                  <a:pt x="4949545" y="1755470"/>
                </a:moveTo>
                <a:lnTo>
                  <a:pt x="4953481" y="1757438"/>
                </a:lnTo>
                <a:lnTo>
                  <a:pt x="4945609" y="1761374"/>
                </a:lnTo>
                <a:lnTo>
                  <a:pt x="4943641" y="1757438"/>
                </a:lnTo>
                <a:close/>
                <a:moveTo>
                  <a:pt x="8200710" y="1753503"/>
                </a:moveTo>
                <a:lnTo>
                  <a:pt x="8200514" y="1753797"/>
                </a:lnTo>
                <a:lnTo>
                  <a:pt x="8222292" y="1757427"/>
                </a:lnTo>
                <a:close/>
                <a:moveTo>
                  <a:pt x="1332344" y="1749566"/>
                </a:moveTo>
                <a:lnTo>
                  <a:pt x="1352024" y="1749566"/>
                </a:lnTo>
                <a:lnTo>
                  <a:pt x="1369736" y="1773182"/>
                </a:lnTo>
                <a:lnTo>
                  <a:pt x="1403193" y="1784990"/>
                </a:lnTo>
                <a:lnTo>
                  <a:pt x="1416969" y="1784990"/>
                </a:lnTo>
                <a:lnTo>
                  <a:pt x="1428777" y="1792863"/>
                </a:lnTo>
                <a:lnTo>
                  <a:pt x="1432713" y="1806639"/>
                </a:lnTo>
                <a:lnTo>
                  <a:pt x="1452393" y="1826319"/>
                </a:lnTo>
                <a:lnTo>
                  <a:pt x="1466169" y="1834191"/>
                </a:lnTo>
                <a:lnTo>
                  <a:pt x="1474042" y="1851903"/>
                </a:lnTo>
                <a:lnTo>
                  <a:pt x="1464201" y="1855839"/>
                </a:lnTo>
                <a:lnTo>
                  <a:pt x="1448457" y="1847967"/>
                </a:lnTo>
                <a:lnTo>
                  <a:pt x="1432713" y="1847967"/>
                </a:lnTo>
                <a:lnTo>
                  <a:pt x="1415001" y="1838127"/>
                </a:lnTo>
                <a:lnTo>
                  <a:pt x="1393352" y="1814511"/>
                </a:lnTo>
                <a:lnTo>
                  <a:pt x="1381544" y="1802703"/>
                </a:lnTo>
                <a:lnTo>
                  <a:pt x="1369736" y="1802703"/>
                </a:lnTo>
                <a:lnTo>
                  <a:pt x="1357928" y="1792863"/>
                </a:lnTo>
                <a:lnTo>
                  <a:pt x="1348088" y="1792863"/>
                </a:lnTo>
                <a:lnTo>
                  <a:pt x="1332344" y="1757438"/>
                </a:lnTo>
                <a:close/>
                <a:moveTo>
                  <a:pt x="5961714" y="1748964"/>
                </a:moveTo>
                <a:lnTo>
                  <a:pt x="5967010" y="1757438"/>
                </a:lnTo>
                <a:lnTo>
                  <a:pt x="5968841" y="1757279"/>
                </a:lnTo>
                <a:close/>
                <a:moveTo>
                  <a:pt x="7637857" y="1747599"/>
                </a:moveTo>
                <a:lnTo>
                  <a:pt x="7636028" y="1747729"/>
                </a:lnTo>
                <a:lnTo>
                  <a:pt x="7653596" y="1764321"/>
                </a:lnTo>
                <a:close/>
                <a:moveTo>
                  <a:pt x="6317317" y="1745631"/>
                </a:moveTo>
                <a:lnTo>
                  <a:pt x="6315689" y="1746038"/>
                </a:lnTo>
                <a:lnTo>
                  <a:pt x="6321609" y="1753141"/>
                </a:lnTo>
                <a:close/>
                <a:moveTo>
                  <a:pt x="5128636" y="1739726"/>
                </a:moveTo>
                <a:lnTo>
                  <a:pt x="5134539" y="1747597"/>
                </a:lnTo>
                <a:lnTo>
                  <a:pt x="5134539" y="1744154"/>
                </a:lnTo>
                <a:close/>
                <a:moveTo>
                  <a:pt x="5136508" y="1739723"/>
                </a:moveTo>
                <a:lnTo>
                  <a:pt x="5136507" y="1739725"/>
                </a:lnTo>
                <a:lnTo>
                  <a:pt x="5136507" y="1742086"/>
                </a:lnTo>
                <a:lnTo>
                  <a:pt x="5144379" y="1751534"/>
                </a:lnTo>
                <a:lnTo>
                  <a:pt x="5148315" y="1769244"/>
                </a:lnTo>
                <a:lnTo>
                  <a:pt x="5144379" y="1749566"/>
                </a:lnTo>
                <a:lnTo>
                  <a:pt x="5136507" y="1739726"/>
                </a:lnTo>
                <a:close/>
                <a:moveTo>
                  <a:pt x="8344376" y="1737758"/>
                </a:moveTo>
                <a:lnTo>
                  <a:pt x="8344375" y="1737759"/>
                </a:lnTo>
                <a:lnTo>
                  <a:pt x="8348017" y="1759611"/>
                </a:lnTo>
                <a:lnTo>
                  <a:pt x="8348312" y="1759406"/>
                </a:lnTo>
                <a:close/>
                <a:moveTo>
                  <a:pt x="9395296" y="1737758"/>
                </a:moveTo>
                <a:lnTo>
                  <a:pt x="9399232" y="1737758"/>
                </a:lnTo>
                <a:lnTo>
                  <a:pt x="9395296" y="1759406"/>
                </a:lnTo>
                <a:lnTo>
                  <a:pt x="9381520" y="1763342"/>
                </a:lnTo>
                <a:lnTo>
                  <a:pt x="9373648" y="1757438"/>
                </a:lnTo>
                <a:lnTo>
                  <a:pt x="9385456" y="1747598"/>
                </a:lnTo>
                <a:close/>
                <a:moveTo>
                  <a:pt x="7740194" y="1720046"/>
                </a:moveTo>
                <a:lnTo>
                  <a:pt x="7740194" y="1720046"/>
                </a:lnTo>
                <a:lnTo>
                  <a:pt x="7740196" y="1720050"/>
                </a:lnTo>
                <a:close/>
                <a:moveTo>
                  <a:pt x="3392863" y="1720044"/>
                </a:moveTo>
                <a:lnTo>
                  <a:pt x="3349566" y="1794828"/>
                </a:lnTo>
                <a:lnTo>
                  <a:pt x="3353502" y="1806637"/>
                </a:lnTo>
                <a:lnTo>
                  <a:pt x="3369247" y="1786956"/>
                </a:lnTo>
                <a:lnTo>
                  <a:pt x="3384991" y="1790892"/>
                </a:lnTo>
                <a:lnTo>
                  <a:pt x="3381055" y="1810573"/>
                </a:lnTo>
                <a:lnTo>
                  <a:pt x="3396799" y="1810573"/>
                </a:lnTo>
                <a:lnTo>
                  <a:pt x="3396799" y="1822381"/>
                </a:lnTo>
                <a:lnTo>
                  <a:pt x="3418447" y="1814509"/>
                </a:lnTo>
                <a:lnTo>
                  <a:pt x="3442064" y="1818445"/>
                </a:lnTo>
                <a:lnTo>
                  <a:pt x="3438128" y="1855837"/>
                </a:lnTo>
                <a:lnTo>
                  <a:pt x="3469616" y="1847965"/>
                </a:lnTo>
                <a:lnTo>
                  <a:pt x="3465680" y="1871581"/>
                </a:lnTo>
                <a:lnTo>
                  <a:pt x="3453872" y="1875517"/>
                </a:lnTo>
                <a:lnTo>
                  <a:pt x="3473552" y="1887325"/>
                </a:lnTo>
                <a:lnTo>
                  <a:pt x="3469616" y="1936525"/>
                </a:lnTo>
                <a:lnTo>
                  <a:pt x="3449936" y="1936525"/>
                </a:lnTo>
                <a:lnTo>
                  <a:pt x="3446000" y="1924717"/>
                </a:lnTo>
                <a:lnTo>
                  <a:pt x="3430256" y="1920781"/>
                </a:lnTo>
                <a:lnTo>
                  <a:pt x="3434191" y="1910941"/>
                </a:lnTo>
                <a:lnTo>
                  <a:pt x="3430256" y="1895197"/>
                </a:lnTo>
                <a:lnTo>
                  <a:pt x="3414512" y="1914877"/>
                </a:lnTo>
                <a:lnTo>
                  <a:pt x="3404671" y="1910941"/>
                </a:lnTo>
                <a:lnTo>
                  <a:pt x="3400735" y="1891261"/>
                </a:lnTo>
                <a:lnTo>
                  <a:pt x="3381055" y="1899133"/>
                </a:lnTo>
                <a:lnTo>
                  <a:pt x="3373183" y="1887325"/>
                </a:lnTo>
                <a:lnTo>
                  <a:pt x="3349566" y="1895197"/>
                </a:lnTo>
                <a:lnTo>
                  <a:pt x="3329886" y="1891261"/>
                </a:lnTo>
                <a:lnTo>
                  <a:pt x="3292494" y="1895197"/>
                </a:lnTo>
                <a:lnTo>
                  <a:pt x="3276750" y="1879453"/>
                </a:lnTo>
                <a:lnTo>
                  <a:pt x="3296430" y="1859773"/>
                </a:lnTo>
                <a:lnTo>
                  <a:pt x="3280685" y="1859773"/>
                </a:lnTo>
                <a:lnTo>
                  <a:pt x="3280685" y="1851901"/>
                </a:lnTo>
                <a:lnTo>
                  <a:pt x="3304301" y="1842061"/>
                </a:lnTo>
                <a:lnTo>
                  <a:pt x="3308238" y="1830253"/>
                </a:lnTo>
                <a:lnTo>
                  <a:pt x="3320046" y="1818445"/>
                </a:lnTo>
                <a:lnTo>
                  <a:pt x="3322014" y="1790892"/>
                </a:lnTo>
                <a:lnTo>
                  <a:pt x="3341694" y="1757436"/>
                </a:lnTo>
                <a:lnTo>
                  <a:pt x="3361375" y="1725948"/>
                </a:lnTo>
                <a:close/>
                <a:moveTo>
                  <a:pt x="5146347" y="1712173"/>
                </a:moveTo>
                <a:lnTo>
                  <a:pt x="5146347" y="1712174"/>
                </a:lnTo>
                <a:lnTo>
                  <a:pt x="5146347" y="1712173"/>
                </a:lnTo>
                <a:close/>
                <a:moveTo>
                  <a:pt x="35424" y="1706270"/>
                </a:moveTo>
                <a:lnTo>
                  <a:pt x="59040" y="1706270"/>
                </a:lnTo>
                <a:lnTo>
                  <a:pt x="59040" y="1714142"/>
                </a:lnTo>
                <a:lnTo>
                  <a:pt x="31488" y="1714142"/>
                </a:lnTo>
                <a:close/>
                <a:moveTo>
                  <a:pt x="6445240" y="1702334"/>
                </a:moveTo>
                <a:lnTo>
                  <a:pt x="6455073" y="1707953"/>
                </a:lnTo>
                <a:lnTo>
                  <a:pt x="6447207" y="1702334"/>
                </a:lnTo>
                <a:close/>
                <a:moveTo>
                  <a:pt x="6673529" y="1700365"/>
                </a:moveTo>
                <a:lnTo>
                  <a:pt x="6673529" y="1702334"/>
                </a:lnTo>
                <a:lnTo>
                  <a:pt x="6685561" y="1709991"/>
                </a:lnTo>
                <a:close/>
                <a:moveTo>
                  <a:pt x="7848435" y="1696430"/>
                </a:moveTo>
                <a:lnTo>
                  <a:pt x="7897635" y="1761374"/>
                </a:lnTo>
                <a:lnTo>
                  <a:pt x="7899145" y="1760793"/>
                </a:lnTo>
                <a:close/>
                <a:moveTo>
                  <a:pt x="5146356" y="1696423"/>
                </a:moveTo>
                <a:lnTo>
                  <a:pt x="5146347" y="1696428"/>
                </a:lnTo>
                <a:lnTo>
                  <a:pt x="5142411" y="1704301"/>
                </a:lnTo>
                <a:lnTo>
                  <a:pt x="5144074" y="1707627"/>
                </a:lnTo>
                <a:lnTo>
                  <a:pt x="5142411" y="1704301"/>
                </a:lnTo>
                <a:lnTo>
                  <a:pt x="5146347" y="1696429"/>
                </a:lnTo>
                <a:close/>
                <a:moveTo>
                  <a:pt x="8568775" y="1692578"/>
                </a:moveTo>
                <a:lnTo>
                  <a:pt x="8590378" y="1733821"/>
                </a:lnTo>
                <a:lnTo>
                  <a:pt x="8595688" y="1769223"/>
                </a:lnTo>
                <a:lnTo>
                  <a:pt x="8592345" y="1735790"/>
                </a:lnTo>
                <a:close/>
                <a:moveTo>
                  <a:pt x="23616" y="1692494"/>
                </a:moveTo>
                <a:lnTo>
                  <a:pt x="35424" y="1692494"/>
                </a:lnTo>
                <a:lnTo>
                  <a:pt x="31488" y="1700366"/>
                </a:lnTo>
                <a:lnTo>
                  <a:pt x="11808" y="1714142"/>
                </a:lnTo>
                <a:lnTo>
                  <a:pt x="0" y="1714142"/>
                </a:lnTo>
                <a:lnTo>
                  <a:pt x="3936" y="1704302"/>
                </a:lnTo>
                <a:lnTo>
                  <a:pt x="23616" y="1696430"/>
                </a:lnTo>
                <a:close/>
                <a:moveTo>
                  <a:pt x="1243783" y="1682652"/>
                </a:moveTo>
                <a:lnTo>
                  <a:pt x="1251655" y="1684620"/>
                </a:lnTo>
                <a:lnTo>
                  <a:pt x="1259527" y="1688555"/>
                </a:lnTo>
                <a:lnTo>
                  <a:pt x="1257559" y="1692491"/>
                </a:lnTo>
                <a:lnTo>
                  <a:pt x="1247719" y="1688555"/>
                </a:lnTo>
                <a:close/>
                <a:moveTo>
                  <a:pt x="5922175" y="1678394"/>
                </a:moveTo>
                <a:lnTo>
                  <a:pt x="5933554" y="1722013"/>
                </a:lnTo>
                <a:lnTo>
                  <a:pt x="5935132" y="1722487"/>
                </a:lnTo>
                <a:lnTo>
                  <a:pt x="5923714" y="1678718"/>
                </a:lnTo>
                <a:close/>
                <a:moveTo>
                  <a:pt x="5886322" y="1670846"/>
                </a:moveTo>
                <a:lnTo>
                  <a:pt x="5885851" y="1671081"/>
                </a:lnTo>
                <a:lnTo>
                  <a:pt x="5892207" y="1672085"/>
                </a:lnTo>
                <a:close/>
                <a:moveTo>
                  <a:pt x="1231975" y="1666908"/>
                </a:moveTo>
                <a:lnTo>
                  <a:pt x="1243783" y="1666908"/>
                </a:lnTo>
                <a:lnTo>
                  <a:pt x="1243783" y="1670844"/>
                </a:lnTo>
                <a:lnTo>
                  <a:pt x="1231975" y="1670844"/>
                </a:lnTo>
                <a:lnTo>
                  <a:pt x="1228039" y="1670844"/>
                </a:lnTo>
                <a:close/>
                <a:moveTo>
                  <a:pt x="5168851" y="1660748"/>
                </a:moveTo>
                <a:lnTo>
                  <a:pt x="5169963" y="1662972"/>
                </a:lnTo>
                <a:lnTo>
                  <a:pt x="5169963" y="1680685"/>
                </a:lnTo>
                <a:lnTo>
                  <a:pt x="5169964" y="1680685"/>
                </a:lnTo>
                <a:lnTo>
                  <a:pt x="5169964" y="1662973"/>
                </a:lnTo>
                <a:close/>
                <a:moveTo>
                  <a:pt x="5372669" y="1659037"/>
                </a:moveTo>
                <a:lnTo>
                  <a:pt x="5398253" y="1729885"/>
                </a:lnTo>
                <a:lnTo>
                  <a:pt x="5370708" y="1733820"/>
                </a:lnTo>
                <a:lnTo>
                  <a:pt x="5398253" y="1731853"/>
                </a:lnTo>
                <a:lnTo>
                  <a:pt x="5413997" y="1737757"/>
                </a:lnTo>
                <a:lnTo>
                  <a:pt x="5433677" y="1765309"/>
                </a:lnTo>
                <a:lnTo>
                  <a:pt x="5435400" y="1764965"/>
                </a:lnTo>
                <a:lnTo>
                  <a:pt x="5415966" y="1737758"/>
                </a:lnTo>
                <a:lnTo>
                  <a:pt x="5400222" y="1729885"/>
                </a:lnTo>
                <a:close/>
                <a:moveTo>
                  <a:pt x="6683369" y="1655101"/>
                </a:moveTo>
                <a:lnTo>
                  <a:pt x="6683369" y="1655102"/>
                </a:lnTo>
                <a:lnTo>
                  <a:pt x="6683379" y="1655108"/>
                </a:lnTo>
                <a:close/>
                <a:moveTo>
                  <a:pt x="5166029" y="1655095"/>
                </a:moveTo>
                <a:lnTo>
                  <a:pt x="5166027" y="1655100"/>
                </a:lnTo>
                <a:lnTo>
                  <a:pt x="5166027" y="1655100"/>
                </a:lnTo>
                <a:close/>
                <a:moveTo>
                  <a:pt x="8393576" y="1651164"/>
                </a:moveTo>
                <a:lnTo>
                  <a:pt x="8376092" y="1654661"/>
                </a:lnTo>
                <a:lnTo>
                  <a:pt x="8375863" y="1655102"/>
                </a:lnTo>
                <a:lnTo>
                  <a:pt x="8393575" y="1651166"/>
                </a:lnTo>
                <a:lnTo>
                  <a:pt x="8393575" y="1672813"/>
                </a:lnTo>
                <a:lnTo>
                  <a:pt x="8393576" y="1672813"/>
                </a:lnTo>
                <a:close/>
                <a:moveTo>
                  <a:pt x="1228039" y="1647229"/>
                </a:moveTo>
                <a:lnTo>
                  <a:pt x="1239847" y="1651164"/>
                </a:lnTo>
                <a:lnTo>
                  <a:pt x="1239847" y="1657068"/>
                </a:lnTo>
                <a:lnTo>
                  <a:pt x="1228039" y="1657068"/>
                </a:lnTo>
                <a:lnTo>
                  <a:pt x="1220167" y="1651164"/>
                </a:lnTo>
                <a:close/>
                <a:moveTo>
                  <a:pt x="2664691" y="1643292"/>
                </a:moveTo>
                <a:lnTo>
                  <a:pt x="2676500" y="1643292"/>
                </a:lnTo>
                <a:lnTo>
                  <a:pt x="2684372" y="1655100"/>
                </a:lnTo>
                <a:lnTo>
                  <a:pt x="2684372" y="1666908"/>
                </a:lnTo>
                <a:lnTo>
                  <a:pt x="2672564" y="1666908"/>
                </a:lnTo>
                <a:lnTo>
                  <a:pt x="2666660" y="1659036"/>
                </a:lnTo>
                <a:lnTo>
                  <a:pt x="2656820" y="1655100"/>
                </a:lnTo>
                <a:lnTo>
                  <a:pt x="2656820" y="1647228"/>
                </a:lnTo>
                <a:close/>
                <a:moveTo>
                  <a:pt x="200738" y="1641326"/>
                </a:moveTo>
                <a:lnTo>
                  <a:pt x="212546" y="1643294"/>
                </a:lnTo>
                <a:lnTo>
                  <a:pt x="184994" y="1666910"/>
                </a:lnTo>
                <a:lnTo>
                  <a:pt x="181058" y="1662974"/>
                </a:lnTo>
                <a:lnTo>
                  <a:pt x="188930" y="1651166"/>
                </a:lnTo>
                <a:lnTo>
                  <a:pt x="188930" y="1643294"/>
                </a:lnTo>
                <a:close/>
                <a:moveTo>
                  <a:pt x="1277239" y="1633454"/>
                </a:moveTo>
                <a:lnTo>
                  <a:pt x="1285112" y="1635422"/>
                </a:lnTo>
                <a:lnTo>
                  <a:pt x="1292983" y="1639357"/>
                </a:lnTo>
                <a:lnTo>
                  <a:pt x="1289048" y="1643293"/>
                </a:lnTo>
                <a:lnTo>
                  <a:pt x="1273304" y="1635422"/>
                </a:lnTo>
                <a:close/>
                <a:moveTo>
                  <a:pt x="6710921" y="1625581"/>
                </a:moveTo>
                <a:lnTo>
                  <a:pt x="6685337" y="1629517"/>
                </a:lnTo>
                <a:lnTo>
                  <a:pt x="6685337" y="1629517"/>
                </a:lnTo>
                <a:lnTo>
                  <a:pt x="6710921" y="1625581"/>
                </a:lnTo>
                <a:close/>
                <a:moveTo>
                  <a:pt x="246003" y="1621645"/>
                </a:moveTo>
                <a:lnTo>
                  <a:pt x="249939" y="1625581"/>
                </a:lnTo>
                <a:lnTo>
                  <a:pt x="253875" y="1627549"/>
                </a:lnTo>
                <a:lnTo>
                  <a:pt x="230259" y="1643293"/>
                </a:lnTo>
                <a:lnTo>
                  <a:pt x="222387" y="1643293"/>
                </a:lnTo>
                <a:lnTo>
                  <a:pt x="222387" y="1639357"/>
                </a:lnTo>
                <a:close/>
                <a:moveTo>
                  <a:pt x="5886318" y="1621641"/>
                </a:moveTo>
                <a:lnTo>
                  <a:pt x="5886321" y="1621645"/>
                </a:lnTo>
                <a:lnTo>
                  <a:pt x="5882385" y="1641325"/>
                </a:lnTo>
                <a:lnTo>
                  <a:pt x="5866641" y="1641325"/>
                </a:lnTo>
                <a:lnTo>
                  <a:pt x="5856801" y="1633453"/>
                </a:lnTo>
                <a:lnTo>
                  <a:pt x="5841057" y="1633453"/>
                </a:lnTo>
                <a:lnTo>
                  <a:pt x="5844993" y="1651165"/>
                </a:lnTo>
                <a:lnTo>
                  <a:pt x="5844993" y="1651166"/>
                </a:lnTo>
                <a:lnTo>
                  <a:pt x="5841057" y="1633454"/>
                </a:lnTo>
                <a:lnTo>
                  <a:pt x="5856801" y="1633454"/>
                </a:lnTo>
                <a:lnTo>
                  <a:pt x="5866641" y="1641326"/>
                </a:lnTo>
                <a:lnTo>
                  <a:pt x="5882386" y="1641326"/>
                </a:lnTo>
                <a:lnTo>
                  <a:pt x="5886322" y="1621645"/>
                </a:lnTo>
                <a:close/>
                <a:moveTo>
                  <a:pt x="1265432" y="1605900"/>
                </a:moveTo>
                <a:lnTo>
                  <a:pt x="1273304" y="1609836"/>
                </a:lnTo>
                <a:lnTo>
                  <a:pt x="1273304" y="1617708"/>
                </a:lnTo>
                <a:lnTo>
                  <a:pt x="1265432" y="1613772"/>
                </a:lnTo>
                <a:lnTo>
                  <a:pt x="1261496" y="1613772"/>
                </a:lnTo>
                <a:close/>
                <a:moveTo>
                  <a:pt x="1218200" y="1601964"/>
                </a:moveTo>
                <a:lnTo>
                  <a:pt x="1222136" y="1605900"/>
                </a:lnTo>
                <a:lnTo>
                  <a:pt x="1226072" y="1611804"/>
                </a:lnTo>
                <a:lnTo>
                  <a:pt x="1235912" y="1609836"/>
                </a:lnTo>
                <a:lnTo>
                  <a:pt x="1233944" y="1623612"/>
                </a:lnTo>
                <a:lnTo>
                  <a:pt x="1230008" y="1643292"/>
                </a:lnTo>
                <a:lnTo>
                  <a:pt x="1210328" y="1643292"/>
                </a:lnTo>
                <a:lnTo>
                  <a:pt x="1202456" y="1623612"/>
                </a:lnTo>
                <a:lnTo>
                  <a:pt x="1202456" y="1605900"/>
                </a:lnTo>
                <a:close/>
                <a:moveTo>
                  <a:pt x="4859016" y="1594093"/>
                </a:moveTo>
                <a:lnTo>
                  <a:pt x="4859016" y="1601965"/>
                </a:lnTo>
                <a:lnTo>
                  <a:pt x="4855080" y="1611805"/>
                </a:lnTo>
                <a:lnTo>
                  <a:pt x="4847208" y="1605901"/>
                </a:lnTo>
                <a:lnTo>
                  <a:pt x="4847208" y="1598029"/>
                </a:lnTo>
                <a:close/>
                <a:moveTo>
                  <a:pt x="7139949" y="1590157"/>
                </a:moveTo>
                <a:lnTo>
                  <a:pt x="7139949" y="1592124"/>
                </a:lnTo>
                <a:lnTo>
                  <a:pt x="7147818" y="1621634"/>
                </a:lnTo>
                <a:close/>
                <a:moveTo>
                  <a:pt x="5376605" y="1588189"/>
                </a:moveTo>
                <a:lnTo>
                  <a:pt x="5388413" y="1590157"/>
                </a:lnTo>
                <a:lnTo>
                  <a:pt x="5376605" y="1594093"/>
                </a:lnTo>
                <a:close/>
                <a:moveTo>
                  <a:pt x="4748810" y="1582281"/>
                </a:moveTo>
                <a:lnTo>
                  <a:pt x="4748806" y="1582285"/>
                </a:lnTo>
                <a:lnTo>
                  <a:pt x="4748806" y="1590157"/>
                </a:lnTo>
                <a:lnTo>
                  <a:pt x="4758646" y="1601965"/>
                </a:lnTo>
                <a:lnTo>
                  <a:pt x="4759958" y="1601309"/>
                </a:lnTo>
                <a:lnTo>
                  <a:pt x="4748807" y="1590158"/>
                </a:lnTo>
                <a:lnTo>
                  <a:pt x="4748807" y="1582285"/>
                </a:lnTo>
                <a:close/>
                <a:moveTo>
                  <a:pt x="5555251" y="1575410"/>
                </a:moveTo>
                <a:lnTo>
                  <a:pt x="5579311" y="1582284"/>
                </a:lnTo>
                <a:lnTo>
                  <a:pt x="5617821" y="1578617"/>
                </a:lnTo>
                <a:lnTo>
                  <a:pt x="5617733" y="1578442"/>
                </a:lnTo>
                <a:lnTo>
                  <a:pt x="5579311" y="1582284"/>
                </a:lnTo>
                <a:close/>
                <a:moveTo>
                  <a:pt x="5541918" y="1574412"/>
                </a:moveTo>
                <a:lnTo>
                  <a:pt x="5541919" y="1574412"/>
                </a:lnTo>
                <a:lnTo>
                  <a:pt x="5551759" y="1574412"/>
                </a:lnTo>
                <a:lnTo>
                  <a:pt x="5551758" y="1574412"/>
                </a:lnTo>
                <a:close/>
                <a:moveTo>
                  <a:pt x="9013501" y="1570477"/>
                </a:moveTo>
                <a:lnTo>
                  <a:pt x="9025309" y="1570477"/>
                </a:lnTo>
                <a:lnTo>
                  <a:pt x="9029245" y="1578349"/>
                </a:lnTo>
                <a:lnTo>
                  <a:pt x="9033181" y="1588189"/>
                </a:lnTo>
                <a:lnTo>
                  <a:pt x="9041054" y="1615741"/>
                </a:lnTo>
                <a:lnTo>
                  <a:pt x="9041054" y="1645261"/>
                </a:lnTo>
                <a:lnTo>
                  <a:pt x="9041054" y="1668878"/>
                </a:lnTo>
                <a:lnTo>
                  <a:pt x="9048926" y="1718078"/>
                </a:lnTo>
                <a:lnTo>
                  <a:pt x="9054830" y="1747599"/>
                </a:lnTo>
                <a:lnTo>
                  <a:pt x="9062702" y="1783023"/>
                </a:lnTo>
                <a:lnTo>
                  <a:pt x="9076478" y="1800735"/>
                </a:lnTo>
                <a:lnTo>
                  <a:pt x="9078446" y="1814511"/>
                </a:lnTo>
                <a:lnTo>
                  <a:pt x="9076478" y="1820415"/>
                </a:lnTo>
                <a:lnTo>
                  <a:pt x="9068606" y="1818447"/>
                </a:lnTo>
                <a:lnTo>
                  <a:pt x="9066638" y="1814511"/>
                </a:lnTo>
                <a:lnTo>
                  <a:pt x="9052862" y="1796799"/>
                </a:lnTo>
                <a:lnTo>
                  <a:pt x="9041054" y="1792863"/>
                </a:lnTo>
                <a:lnTo>
                  <a:pt x="9033181" y="1800735"/>
                </a:lnTo>
                <a:lnTo>
                  <a:pt x="9031213" y="1828287"/>
                </a:lnTo>
                <a:lnTo>
                  <a:pt x="9027277" y="1836159"/>
                </a:lnTo>
                <a:lnTo>
                  <a:pt x="9027277" y="1845999"/>
                </a:lnTo>
                <a:lnTo>
                  <a:pt x="9021373" y="1855839"/>
                </a:lnTo>
                <a:lnTo>
                  <a:pt x="9021373" y="1881424"/>
                </a:lnTo>
                <a:lnTo>
                  <a:pt x="9033181" y="1895200"/>
                </a:lnTo>
                <a:lnTo>
                  <a:pt x="9046958" y="1908976"/>
                </a:lnTo>
                <a:lnTo>
                  <a:pt x="9046958" y="1926688"/>
                </a:lnTo>
                <a:lnTo>
                  <a:pt x="9041054" y="1932592"/>
                </a:lnTo>
                <a:lnTo>
                  <a:pt x="9029245" y="1918816"/>
                </a:lnTo>
                <a:lnTo>
                  <a:pt x="9021373" y="1914880"/>
                </a:lnTo>
                <a:lnTo>
                  <a:pt x="9013501" y="1920784"/>
                </a:lnTo>
                <a:lnTo>
                  <a:pt x="9007597" y="1934560"/>
                </a:lnTo>
                <a:lnTo>
                  <a:pt x="8999725" y="1934560"/>
                </a:lnTo>
                <a:lnTo>
                  <a:pt x="9001693" y="1891264"/>
                </a:lnTo>
                <a:lnTo>
                  <a:pt x="9003661" y="1873552"/>
                </a:lnTo>
                <a:lnTo>
                  <a:pt x="9007597" y="1847967"/>
                </a:lnTo>
                <a:lnTo>
                  <a:pt x="8999725" y="1834191"/>
                </a:lnTo>
                <a:lnTo>
                  <a:pt x="9007597" y="1804671"/>
                </a:lnTo>
                <a:lnTo>
                  <a:pt x="9011533" y="1783023"/>
                </a:lnTo>
                <a:lnTo>
                  <a:pt x="9007597" y="1765311"/>
                </a:lnTo>
                <a:lnTo>
                  <a:pt x="9007597" y="1714142"/>
                </a:lnTo>
                <a:lnTo>
                  <a:pt x="8999725" y="1706270"/>
                </a:lnTo>
                <a:lnTo>
                  <a:pt x="8993821" y="1672814"/>
                </a:lnTo>
                <a:lnTo>
                  <a:pt x="8999725" y="1664942"/>
                </a:lnTo>
                <a:lnTo>
                  <a:pt x="8993821" y="1657070"/>
                </a:lnTo>
                <a:lnTo>
                  <a:pt x="8999725" y="1629517"/>
                </a:lnTo>
                <a:lnTo>
                  <a:pt x="8993821" y="1615741"/>
                </a:lnTo>
                <a:lnTo>
                  <a:pt x="9007597" y="1607869"/>
                </a:lnTo>
                <a:lnTo>
                  <a:pt x="9015469" y="1609837"/>
                </a:lnTo>
                <a:lnTo>
                  <a:pt x="9019405" y="1603933"/>
                </a:lnTo>
                <a:lnTo>
                  <a:pt x="9013501" y="1576381"/>
                </a:lnTo>
                <a:close/>
                <a:moveTo>
                  <a:pt x="7002226" y="1568524"/>
                </a:moveTo>
                <a:lnTo>
                  <a:pt x="7041548" y="1584252"/>
                </a:lnTo>
                <a:lnTo>
                  <a:pt x="7045181" y="1604235"/>
                </a:lnTo>
                <a:lnTo>
                  <a:pt x="7043516" y="1584253"/>
                </a:lnTo>
                <a:close/>
                <a:moveTo>
                  <a:pt x="5841047" y="1564462"/>
                </a:moveTo>
                <a:lnTo>
                  <a:pt x="5841057" y="1564573"/>
                </a:lnTo>
                <a:lnTo>
                  <a:pt x="5841062" y="1564581"/>
                </a:lnTo>
                <a:lnTo>
                  <a:pt x="5841057" y="1564573"/>
                </a:lnTo>
                <a:close/>
                <a:moveTo>
                  <a:pt x="432962" y="1556700"/>
                </a:moveTo>
                <a:lnTo>
                  <a:pt x="436898" y="1560636"/>
                </a:lnTo>
                <a:lnTo>
                  <a:pt x="429026" y="1572444"/>
                </a:lnTo>
                <a:lnTo>
                  <a:pt x="425091" y="1564572"/>
                </a:lnTo>
                <a:close/>
                <a:moveTo>
                  <a:pt x="5290012" y="1552764"/>
                </a:moveTo>
                <a:lnTo>
                  <a:pt x="5301820" y="1556700"/>
                </a:lnTo>
                <a:lnTo>
                  <a:pt x="5301820" y="1566540"/>
                </a:lnTo>
                <a:lnTo>
                  <a:pt x="5290012" y="1566540"/>
                </a:lnTo>
                <a:lnTo>
                  <a:pt x="5284108" y="1556700"/>
                </a:lnTo>
                <a:close/>
                <a:moveTo>
                  <a:pt x="5325436" y="1548828"/>
                </a:moveTo>
                <a:lnTo>
                  <a:pt x="5331340" y="1548828"/>
                </a:lnTo>
                <a:lnTo>
                  <a:pt x="5329372" y="1552764"/>
                </a:lnTo>
                <a:lnTo>
                  <a:pt x="5317564" y="1560636"/>
                </a:lnTo>
                <a:lnTo>
                  <a:pt x="5313628" y="1556700"/>
                </a:lnTo>
                <a:close/>
                <a:moveTo>
                  <a:pt x="1198523" y="1548827"/>
                </a:moveTo>
                <a:lnTo>
                  <a:pt x="1210331" y="1568507"/>
                </a:lnTo>
                <a:lnTo>
                  <a:pt x="1206395" y="1572443"/>
                </a:lnTo>
                <a:lnTo>
                  <a:pt x="1194587" y="1552763"/>
                </a:lnTo>
                <a:close/>
                <a:moveTo>
                  <a:pt x="413282" y="1548827"/>
                </a:moveTo>
                <a:lnTo>
                  <a:pt x="417219" y="1552763"/>
                </a:lnTo>
                <a:lnTo>
                  <a:pt x="409347" y="1560635"/>
                </a:lnTo>
                <a:lnTo>
                  <a:pt x="405411" y="1552763"/>
                </a:lnTo>
                <a:close/>
                <a:moveTo>
                  <a:pt x="4762583" y="1544893"/>
                </a:moveTo>
                <a:lnTo>
                  <a:pt x="4764550" y="1544893"/>
                </a:lnTo>
                <a:lnTo>
                  <a:pt x="4778327" y="1544893"/>
                </a:lnTo>
                <a:lnTo>
                  <a:pt x="4782263" y="1548829"/>
                </a:lnTo>
                <a:lnTo>
                  <a:pt x="4799975" y="1548829"/>
                </a:lnTo>
                <a:lnTo>
                  <a:pt x="4815720" y="1570477"/>
                </a:lnTo>
                <a:lnTo>
                  <a:pt x="4823592" y="1574413"/>
                </a:lnTo>
                <a:lnTo>
                  <a:pt x="4815720" y="1594094"/>
                </a:lnTo>
                <a:lnTo>
                  <a:pt x="4800901" y="1605207"/>
                </a:lnTo>
                <a:lnTo>
                  <a:pt x="4801943" y="1605902"/>
                </a:lnTo>
                <a:lnTo>
                  <a:pt x="4801943" y="1631486"/>
                </a:lnTo>
                <a:lnTo>
                  <a:pt x="4801943" y="1643294"/>
                </a:lnTo>
                <a:lnTo>
                  <a:pt x="4798007" y="1659038"/>
                </a:lnTo>
                <a:lnTo>
                  <a:pt x="4790135" y="1692494"/>
                </a:lnTo>
                <a:lnTo>
                  <a:pt x="4770454" y="1696431"/>
                </a:lnTo>
                <a:lnTo>
                  <a:pt x="4744870" y="1708239"/>
                </a:lnTo>
                <a:lnTo>
                  <a:pt x="4721254" y="1720047"/>
                </a:lnTo>
                <a:lnTo>
                  <a:pt x="4705510" y="1727919"/>
                </a:lnTo>
                <a:lnTo>
                  <a:pt x="4695670" y="1723983"/>
                </a:lnTo>
                <a:lnTo>
                  <a:pt x="4691734" y="1716111"/>
                </a:lnTo>
                <a:lnTo>
                  <a:pt x="4683862" y="1712175"/>
                </a:lnTo>
                <a:lnTo>
                  <a:pt x="4679926" y="1692494"/>
                </a:lnTo>
                <a:lnTo>
                  <a:pt x="4687798" y="1684622"/>
                </a:lnTo>
                <a:lnTo>
                  <a:pt x="4713382" y="1676750"/>
                </a:lnTo>
                <a:lnTo>
                  <a:pt x="4713382" y="1674782"/>
                </a:lnTo>
                <a:lnTo>
                  <a:pt x="4705510" y="1670846"/>
                </a:lnTo>
                <a:lnTo>
                  <a:pt x="4705510" y="1655102"/>
                </a:lnTo>
                <a:lnTo>
                  <a:pt x="4713382" y="1639358"/>
                </a:lnTo>
                <a:lnTo>
                  <a:pt x="4705510" y="1635422"/>
                </a:lnTo>
                <a:lnTo>
                  <a:pt x="4695670" y="1639358"/>
                </a:lnTo>
                <a:lnTo>
                  <a:pt x="4687798" y="1635422"/>
                </a:lnTo>
                <a:lnTo>
                  <a:pt x="4695670" y="1627550"/>
                </a:lnTo>
                <a:lnTo>
                  <a:pt x="4699606" y="1621646"/>
                </a:lnTo>
                <a:lnTo>
                  <a:pt x="4687798" y="1605902"/>
                </a:lnTo>
                <a:lnTo>
                  <a:pt x="4695670" y="1594093"/>
                </a:lnTo>
                <a:lnTo>
                  <a:pt x="4705510" y="1590157"/>
                </a:lnTo>
                <a:lnTo>
                  <a:pt x="4721254" y="1594093"/>
                </a:lnTo>
                <a:lnTo>
                  <a:pt x="4733062" y="1586221"/>
                </a:lnTo>
                <a:lnTo>
                  <a:pt x="4729126" y="1574413"/>
                </a:lnTo>
                <a:lnTo>
                  <a:pt x="4733062" y="1556701"/>
                </a:lnTo>
                <a:lnTo>
                  <a:pt x="4740934" y="1548829"/>
                </a:lnTo>
                <a:lnTo>
                  <a:pt x="4762583" y="1545221"/>
                </a:lnTo>
                <a:close/>
                <a:moveTo>
                  <a:pt x="9729859" y="1538988"/>
                </a:moveTo>
                <a:lnTo>
                  <a:pt x="9745603" y="1558668"/>
                </a:lnTo>
                <a:lnTo>
                  <a:pt x="9733795" y="1562604"/>
                </a:lnTo>
                <a:lnTo>
                  <a:pt x="9720019" y="1550796"/>
                </a:lnTo>
                <a:lnTo>
                  <a:pt x="9716083" y="1540956"/>
                </a:lnTo>
                <a:close/>
                <a:moveTo>
                  <a:pt x="8856060" y="1535052"/>
                </a:moveTo>
                <a:lnTo>
                  <a:pt x="8865900" y="1537020"/>
                </a:lnTo>
                <a:lnTo>
                  <a:pt x="8859996" y="1540956"/>
                </a:lnTo>
                <a:lnTo>
                  <a:pt x="8854092" y="1540956"/>
                </a:lnTo>
                <a:lnTo>
                  <a:pt x="8848188" y="1538988"/>
                </a:lnTo>
                <a:close/>
                <a:moveTo>
                  <a:pt x="8877708" y="1533084"/>
                </a:moveTo>
                <a:lnTo>
                  <a:pt x="8889516" y="1533084"/>
                </a:lnTo>
                <a:lnTo>
                  <a:pt x="8897388" y="1538988"/>
                </a:lnTo>
                <a:lnTo>
                  <a:pt x="8885580" y="1552764"/>
                </a:lnTo>
                <a:lnTo>
                  <a:pt x="8871804" y="1546860"/>
                </a:lnTo>
                <a:lnTo>
                  <a:pt x="8871804" y="1538988"/>
                </a:lnTo>
                <a:close/>
                <a:moveTo>
                  <a:pt x="5260492" y="1523244"/>
                </a:moveTo>
                <a:lnTo>
                  <a:pt x="5276236" y="1527180"/>
                </a:lnTo>
                <a:lnTo>
                  <a:pt x="5278204" y="1533084"/>
                </a:lnTo>
                <a:lnTo>
                  <a:pt x="5272300" y="1544892"/>
                </a:lnTo>
                <a:lnTo>
                  <a:pt x="5256556" y="1540956"/>
                </a:lnTo>
                <a:lnTo>
                  <a:pt x="5248684" y="1531116"/>
                </a:lnTo>
                <a:close/>
                <a:moveTo>
                  <a:pt x="9674755" y="1513404"/>
                </a:moveTo>
                <a:lnTo>
                  <a:pt x="9686563" y="1521276"/>
                </a:lnTo>
                <a:lnTo>
                  <a:pt x="9704275" y="1546860"/>
                </a:lnTo>
                <a:lnTo>
                  <a:pt x="9704275" y="1554732"/>
                </a:lnTo>
                <a:lnTo>
                  <a:pt x="9686563" y="1546860"/>
                </a:lnTo>
                <a:lnTo>
                  <a:pt x="9670819" y="1525212"/>
                </a:lnTo>
                <a:close/>
                <a:moveTo>
                  <a:pt x="4798008" y="1513404"/>
                </a:moveTo>
                <a:lnTo>
                  <a:pt x="4805880" y="1513404"/>
                </a:lnTo>
                <a:lnTo>
                  <a:pt x="4805880" y="1527180"/>
                </a:lnTo>
                <a:lnTo>
                  <a:pt x="4798008" y="1527180"/>
                </a:lnTo>
                <a:close/>
                <a:moveTo>
                  <a:pt x="1190651" y="1503564"/>
                </a:moveTo>
                <a:lnTo>
                  <a:pt x="1198523" y="1503564"/>
                </a:lnTo>
                <a:lnTo>
                  <a:pt x="1218204" y="1525212"/>
                </a:lnTo>
                <a:lnTo>
                  <a:pt x="1228044" y="1564572"/>
                </a:lnTo>
                <a:lnTo>
                  <a:pt x="1226076" y="1568508"/>
                </a:lnTo>
                <a:lnTo>
                  <a:pt x="1194587" y="1533084"/>
                </a:lnTo>
                <a:close/>
                <a:moveTo>
                  <a:pt x="5307724" y="1503563"/>
                </a:moveTo>
                <a:lnTo>
                  <a:pt x="5319532" y="1507499"/>
                </a:lnTo>
                <a:lnTo>
                  <a:pt x="5319532" y="1521275"/>
                </a:lnTo>
                <a:lnTo>
                  <a:pt x="5323468" y="1529147"/>
                </a:lnTo>
                <a:lnTo>
                  <a:pt x="5319532" y="1540955"/>
                </a:lnTo>
                <a:lnTo>
                  <a:pt x="5307724" y="1544891"/>
                </a:lnTo>
                <a:lnTo>
                  <a:pt x="5305756" y="1540955"/>
                </a:lnTo>
                <a:lnTo>
                  <a:pt x="5295916" y="1540955"/>
                </a:lnTo>
                <a:lnTo>
                  <a:pt x="5290012" y="1533083"/>
                </a:lnTo>
                <a:lnTo>
                  <a:pt x="5278204" y="1517339"/>
                </a:lnTo>
                <a:lnTo>
                  <a:pt x="5282140" y="1515371"/>
                </a:lnTo>
                <a:lnTo>
                  <a:pt x="5295916" y="1511435"/>
                </a:lnTo>
                <a:close/>
                <a:moveTo>
                  <a:pt x="5786532" y="1501018"/>
                </a:moveTo>
                <a:lnTo>
                  <a:pt x="5793825" y="1507500"/>
                </a:lnTo>
                <a:lnTo>
                  <a:pt x="5795158" y="1507056"/>
                </a:lnTo>
                <a:close/>
                <a:moveTo>
                  <a:pt x="2729638" y="1481915"/>
                </a:moveTo>
                <a:lnTo>
                  <a:pt x="2729638" y="1489787"/>
                </a:lnTo>
                <a:lnTo>
                  <a:pt x="2725702" y="1503563"/>
                </a:lnTo>
                <a:lnTo>
                  <a:pt x="2711926" y="1513403"/>
                </a:lnTo>
                <a:lnTo>
                  <a:pt x="2707989" y="1505531"/>
                </a:lnTo>
                <a:lnTo>
                  <a:pt x="2719798" y="1495691"/>
                </a:lnTo>
                <a:lnTo>
                  <a:pt x="2723734" y="1485851"/>
                </a:lnTo>
                <a:close/>
                <a:moveTo>
                  <a:pt x="5583246" y="1477979"/>
                </a:moveTo>
                <a:lnTo>
                  <a:pt x="5583245" y="1477980"/>
                </a:lnTo>
                <a:lnTo>
                  <a:pt x="5642287" y="1477980"/>
                </a:lnTo>
                <a:lnTo>
                  <a:pt x="5695423" y="1489788"/>
                </a:lnTo>
                <a:lnTo>
                  <a:pt x="5717071" y="1519308"/>
                </a:lnTo>
                <a:lnTo>
                  <a:pt x="5701327" y="1544892"/>
                </a:lnTo>
                <a:lnTo>
                  <a:pt x="5691487" y="1568509"/>
                </a:lnTo>
                <a:lnTo>
                  <a:pt x="5691486" y="1568509"/>
                </a:lnTo>
                <a:lnTo>
                  <a:pt x="5691488" y="1568509"/>
                </a:lnTo>
                <a:lnTo>
                  <a:pt x="5703296" y="1544892"/>
                </a:lnTo>
                <a:lnTo>
                  <a:pt x="5718384" y="1518487"/>
                </a:lnTo>
                <a:lnTo>
                  <a:pt x="5695424" y="1489787"/>
                </a:lnTo>
                <a:lnTo>
                  <a:pt x="5644255" y="1477979"/>
                </a:lnTo>
                <a:close/>
                <a:moveTo>
                  <a:pt x="1169002" y="1466171"/>
                </a:moveTo>
                <a:lnTo>
                  <a:pt x="1172938" y="1470107"/>
                </a:lnTo>
                <a:lnTo>
                  <a:pt x="1176874" y="1503563"/>
                </a:lnTo>
                <a:lnTo>
                  <a:pt x="1169002" y="1503563"/>
                </a:lnTo>
                <a:lnTo>
                  <a:pt x="1165066" y="1470107"/>
                </a:lnTo>
                <a:close/>
                <a:moveTo>
                  <a:pt x="1180810" y="1458299"/>
                </a:moveTo>
                <a:lnTo>
                  <a:pt x="1194586" y="1466171"/>
                </a:lnTo>
                <a:lnTo>
                  <a:pt x="1202458" y="1474043"/>
                </a:lnTo>
                <a:lnTo>
                  <a:pt x="1202458" y="1477979"/>
                </a:lnTo>
                <a:lnTo>
                  <a:pt x="1192618" y="1474043"/>
                </a:lnTo>
                <a:lnTo>
                  <a:pt x="1194586" y="1481915"/>
                </a:lnTo>
                <a:lnTo>
                  <a:pt x="1184746" y="1481915"/>
                </a:lnTo>
                <a:lnTo>
                  <a:pt x="1176873" y="1466171"/>
                </a:lnTo>
                <a:close/>
                <a:moveTo>
                  <a:pt x="1149323" y="1458299"/>
                </a:moveTo>
                <a:lnTo>
                  <a:pt x="1153258" y="1474043"/>
                </a:lnTo>
                <a:lnTo>
                  <a:pt x="1159163" y="1491755"/>
                </a:lnTo>
                <a:lnTo>
                  <a:pt x="1149323" y="1495691"/>
                </a:lnTo>
                <a:lnTo>
                  <a:pt x="1141450" y="1474043"/>
                </a:lnTo>
                <a:close/>
                <a:moveTo>
                  <a:pt x="5447453" y="1446491"/>
                </a:moveTo>
                <a:lnTo>
                  <a:pt x="5437613" y="1481915"/>
                </a:lnTo>
                <a:lnTo>
                  <a:pt x="5433677" y="1481915"/>
                </a:lnTo>
                <a:lnTo>
                  <a:pt x="5433677" y="1477979"/>
                </a:lnTo>
                <a:lnTo>
                  <a:pt x="5441549" y="1458299"/>
                </a:lnTo>
                <a:lnTo>
                  <a:pt x="5441549" y="1450427"/>
                </a:lnTo>
                <a:close/>
                <a:moveTo>
                  <a:pt x="4798007" y="1418939"/>
                </a:moveTo>
                <a:lnTo>
                  <a:pt x="4805879" y="1418939"/>
                </a:lnTo>
                <a:lnTo>
                  <a:pt x="4801943" y="1436651"/>
                </a:lnTo>
                <a:lnTo>
                  <a:pt x="4792103" y="1436651"/>
                </a:lnTo>
                <a:lnTo>
                  <a:pt x="4796039" y="1422875"/>
                </a:lnTo>
                <a:close/>
                <a:moveTo>
                  <a:pt x="617957" y="1418939"/>
                </a:moveTo>
                <a:lnTo>
                  <a:pt x="653382" y="1418939"/>
                </a:lnTo>
                <a:lnTo>
                  <a:pt x="657318" y="1426811"/>
                </a:lnTo>
                <a:lnTo>
                  <a:pt x="649446" y="1434683"/>
                </a:lnTo>
                <a:lnTo>
                  <a:pt x="625830" y="1450427"/>
                </a:lnTo>
                <a:lnTo>
                  <a:pt x="625830" y="1458299"/>
                </a:lnTo>
                <a:lnTo>
                  <a:pt x="610085" y="1458299"/>
                </a:lnTo>
                <a:lnTo>
                  <a:pt x="604181" y="1466171"/>
                </a:lnTo>
                <a:lnTo>
                  <a:pt x="592373" y="1462235"/>
                </a:lnTo>
                <a:lnTo>
                  <a:pt x="592373" y="1454363"/>
                </a:lnTo>
                <a:lnTo>
                  <a:pt x="580565" y="1446491"/>
                </a:lnTo>
                <a:lnTo>
                  <a:pt x="580565" y="1434683"/>
                </a:lnTo>
                <a:lnTo>
                  <a:pt x="588436" y="1430747"/>
                </a:lnTo>
                <a:lnTo>
                  <a:pt x="604181" y="1426811"/>
                </a:lnTo>
                <a:close/>
                <a:moveTo>
                  <a:pt x="5268364" y="1413035"/>
                </a:moveTo>
                <a:lnTo>
                  <a:pt x="5268364" y="1436651"/>
                </a:lnTo>
                <a:lnTo>
                  <a:pt x="5266396" y="1446491"/>
                </a:lnTo>
                <a:lnTo>
                  <a:pt x="5242780" y="1446491"/>
                </a:lnTo>
                <a:lnTo>
                  <a:pt x="5230972" y="1458300"/>
                </a:lnTo>
                <a:lnTo>
                  <a:pt x="5219163" y="1462236"/>
                </a:lnTo>
                <a:lnTo>
                  <a:pt x="5203419" y="1474044"/>
                </a:lnTo>
                <a:lnTo>
                  <a:pt x="5203419" y="1458300"/>
                </a:lnTo>
                <a:lnTo>
                  <a:pt x="5219163" y="1444523"/>
                </a:lnTo>
                <a:lnTo>
                  <a:pt x="5230972" y="1438619"/>
                </a:lnTo>
                <a:lnTo>
                  <a:pt x="5242780" y="1432715"/>
                </a:lnTo>
                <a:lnTo>
                  <a:pt x="5254588" y="1420907"/>
                </a:lnTo>
                <a:close/>
                <a:moveTo>
                  <a:pt x="1161131" y="1401227"/>
                </a:moveTo>
                <a:lnTo>
                  <a:pt x="1172940" y="1416971"/>
                </a:lnTo>
                <a:lnTo>
                  <a:pt x="1176876" y="1446491"/>
                </a:lnTo>
                <a:lnTo>
                  <a:pt x="1165067" y="1454363"/>
                </a:lnTo>
                <a:lnTo>
                  <a:pt x="1159163" y="1450427"/>
                </a:lnTo>
                <a:lnTo>
                  <a:pt x="1159163" y="1409099"/>
                </a:lnTo>
                <a:close/>
                <a:moveTo>
                  <a:pt x="5494686" y="1401226"/>
                </a:moveTo>
                <a:lnTo>
                  <a:pt x="5504526" y="1405162"/>
                </a:lnTo>
                <a:lnTo>
                  <a:pt x="5504526" y="1428778"/>
                </a:lnTo>
                <a:lnTo>
                  <a:pt x="5494686" y="1432714"/>
                </a:lnTo>
                <a:lnTo>
                  <a:pt x="5490750" y="1420906"/>
                </a:lnTo>
                <a:lnTo>
                  <a:pt x="5486814" y="1413034"/>
                </a:lnTo>
                <a:close/>
                <a:moveTo>
                  <a:pt x="1123738" y="1393355"/>
                </a:moveTo>
                <a:lnTo>
                  <a:pt x="1139482" y="1397291"/>
                </a:lnTo>
                <a:lnTo>
                  <a:pt x="1147355" y="1405163"/>
                </a:lnTo>
                <a:lnTo>
                  <a:pt x="1147355" y="1409099"/>
                </a:lnTo>
                <a:lnTo>
                  <a:pt x="1135546" y="1405163"/>
                </a:lnTo>
                <a:lnTo>
                  <a:pt x="1135546" y="1413035"/>
                </a:lnTo>
                <a:lnTo>
                  <a:pt x="1147355" y="1424843"/>
                </a:lnTo>
                <a:lnTo>
                  <a:pt x="1143419" y="1428779"/>
                </a:lnTo>
                <a:lnTo>
                  <a:pt x="1127674" y="1416971"/>
                </a:lnTo>
                <a:lnTo>
                  <a:pt x="1123738" y="1420907"/>
                </a:lnTo>
                <a:lnTo>
                  <a:pt x="1127674" y="1440587"/>
                </a:lnTo>
                <a:lnTo>
                  <a:pt x="1119802" y="1436651"/>
                </a:lnTo>
                <a:lnTo>
                  <a:pt x="1111930" y="1424843"/>
                </a:lnTo>
                <a:lnTo>
                  <a:pt x="1102090" y="1409099"/>
                </a:lnTo>
                <a:lnTo>
                  <a:pt x="1102090" y="1401227"/>
                </a:lnTo>
                <a:close/>
                <a:moveTo>
                  <a:pt x="625828" y="1389419"/>
                </a:moveTo>
                <a:lnTo>
                  <a:pt x="649444" y="1389419"/>
                </a:lnTo>
                <a:lnTo>
                  <a:pt x="661252" y="1397291"/>
                </a:lnTo>
                <a:lnTo>
                  <a:pt x="657315" y="1405163"/>
                </a:lnTo>
                <a:lnTo>
                  <a:pt x="621892" y="1405163"/>
                </a:lnTo>
                <a:lnTo>
                  <a:pt x="621892" y="1397291"/>
                </a:lnTo>
                <a:close/>
                <a:moveTo>
                  <a:pt x="5679680" y="1389419"/>
                </a:moveTo>
                <a:lnTo>
                  <a:pt x="5662005" y="1393346"/>
                </a:lnTo>
                <a:lnTo>
                  <a:pt x="5680553" y="1389637"/>
                </a:lnTo>
                <a:close/>
                <a:moveTo>
                  <a:pt x="4798007" y="1377611"/>
                </a:moveTo>
                <a:lnTo>
                  <a:pt x="4798007" y="1393355"/>
                </a:lnTo>
                <a:lnTo>
                  <a:pt x="4790135" y="1401227"/>
                </a:lnTo>
                <a:lnTo>
                  <a:pt x="4778327" y="1409099"/>
                </a:lnTo>
                <a:lnTo>
                  <a:pt x="4778327" y="1397291"/>
                </a:lnTo>
                <a:lnTo>
                  <a:pt x="4790135" y="1385483"/>
                </a:lnTo>
                <a:close/>
                <a:moveTo>
                  <a:pt x="4890505" y="1369739"/>
                </a:moveTo>
                <a:lnTo>
                  <a:pt x="4890505" y="1381547"/>
                </a:lnTo>
                <a:lnTo>
                  <a:pt x="4870825" y="1397291"/>
                </a:lnTo>
                <a:lnTo>
                  <a:pt x="4866889" y="1415003"/>
                </a:lnTo>
                <a:lnTo>
                  <a:pt x="4894441" y="1415003"/>
                </a:lnTo>
                <a:lnTo>
                  <a:pt x="4920025" y="1415003"/>
                </a:lnTo>
                <a:lnTo>
                  <a:pt x="4923961" y="1430747"/>
                </a:lnTo>
                <a:lnTo>
                  <a:pt x="4900345" y="1472076"/>
                </a:lnTo>
                <a:lnTo>
                  <a:pt x="4900345" y="1495692"/>
                </a:lnTo>
                <a:lnTo>
                  <a:pt x="4890505" y="1503564"/>
                </a:lnTo>
                <a:lnTo>
                  <a:pt x="4894441" y="1509468"/>
                </a:lnTo>
                <a:lnTo>
                  <a:pt x="4908217" y="1507500"/>
                </a:lnTo>
                <a:lnTo>
                  <a:pt x="4923961" y="1509468"/>
                </a:lnTo>
                <a:lnTo>
                  <a:pt x="4935769" y="1537020"/>
                </a:lnTo>
                <a:lnTo>
                  <a:pt x="4939706" y="1570477"/>
                </a:lnTo>
                <a:lnTo>
                  <a:pt x="4951514" y="1574413"/>
                </a:lnTo>
                <a:lnTo>
                  <a:pt x="4969226" y="1601965"/>
                </a:lnTo>
                <a:lnTo>
                  <a:pt x="4977098" y="1609837"/>
                </a:lnTo>
                <a:lnTo>
                  <a:pt x="4981034" y="1655102"/>
                </a:lnTo>
                <a:lnTo>
                  <a:pt x="4988906" y="1662974"/>
                </a:lnTo>
                <a:lnTo>
                  <a:pt x="5016458" y="1662974"/>
                </a:lnTo>
                <a:lnTo>
                  <a:pt x="5020394" y="1688558"/>
                </a:lnTo>
                <a:lnTo>
                  <a:pt x="5012522" y="1704302"/>
                </a:lnTo>
                <a:lnTo>
                  <a:pt x="4996778" y="1720046"/>
                </a:lnTo>
                <a:lnTo>
                  <a:pt x="4984970" y="1723982"/>
                </a:lnTo>
                <a:lnTo>
                  <a:pt x="4981034" y="1727918"/>
                </a:lnTo>
                <a:lnTo>
                  <a:pt x="4996778" y="1727918"/>
                </a:lnTo>
                <a:lnTo>
                  <a:pt x="5012522" y="1727918"/>
                </a:lnTo>
                <a:lnTo>
                  <a:pt x="5012522" y="1737759"/>
                </a:lnTo>
                <a:lnTo>
                  <a:pt x="4984970" y="1753503"/>
                </a:lnTo>
                <a:lnTo>
                  <a:pt x="4961354" y="1753503"/>
                </a:lnTo>
                <a:lnTo>
                  <a:pt x="4951514" y="1749567"/>
                </a:lnTo>
                <a:lnTo>
                  <a:pt x="4908217" y="1761375"/>
                </a:lnTo>
                <a:lnTo>
                  <a:pt x="4904281" y="1757439"/>
                </a:lnTo>
                <a:lnTo>
                  <a:pt x="4882633" y="1765311"/>
                </a:lnTo>
                <a:lnTo>
                  <a:pt x="4882633" y="1773183"/>
                </a:lnTo>
                <a:lnTo>
                  <a:pt x="4847209" y="1777119"/>
                </a:lnTo>
                <a:lnTo>
                  <a:pt x="4839336" y="1786959"/>
                </a:lnTo>
                <a:lnTo>
                  <a:pt x="4827528" y="1786959"/>
                </a:lnTo>
                <a:lnTo>
                  <a:pt x="4827528" y="1781055"/>
                </a:lnTo>
                <a:lnTo>
                  <a:pt x="4843272" y="1769247"/>
                </a:lnTo>
                <a:lnTo>
                  <a:pt x="4847209" y="1753503"/>
                </a:lnTo>
                <a:lnTo>
                  <a:pt x="4859017" y="1749567"/>
                </a:lnTo>
                <a:lnTo>
                  <a:pt x="4862953" y="1737759"/>
                </a:lnTo>
                <a:lnTo>
                  <a:pt x="4878697" y="1733822"/>
                </a:lnTo>
                <a:lnTo>
                  <a:pt x="4894441" y="1731854"/>
                </a:lnTo>
                <a:lnTo>
                  <a:pt x="4896409" y="1723982"/>
                </a:lnTo>
                <a:lnTo>
                  <a:pt x="4890505" y="1723982"/>
                </a:lnTo>
                <a:lnTo>
                  <a:pt x="4886569" y="1727918"/>
                </a:lnTo>
                <a:lnTo>
                  <a:pt x="4874761" y="1723982"/>
                </a:lnTo>
                <a:lnTo>
                  <a:pt x="4862953" y="1716110"/>
                </a:lnTo>
                <a:lnTo>
                  <a:pt x="4831464" y="1716110"/>
                </a:lnTo>
                <a:lnTo>
                  <a:pt x="4827528" y="1708238"/>
                </a:lnTo>
                <a:lnTo>
                  <a:pt x="4831464" y="1700366"/>
                </a:lnTo>
                <a:lnTo>
                  <a:pt x="4843272" y="1696430"/>
                </a:lnTo>
                <a:lnTo>
                  <a:pt x="4855081" y="1692494"/>
                </a:lnTo>
                <a:lnTo>
                  <a:pt x="4859017" y="1659038"/>
                </a:lnTo>
                <a:lnTo>
                  <a:pt x="4851145" y="1659038"/>
                </a:lnTo>
                <a:lnTo>
                  <a:pt x="4855081" y="1643293"/>
                </a:lnTo>
                <a:lnTo>
                  <a:pt x="4874761" y="1639357"/>
                </a:lnTo>
                <a:lnTo>
                  <a:pt x="4890505" y="1631485"/>
                </a:lnTo>
                <a:lnTo>
                  <a:pt x="4896409" y="1623613"/>
                </a:lnTo>
                <a:lnTo>
                  <a:pt x="4894441" y="1609837"/>
                </a:lnTo>
                <a:lnTo>
                  <a:pt x="4890505" y="1605901"/>
                </a:lnTo>
                <a:lnTo>
                  <a:pt x="4882633" y="1598029"/>
                </a:lnTo>
                <a:lnTo>
                  <a:pt x="4878697" y="1582285"/>
                </a:lnTo>
                <a:lnTo>
                  <a:pt x="4882633" y="1564573"/>
                </a:lnTo>
                <a:lnTo>
                  <a:pt x="4866889" y="1570477"/>
                </a:lnTo>
                <a:lnTo>
                  <a:pt x="4835400" y="1570477"/>
                </a:lnTo>
                <a:lnTo>
                  <a:pt x="4831464" y="1568509"/>
                </a:lnTo>
                <a:lnTo>
                  <a:pt x="4831464" y="1552765"/>
                </a:lnTo>
                <a:lnTo>
                  <a:pt x="4843272" y="1544893"/>
                </a:lnTo>
                <a:lnTo>
                  <a:pt x="4843272" y="1537020"/>
                </a:lnTo>
                <a:lnTo>
                  <a:pt x="4839336" y="1525212"/>
                </a:lnTo>
                <a:lnTo>
                  <a:pt x="4839336" y="1517340"/>
                </a:lnTo>
                <a:lnTo>
                  <a:pt x="4835400" y="1509468"/>
                </a:lnTo>
                <a:lnTo>
                  <a:pt x="4825560" y="1517340"/>
                </a:lnTo>
                <a:lnTo>
                  <a:pt x="4825560" y="1529148"/>
                </a:lnTo>
                <a:lnTo>
                  <a:pt x="4817688" y="1537020"/>
                </a:lnTo>
                <a:lnTo>
                  <a:pt x="4813752" y="1529148"/>
                </a:lnTo>
                <a:lnTo>
                  <a:pt x="4813752" y="1509468"/>
                </a:lnTo>
                <a:lnTo>
                  <a:pt x="4817688" y="1499628"/>
                </a:lnTo>
                <a:lnTo>
                  <a:pt x="4825560" y="1483884"/>
                </a:lnTo>
                <a:lnTo>
                  <a:pt x="4825560" y="1476012"/>
                </a:lnTo>
                <a:lnTo>
                  <a:pt x="4825560" y="1472076"/>
                </a:lnTo>
                <a:lnTo>
                  <a:pt x="4813752" y="1479948"/>
                </a:lnTo>
                <a:lnTo>
                  <a:pt x="4813752" y="1491756"/>
                </a:lnTo>
                <a:lnTo>
                  <a:pt x="4805880" y="1499628"/>
                </a:lnTo>
                <a:lnTo>
                  <a:pt x="4801944" y="1491756"/>
                </a:lnTo>
                <a:lnTo>
                  <a:pt x="4801944" y="1476012"/>
                </a:lnTo>
                <a:lnTo>
                  <a:pt x="4805880" y="1464204"/>
                </a:lnTo>
                <a:lnTo>
                  <a:pt x="4817688" y="1454364"/>
                </a:lnTo>
                <a:lnTo>
                  <a:pt x="4817688" y="1438620"/>
                </a:lnTo>
                <a:lnTo>
                  <a:pt x="4813752" y="1430747"/>
                </a:lnTo>
                <a:lnTo>
                  <a:pt x="4813752" y="1418939"/>
                </a:lnTo>
                <a:lnTo>
                  <a:pt x="4825560" y="1405163"/>
                </a:lnTo>
                <a:lnTo>
                  <a:pt x="4831464" y="1385483"/>
                </a:lnTo>
                <a:lnTo>
                  <a:pt x="4839336" y="1373675"/>
                </a:lnTo>
                <a:lnTo>
                  <a:pt x="4878697" y="1373675"/>
                </a:lnTo>
                <a:close/>
                <a:moveTo>
                  <a:pt x="5606863" y="1363834"/>
                </a:moveTo>
                <a:lnTo>
                  <a:pt x="5626543" y="1367770"/>
                </a:lnTo>
                <a:lnTo>
                  <a:pt x="5630479" y="1375642"/>
                </a:lnTo>
                <a:lnTo>
                  <a:pt x="5606863" y="1385482"/>
                </a:lnTo>
                <a:lnTo>
                  <a:pt x="5602927" y="1393354"/>
                </a:lnTo>
                <a:lnTo>
                  <a:pt x="5595055" y="1393354"/>
                </a:lnTo>
                <a:lnTo>
                  <a:pt x="5591119" y="1375642"/>
                </a:lnTo>
                <a:close/>
                <a:moveTo>
                  <a:pt x="5608831" y="1340218"/>
                </a:moveTo>
                <a:lnTo>
                  <a:pt x="5614735" y="1340218"/>
                </a:lnTo>
                <a:lnTo>
                  <a:pt x="5618671" y="1346122"/>
                </a:lnTo>
                <a:lnTo>
                  <a:pt x="5604895" y="1352026"/>
                </a:lnTo>
                <a:lnTo>
                  <a:pt x="5600959" y="1342186"/>
                </a:lnTo>
                <a:close/>
                <a:moveTo>
                  <a:pt x="1135536" y="1318569"/>
                </a:moveTo>
                <a:lnTo>
                  <a:pt x="1134163" y="1318912"/>
                </a:lnTo>
                <a:lnTo>
                  <a:pt x="1143484" y="1324350"/>
                </a:lnTo>
                <a:close/>
                <a:moveTo>
                  <a:pt x="9639330" y="1316603"/>
                </a:moveTo>
                <a:lnTo>
                  <a:pt x="9641298" y="1340219"/>
                </a:lnTo>
                <a:lnTo>
                  <a:pt x="9617682" y="1355963"/>
                </a:lnTo>
                <a:lnTo>
                  <a:pt x="9605874" y="1355963"/>
                </a:lnTo>
                <a:lnTo>
                  <a:pt x="9605874" y="1346123"/>
                </a:lnTo>
                <a:lnTo>
                  <a:pt x="9615714" y="1342187"/>
                </a:lnTo>
                <a:lnTo>
                  <a:pt x="9617682" y="1328411"/>
                </a:lnTo>
                <a:close/>
                <a:moveTo>
                  <a:pt x="769494" y="1292986"/>
                </a:moveTo>
                <a:lnTo>
                  <a:pt x="769495" y="1292986"/>
                </a:lnTo>
                <a:lnTo>
                  <a:pt x="777365" y="1292986"/>
                </a:lnTo>
                <a:lnTo>
                  <a:pt x="777367" y="1292986"/>
                </a:lnTo>
                <a:lnTo>
                  <a:pt x="773432" y="1300858"/>
                </a:lnTo>
                <a:lnTo>
                  <a:pt x="773429" y="1300857"/>
                </a:lnTo>
                <a:lnTo>
                  <a:pt x="773429" y="1300858"/>
                </a:lnTo>
                <a:lnTo>
                  <a:pt x="765557" y="1296922"/>
                </a:lnTo>
                <a:close/>
                <a:moveTo>
                  <a:pt x="797046" y="1285114"/>
                </a:moveTo>
                <a:lnTo>
                  <a:pt x="797048" y="1285114"/>
                </a:lnTo>
                <a:lnTo>
                  <a:pt x="804918" y="1285114"/>
                </a:lnTo>
                <a:lnTo>
                  <a:pt x="804920" y="1285114"/>
                </a:lnTo>
                <a:lnTo>
                  <a:pt x="804920" y="1292986"/>
                </a:lnTo>
                <a:lnTo>
                  <a:pt x="785239" y="1312666"/>
                </a:lnTo>
                <a:lnTo>
                  <a:pt x="785238" y="1312666"/>
                </a:lnTo>
                <a:lnTo>
                  <a:pt x="777367" y="1312666"/>
                </a:lnTo>
                <a:lnTo>
                  <a:pt x="777366" y="1312666"/>
                </a:lnTo>
                <a:lnTo>
                  <a:pt x="777366" y="1306762"/>
                </a:lnTo>
                <a:close/>
                <a:moveTo>
                  <a:pt x="249939" y="1285114"/>
                </a:moveTo>
                <a:lnTo>
                  <a:pt x="267651" y="1292986"/>
                </a:lnTo>
                <a:lnTo>
                  <a:pt x="267651" y="1312666"/>
                </a:lnTo>
                <a:lnTo>
                  <a:pt x="255843" y="1312666"/>
                </a:lnTo>
                <a:lnTo>
                  <a:pt x="246003" y="1320538"/>
                </a:lnTo>
                <a:lnTo>
                  <a:pt x="230259" y="1306762"/>
                </a:lnTo>
                <a:lnTo>
                  <a:pt x="218450" y="1304794"/>
                </a:lnTo>
                <a:lnTo>
                  <a:pt x="218450" y="1292986"/>
                </a:lnTo>
                <a:lnTo>
                  <a:pt x="234195" y="1289050"/>
                </a:lnTo>
                <a:close/>
                <a:moveTo>
                  <a:pt x="1009637" y="1275236"/>
                </a:moveTo>
                <a:lnTo>
                  <a:pt x="1009583" y="1275272"/>
                </a:lnTo>
                <a:lnTo>
                  <a:pt x="1005648" y="1292981"/>
                </a:lnTo>
                <a:lnTo>
                  <a:pt x="1005655" y="1292985"/>
                </a:lnTo>
                <a:lnTo>
                  <a:pt x="1009591" y="1275273"/>
                </a:lnTo>
                <a:close/>
                <a:moveTo>
                  <a:pt x="777366" y="1273306"/>
                </a:moveTo>
                <a:lnTo>
                  <a:pt x="777367" y="1273307"/>
                </a:lnTo>
                <a:lnTo>
                  <a:pt x="777367" y="1273306"/>
                </a:lnTo>
                <a:lnTo>
                  <a:pt x="783272" y="1281178"/>
                </a:lnTo>
                <a:lnTo>
                  <a:pt x="777367" y="1285114"/>
                </a:lnTo>
                <a:lnTo>
                  <a:pt x="777367" y="1285113"/>
                </a:lnTo>
                <a:lnTo>
                  <a:pt x="777366" y="1285114"/>
                </a:lnTo>
                <a:lnTo>
                  <a:pt x="773429" y="1277242"/>
                </a:lnTo>
                <a:close/>
                <a:moveTo>
                  <a:pt x="824600" y="1269370"/>
                </a:moveTo>
                <a:lnTo>
                  <a:pt x="824600" y="1269370"/>
                </a:lnTo>
                <a:lnTo>
                  <a:pt x="824601" y="1269370"/>
                </a:lnTo>
                <a:lnTo>
                  <a:pt x="828536" y="1281178"/>
                </a:lnTo>
                <a:lnTo>
                  <a:pt x="816729" y="1289050"/>
                </a:lnTo>
                <a:lnTo>
                  <a:pt x="816729" y="1289049"/>
                </a:lnTo>
                <a:lnTo>
                  <a:pt x="816728" y="1289050"/>
                </a:lnTo>
                <a:lnTo>
                  <a:pt x="812792" y="1281178"/>
                </a:lnTo>
                <a:lnTo>
                  <a:pt x="812792" y="1273306"/>
                </a:lnTo>
                <a:close/>
                <a:moveTo>
                  <a:pt x="5528142" y="1267401"/>
                </a:moveTo>
                <a:lnTo>
                  <a:pt x="5536014" y="1267401"/>
                </a:lnTo>
                <a:lnTo>
                  <a:pt x="5532078" y="1277241"/>
                </a:lnTo>
                <a:lnTo>
                  <a:pt x="5528142" y="1275273"/>
                </a:lnTo>
                <a:close/>
                <a:moveTo>
                  <a:pt x="1021391" y="1267400"/>
                </a:moveTo>
                <a:lnTo>
                  <a:pt x="1020160" y="1268221"/>
                </a:lnTo>
                <a:lnTo>
                  <a:pt x="1035175" y="1285113"/>
                </a:lnTo>
                <a:lnTo>
                  <a:pt x="1076503" y="1348090"/>
                </a:lnTo>
                <a:lnTo>
                  <a:pt x="1092247" y="1348090"/>
                </a:lnTo>
                <a:lnTo>
                  <a:pt x="1092299" y="1348018"/>
                </a:lnTo>
                <a:lnTo>
                  <a:pt x="1092240" y="1348089"/>
                </a:lnTo>
                <a:lnTo>
                  <a:pt x="1078464" y="1348089"/>
                </a:lnTo>
                <a:lnTo>
                  <a:pt x="1037135" y="1285113"/>
                </a:lnTo>
                <a:close/>
                <a:moveTo>
                  <a:pt x="3038618" y="1263465"/>
                </a:moveTo>
                <a:lnTo>
                  <a:pt x="3042554" y="1271336"/>
                </a:lnTo>
                <a:lnTo>
                  <a:pt x="3038618" y="1277240"/>
                </a:lnTo>
                <a:lnTo>
                  <a:pt x="3026810" y="1277240"/>
                </a:lnTo>
                <a:lnTo>
                  <a:pt x="3026810" y="1271336"/>
                </a:lnTo>
                <a:close/>
                <a:moveTo>
                  <a:pt x="5313629" y="1239847"/>
                </a:moveTo>
                <a:lnTo>
                  <a:pt x="5313628" y="1239849"/>
                </a:lnTo>
                <a:lnTo>
                  <a:pt x="5329372" y="1255593"/>
                </a:lnTo>
                <a:lnTo>
                  <a:pt x="5325436" y="1275274"/>
                </a:lnTo>
                <a:lnTo>
                  <a:pt x="5313628" y="1287082"/>
                </a:lnTo>
                <a:lnTo>
                  <a:pt x="5313626" y="1287098"/>
                </a:lnTo>
                <a:lnTo>
                  <a:pt x="5313628" y="1287082"/>
                </a:lnTo>
                <a:lnTo>
                  <a:pt x="5325436" y="1275274"/>
                </a:lnTo>
                <a:lnTo>
                  <a:pt x="5329373" y="1255593"/>
                </a:lnTo>
                <a:lnTo>
                  <a:pt x="5313628" y="1239849"/>
                </a:lnTo>
                <a:close/>
                <a:moveTo>
                  <a:pt x="3119306" y="1192616"/>
                </a:moveTo>
                <a:lnTo>
                  <a:pt x="3125211" y="1200488"/>
                </a:lnTo>
                <a:lnTo>
                  <a:pt x="3129148" y="1216232"/>
                </a:lnTo>
                <a:lnTo>
                  <a:pt x="3121275" y="1216232"/>
                </a:lnTo>
                <a:lnTo>
                  <a:pt x="3111434" y="1204424"/>
                </a:lnTo>
                <a:close/>
                <a:moveTo>
                  <a:pt x="2723733" y="1151288"/>
                </a:moveTo>
                <a:lnTo>
                  <a:pt x="2725701" y="1170968"/>
                </a:lnTo>
                <a:lnTo>
                  <a:pt x="2719797" y="1186712"/>
                </a:lnTo>
                <a:lnTo>
                  <a:pt x="2715862" y="1202456"/>
                </a:lnTo>
                <a:lnTo>
                  <a:pt x="2702085" y="1190648"/>
                </a:lnTo>
                <a:lnTo>
                  <a:pt x="2702085" y="1163096"/>
                </a:lnTo>
                <a:lnTo>
                  <a:pt x="2709957" y="1157192"/>
                </a:lnTo>
                <a:close/>
                <a:moveTo>
                  <a:pt x="5836158" y="1144377"/>
                </a:moveTo>
                <a:lnTo>
                  <a:pt x="5809569" y="1172936"/>
                </a:lnTo>
                <a:lnTo>
                  <a:pt x="5792465" y="1199161"/>
                </a:lnTo>
                <a:lnTo>
                  <a:pt x="5811537" y="1172938"/>
                </a:lnTo>
                <a:close/>
                <a:moveTo>
                  <a:pt x="2652887" y="1117832"/>
                </a:moveTo>
                <a:lnTo>
                  <a:pt x="2650919" y="1131608"/>
                </a:lnTo>
                <a:lnTo>
                  <a:pt x="2623367" y="1155224"/>
                </a:lnTo>
                <a:lnTo>
                  <a:pt x="2603686" y="1157192"/>
                </a:lnTo>
                <a:lnTo>
                  <a:pt x="2607622" y="1131608"/>
                </a:lnTo>
                <a:lnTo>
                  <a:pt x="2623367" y="1119800"/>
                </a:lnTo>
                <a:close/>
                <a:moveTo>
                  <a:pt x="2747350" y="1094216"/>
                </a:moveTo>
                <a:lnTo>
                  <a:pt x="2763095" y="1094216"/>
                </a:lnTo>
                <a:lnTo>
                  <a:pt x="2768999" y="1102088"/>
                </a:lnTo>
                <a:lnTo>
                  <a:pt x="2763095" y="1117832"/>
                </a:lnTo>
                <a:lnTo>
                  <a:pt x="2751287" y="1107992"/>
                </a:lnTo>
                <a:close/>
                <a:moveTo>
                  <a:pt x="90528" y="1090281"/>
                </a:moveTo>
                <a:lnTo>
                  <a:pt x="110209" y="1092249"/>
                </a:lnTo>
                <a:lnTo>
                  <a:pt x="139729" y="1092249"/>
                </a:lnTo>
                <a:lnTo>
                  <a:pt x="167281" y="1107993"/>
                </a:lnTo>
                <a:lnTo>
                  <a:pt x="184993" y="1111929"/>
                </a:lnTo>
                <a:lnTo>
                  <a:pt x="181057" y="1119801"/>
                </a:lnTo>
                <a:lnTo>
                  <a:pt x="163345" y="1123737"/>
                </a:lnTo>
                <a:lnTo>
                  <a:pt x="151537" y="1127673"/>
                </a:lnTo>
                <a:lnTo>
                  <a:pt x="122017" y="1107993"/>
                </a:lnTo>
                <a:lnTo>
                  <a:pt x="94464" y="1115865"/>
                </a:lnTo>
                <a:lnTo>
                  <a:pt x="86592" y="1104057"/>
                </a:lnTo>
                <a:close/>
                <a:moveTo>
                  <a:pt x="2780807" y="1078472"/>
                </a:moveTo>
                <a:lnTo>
                  <a:pt x="2796551" y="1088312"/>
                </a:lnTo>
                <a:lnTo>
                  <a:pt x="2796551" y="1096184"/>
                </a:lnTo>
                <a:lnTo>
                  <a:pt x="2784743" y="1096184"/>
                </a:lnTo>
                <a:lnTo>
                  <a:pt x="2776871" y="1088312"/>
                </a:lnTo>
                <a:lnTo>
                  <a:pt x="2776871" y="1080440"/>
                </a:lnTo>
                <a:close/>
                <a:moveTo>
                  <a:pt x="5821049" y="1077161"/>
                </a:moveTo>
                <a:lnTo>
                  <a:pt x="5821377" y="1078471"/>
                </a:lnTo>
                <a:lnTo>
                  <a:pt x="5839089" y="1086343"/>
                </a:lnTo>
                <a:lnTo>
                  <a:pt x="5848702" y="1098360"/>
                </a:lnTo>
                <a:lnTo>
                  <a:pt x="5839089" y="1084377"/>
                </a:lnTo>
                <a:close/>
                <a:moveTo>
                  <a:pt x="2768999" y="1054854"/>
                </a:moveTo>
                <a:lnTo>
                  <a:pt x="2776871" y="1062725"/>
                </a:lnTo>
                <a:lnTo>
                  <a:pt x="2768999" y="1068629"/>
                </a:lnTo>
                <a:lnTo>
                  <a:pt x="2761127" y="1058790"/>
                </a:lnTo>
                <a:close/>
                <a:moveTo>
                  <a:pt x="5331340" y="1046983"/>
                </a:moveTo>
                <a:lnTo>
                  <a:pt x="5313628" y="1062728"/>
                </a:lnTo>
                <a:lnTo>
                  <a:pt x="5313628" y="1111928"/>
                </a:lnTo>
                <a:lnTo>
                  <a:pt x="5319532" y="1184745"/>
                </a:lnTo>
                <a:lnTo>
                  <a:pt x="5331340" y="1198521"/>
                </a:lnTo>
                <a:lnTo>
                  <a:pt x="5331340" y="1222137"/>
                </a:lnTo>
                <a:lnTo>
                  <a:pt x="5331337" y="1222139"/>
                </a:lnTo>
                <a:lnTo>
                  <a:pt x="5331341" y="1222137"/>
                </a:lnTo>
                <a:lnTo>
                  <a:pt x="5331341" y="1198521"/>
                </a:lnTo>
                <a:lnTo>
                  <a:pt x="5319532" y="1184745"/>
                </a:lnTo>
                <a:lnTo>
                  <a:pt x="5313628" y="1111928"/>
                </a:lnTo>
                <a:lnTo>
                  <a:pt x="5313628" y="1062728"/>
                </a:lnTo>
                <a:lnTo>
                  <a:pt x="5331341" y="1046984"/>
                </a:lnTo>
                <a:close/>
                <a:moveTo>
                  <a:pt x="5825313" y="1025335"/>
                </a:moveTo>
                <a:lnTo>
                  <a:pt x="5825313" y="1043047"/>
                </a:lnTo>
                <a:lnTo>
                  <a:pt x="5825309" y="1043056"/>
                </a:lnTo>
                <a:lnTo>
                  <a:pt x="5825313" y="1043048"/>
                </a:lnTo>
                <a:lnTo>
                  <a:pt x="5825313" y="1025336"/>
                </a:lnTo>
                <a:close/>
                <a:moveTo>
                  <a:pt x="5813508" y="1001713"/>
                </a:moveTo>
                <a:lnTo>
                  <a:pt x="5813505" y="1001718"/>
                </a:lnTo>
                <a:lnTo>
                  <a:pt x="5813505" y="1001719"/>
                </a:lnTo>
                <a:close/>
                <a:moveTo>
                  <a:pt x="5806249" y="978632"/>
                </a:moveTo>
                <a:lnTo>
                  <a:pt x="5805633" y="980070"/>
                </a:lnTo>
                <a:lnTo>
                  <a:pt x="5814103" y="985364"/>
                </a:lnTo>
                <a:close/>
                <a:moveTo>
                  <a:pt x="2544645" y="938742"/>
                </a:moveTo>
                <a:lnTo>
                  <a:pt x="2556453" y="938742"/>
                </a:lnTo>
                <a:lnTo>
                  <a:pt x="2560389" y="960390"/>
                </a:lnTo>
                <a:lnTo>
                  <a:pt x="2574165" y="976134"/>
                </a:lnTo>
                <a:lnTo>
                  <a:pt x="2582037" y="972198"/>
                </a:lnTo>
                <a:lnTo>
                  <a:pt x="2609590" y="980070"/>
                </a:lnTo>
                <a:lnTo>
                  <a:pt x="2621397" y="995814"/>
                </a:lnTo>
                <a:lnTo>
                  <a:pt x="2654854" y="1009590"/>
                </a:lnTo>
                <a:lnTo>
                  <a:pt x="2658790" y="1033206"/>
                </a:lnTo>
                <a:lnTo>
                  <a:pt x="2654854" y="1056823"/>
                </a:lnTo>
                <a:lnTo>
                  <a:pt x="2686342" y="1060759"/>
                </a:lnTo>
                <a:lnTo>
                  <a:pt x="2690279" y="1066663"/>
                </a:lnTo>
                <a:lnTo>
                  <a:pt x="2686342" y="1086343"/>
                </a:lnTo>
                <a:lnTo>
                  <a:pt x="2654854" y="1082407"/>
                </a:lnTo>
                <a:lnTo>
                  <a:pt x="2639110" y="1074535"/>
                </a:lnTo>
                <a:lnTo>
                  <a:pt x="2635174" y="1062727"/>
                </a:lnTo>
                <a:lnTo>
                  <a:pt x="2627302" y="1052887"/>
                </a:lnTo>
                <a:lnTo>
                  <a:pt x="2613526" y="1056823"/>
                </a:lnTo>
                <a:lnTo>
                  <a:pt x="2601717" y="1074535"/>
                </a:lnTo>
                <a:lnTo>
                  <a:pt x="2585973" y="1078471"/>
                </a:lnTo>
                <a:lnTo>
                  <a:pt x="2568261" y="1106023"/>
                </a:lnTo>
                <a:lnTo>
                  <a:pt x="2552516" y="1113895"/>
                </a:lnTo>
                <a:lnTo>
                  <a:pt x="2548580" y="1078471"/>
                </a:lnTo>
                <a:lnTo>
                  <a:pt x="2513156" y="1074535"/>
                </a:lnTo>
                <a:lnTo>
                  <a:pt x="2511188" y="1066663"/>
                </a:lnTo>
                <a:lnTo>
                  <a:pt x="2536772" y="1013526"/>
                </a:lnTo>
                <a:lnTo>
                  <a:pt x="2536772" y="960390"/>
                </a:lnTo>
                <a:lnTo>
                  <a:pt x="2540708" y="946614"/>
                </a:lnTo>
                <a:close/>
                <a:moveTo>
                  <a:pt x="2570230" y="919062"/>
                </a:moveTo>
                <a:lnTo>
                  <a:pt x="2578102" y="926934"/>
                </a:lnTo>
                <a:lnTo>
                  <a:pt x="2580070" y="944646"/>
                </a:lnTo>
                <a:lnTo>
                  <a:pt x="2570230" y="944646"/>
                </a:lnTo>
                <a:lnTo>
                  <a:pt x="2566293" y="926934"/>
                </a:lnTo>
                <a:close/>
                <a:moveTo>
                  <a:pt x="2589909" y="915126"/>
                </a:moveTo>
                <a:lnTo>
                  <a:pt x="2595814" y="922998"/>
                </a:lnTo>
                <a:lnTo>
                  <a:pt x="2603686" y="930870"/>
                </a:lnTo>
                <a:lnTo>
                  <a:pt x="2607621" y="938742"/>
                </a:lnTo>
                <a:lnTo>
                  <a:pt x="2595814" y="938742"/>
                </a:lnTo>
                <a:lnTo>
                  <a:pt x="2584006" y="922998"/>
                </a:lnTo>
                <a:close/>
                <a:moveTo>
                  <a:pt x="5813505" y="895447"/>
                </a:moveTo>
                <a:lnTo>
                  <a:pt x="5813504" y="895451"/>
                </a:lnTo>
                <a:lnTo>
                  <a:pt x="5813505" y="895447"/>
                </a:lnTo>
                <a:close/>
                <a:moveTo>
                  <a:pt x="5384480" y="895445"/>
                </a:moveTo>
                <a:lnTo>
                  <a:pt x="5384476" y="895446"/>
                </a:lnTo>
                <a:lnTo>
                  <a:pt x="5372668" y="911190"/>
                </a:lnTo>
                <a:lnTo>
                  <a:pt x="5384476" y="930870"/>
                </a:lnTo>
                <a:lnTo>
                  <a:pt x="5376604" y="984007"/>
                </a:lnTo>
                <a:lnTo>
                  <a:pt x="5358892" y="1009591"/>
                </a:lnTo>
                <a:lnTo>
                  <a:pt x="5372668" y="1037143"/>
                </a:lnTo>
                <a:lnTo>
                  <a:pt x="5358892" y="1050920"/>
                </a:lnTo>
                <a:lnTo>
                  <a:pt x="5358893" y="1050920"/>
                </a:lnTo>
                <a:lnTo>
                  <a:pt x="5372669" y="1037143"/>
                </a:lnTo>
                <a:lnTo>
                  <a:pt x="5358893" y="1009591"/>
                </a:lnTo>
                <a:lnTo>
                  <a:pt x="5376605" y="984007"/>
                </a:lnTo>
                <a:lnTo>
                  <a:pt x="5384477" y="930870"/>
                </a:lnTo>
                <a:lnTo>
                  <a:pt x="5372669" y="911190"/>
                </a:lnTo>
                <a:lnTo>
                  <a:pt x="5384477" y="895446"/>
                </a:lnTo>
                <a:close/>
                <a:moveTo>
                  <a:pt x="4514613" y="879703"/>
                </a:moveTo>
                <a:lnTo>
                  <a:pt x="4536261" y="879703"/>
                </a:lnTo>
                <a:lnTo>
                  <a:pt x="4540197" y="891511"/>
                </a:lnTo>
                <a:lnTo>
                  <a:pt x="4559877" y="891511"/>
                </a:lnTo>
                <a:lnTo>
                  <a:pt x="4567749" y="887575"/>
                </a:lnTo>
                <a:lnTo>
                  <a:pt x="4571686" y="895447"/>
                </a:lnTo>
                <a:lnTo>
                  <a:pt x="4559877" y="903319"/>
                </a:lnTo>
                <a:lnTo>
                  <a:pt x="4563813" y="913159"/>
                </a:lnTo>
                <a:lnTo>
                  <a:pt x="4563813" y="936775"/>
                </a:lnTo>
                <a:lnTo>
                  <a:pt x="4571686" y="936775"/>
                </a:lnTo>
                <a:lnTo>
                  <a:pt x="4577590" y="948584"/>
                </a:lnTo>
                <a:lnTo>
                  <a:pt x="4589398" y="948584"/>
                </a:lnTo>
                <a:lnTo>
                  <a:pt x="4597270" y="970232"/>
                </a:lnTo>
                <a:lnTo>
                  <a:pt x="4581526" y="1001720"/>
                </a:lnTo>
                <a:lnTo>
                  <a:pt x="4559877" y="1017464"/>
                </a:lnTo>
                <a:lnTo>
                  <a:pt x="4552005" y="1035176"/>
                </a:lnTo>
                <a:lnTo>
                  <a:pt x="4524453" y="1039112"/>
                </a:lnTo>
                <a:lnTo>
                  <a:pt x="4506741" y="1058793"/>
                </a:lnTo>
                <a:lnTo>
                  <a:pt x="4487061" y="1062729"/>
                </a:lnTo>
                <a:lnTo>
                  <a:pt x="4465412" y="1086345"/>
                </a:lnTo>
                <a:lnTo>
                  <a:pt x="4412276" y="1090281"/>
                </a:lnTo>
                <a:lnTo>
                  <a:pt x="4380788" y="1066665"/>
                </a:lnTo>
                <a:lnTo>
                  <a:pt x="4351267" y="1062729"/>
                </a:lnTo>
                <a:lnTo>
                  <a:pt x="4335523" y="1054857"/>
                </a:lnTo>
                <a:lnTo>
                  <a:pt x="4335523" y="1043048"/>
                </a:lnTo>
                <a:lnTo>
                  <a:pt x="4359139" y="1043048"/>
                </a:lnTo>
                <a:lnTo>
                  <a:pt x="4359139" y="1029272"/>
                </a:lnTo>
                <a:lnTo>
                  <a:pt x="4347331" y="1013528"/>
                </a:lnTo>
                <a:lnTo>
                  <a:pt x="4347331" y="1001720"/>
                </a:lnTo>
                <a:lnTo>
                  <a:pt x="4335523" y="997784"/>
                </a:lnTo>
                <a:lnTo>
                  <a:pt x="4302067" y="1001720"/>
                </a:lnTo>
                <a:lnTo>
                  <a:pt x="4306003" y="989912"/>
                </a:lnTo>
                <a:lnTo>
                  <a:pt x="4321747" y="985976"/>
                </a:lnTo>
                <a:lnTo>
                  <a:pt x="4343395" y="982040"/>
                </a:lnTo>
                <a:lnTo>
                  <a:pt x="4363075" y="985976"/>
                </a:lnTo>
                <a:lnTo>
                  <a:pt x="4367012" y="978104"/>
                </a:lnTo>
                <a:lnTo>
                  <a:pt x="4339459" y="966296"/>
                </a:lnTo>
                <a:lnTo>
                  <a:pt x="4351267" y="960392"/>
                </a:lnTo>
                <a:lnTo>
                  <a:pt x="4347331" y="948584"/>
                </a:lnTo>
                <a:lnTo>
                  <a:pt x="4309939" y="948584"/>
                </a:lnTo>
                <a:lnTo>
                  <a:pt x="4290259" y="952520"/>
                </a:lnTo>
                <a:lnTo>
                  <a:pt x="4286323" y="940711"/>
                </a:lnTo>
                <a:lnTo>
                  <a:pt x="4313875" y="909223"/>
                </a:lnTo>
                <a:lnTo>
                  <a:pt x="4321747" y="913159"/>
                </a:lnTo>
                <a:lnTo>
                  <a:pt x="4323715" y="921031"/>
                </a:lnTo>
                <a:lnTo>
                  <a:pt x="4339459" y="917095"/>
                </a:lnTo>
                <a:lnTo>
                  <a:pt x="4327651" y="903319"/>
                </a:lnTo>
                <a:lnTo>
                  <a:pt x="4321747" y="883639"/>
                </a:lnTo>
                <a:lnTo>
                  <a:pt x="4339459" y="883639"/>
                </a:lnTo>
                <a:lnTo>
                  <a:pt x="4367012" y="907255"/>
                </a:lnTo>
                <a:lnTo>
                  <a:pt x="4363075" y="928903"/>
                </a:lnTo>
                <a:lnTo>
                  <a:pt x="4370948" y="952520"/>
                </a:lnTo>
                <a:lnTo>
                  <a:pt x="4380788" y="960392"/>
                </a:lnTo>
                <a:lnTo>
                  <a:pt x="4384724" y="952520"/>
                </a:lnTo>
                <a:lnTo>
                  <a:pt x="4380788" y="944647"/>
                </a:lnTo>
                <a:lnTo>
                  <a:pt x="4400468" y="940711"/>
                </a:lnTo>
                <a:lnTo>
                  <a:pt x="4404404" y="932839"/>
                </a:lnTo>
                <a:lnTo>
                  <a:pt x="4392596" y="921031"/>
                </a:lnTo>
                <a:lnTo>
                  <a:pt x="4400468" y="917095"/>
                </a:lnTo>
                <a:lnTo>
                  <a:pt x="4412276" y="917095"/>
                </a:lnTo>
                <a:lnTo>
                  <a:pt x="4424084" y="932839"/>
                </a:lnTo>
                <a:lnTo>
                  <a:pt x="4424084" y="913159"/>
                </a:lnTo>
                <a:lnTo>
                  <a:pt x="4445732" y="909223"/>
                </a:lnTo>
                <a:lnTo>
                  <a:pt x="4457540" y="924967"/>
                </a:lnTo>
                <a:lnTo>
                  <a:pt x="4465412" y="921031"/>
                </a:lnTo>
                <a:lnTo>
                  <a:pt x="4461476" y="909223"/>
                </a:lnTo>
                <a:lnTo>
                  <a:pt x="4475253" y="907255"/>
                </a:lnTo>
                <a:lnTo>
                  <a:pt x="4490997" y="913159"/>
                </a:lnTo>
                <a:lnTo>
                  <a:pt x="4514613" y="907255"/>
                </a:lnTo>
                <a:close/>
                <a:moveTo>
                  <a:pt x="356214" y="879702"/>
                </a:moveTo>
                <a:lnTo>
                  <a:pt x="368022" y="879702"/>
                </a:lnTo>
                <a:lnTo>
                  <a:pt x="368022" y="883638"/>
                </a:lnTo>
                <a:lnTo>
                  <a:pt x="371958" y="891510"/>
                </a:lnTo>
                <a:lnTo>
                  <a:pt x="368022" y="899382"/>
                </a:lnTo>
                <a:close/>
                <a:moveTo>
                  <a:pt x="5628511" y="836405"/>
                </a:moveTo>
                <a:lnTo>
                  <a:pt x="5628511" y="836406"/>
                </a:lnTo>
                <a:lnTo>
                  <a:pt x="5628521" y="836411"/>
                </a:lnTo>
                <a:close/>
                <a:moveTo>
                  <a:pt x="2855595" y="816725"/>
                </a:moveTo>
                <a:lnTo>
                  <a:pt x="2871339" y="816725"/>
                </a:lnTo>
                <a:lnTo>
                  <a:pt x="2883146" y="826564"/>
                </a:lnTo>
                <a:lnTo>
                  <a:pt x="2867402" y="826564"/>
                </a:lnTo>
                <a:lnTo>
                  <a:pt x="2855595" y="820660"/>
                </a:lnTo>
                <a:close/>
                <a:moveTo>
                  <a:pt x="2522996" y="816725"/>
                </a:moveTo>
                <a:lnTo>
                  <a:pt x="2530869" y="820660"/>
                </a:lnTo>
                <a:lnTo>
                  <a:pt x="2517092" y="826564"/>
                </a:lnTo>
                <a:lnTo>
                  <a:pt x="2511188" y="822628"/>
                </a:lnTo>
                <a:lnTo>
                  <a:pt x="2513157" y="820660"/>
                </a:lnTo>
                <a:close/>
                <a:moveTo>
                  <a:pt x="5457295" y="808853"/>
                </a:moveTo>
                <a:lnTo>
                  <a:pt x="5457293" y="808853"/>
                </a:lnTo>
                <a:lnTo>
                  <a:pt x="5449421" y="820661"/>
                </a:lnTo>
                <a:lnTo>
                  <a:pt x="5425805" y="840342"/>
                </a:lnTo>
                <a:lnTo>
                  <a:pt x="5433677" y="844278"/>
                </a:lnTo>
                <a:lnTo>
                  <a:pt x="5433677" y="858054"/>
                </a:lnTo>
                <a:lnTo>
                  <a:pt x="5433665" y="858065"/>
                </a:lnTo>
                <a:lnTo>
                  <a:pt x="5433677" y="858054"/>
                </a:lnTo>
                <a:lnTo>
                  <a:pt x="5433677" y="842310"/>
                </a:lnTo>
                <a:lnTo>
                  <a:pt x="5425805" y="840342"/>
                </a:lnTo>
                <a:lnTo>
                  <a:pt x="5449422" y="820661"/>
                </a:lnTo>
                <a:lnTo>
                  <a:pt x="5457294" y="808853"/>
                </a:lnTo>
                <a:close/>
                <a:moveTo>
                  <a:pt x="2808362" y="804917"/>
                </a:moveTo>
                <a:lnTo>
                  <a:pt x="2837882" y="808853"/>
                </a:lnTo>
                <a:lnTo>
                  <a:pt x="2837882" y="824597"/>
                </a:lnTo>
                <a:lnTo>
                  <a:pt x="2841819" y="830501"/>
                </a:lnTo>
                <a:lnTo>
                  <a:pt x="2841819" y="838373"/>
                </a:lnTo>
                <a:lnTo>
                  <a:pt x="2816234" y="850181"/>
                </a:lnTo>
                <a:lnTo>
                  <a:pt x="2792618" y="854117"/>
                </a:lnTo>
                <a:lnTo>
                  <a:pt x="2784745" y="846245"/>
                </a:lnTo>
                <a:lnTo>
                  <a:pt x="2780809" y="824597"/>
                </a:lnTo>
                <a:close/>
                <a:moveTo>
                  <a:pt x="5352988" y="800981"/>
                </a:moveTo>
                <a:lnTo>
                  <a:pt x="5360860" y="800981"/>
                </a:lnTo>
                <a:lnTo>
                  <a:pt x="5360860" y="804917"/>
                </a:lnTo>
                <a:lnTo>
                  <a:pt x="5352988" y="812789"/>
                </a:lnTo>
                <a:lnTo>
                  <a:pt x="5341180" y="814757"/>
                </a:lnTo>
                <a:lnTo>
                  <a:pt x="5331340" y="822629"/>
                </a:lnTo>
                <a:lnTo>
                  <a:pt x="5335276" y="812789"/>
                </a:lnTo>
                <a:close/>
                <a:moveTo>
                  <a:pt x="1993600" y="795078"/>
                </a:moveTo>
                <a:lnTo>
                  <a:pt x="2013280" y="795078"/>
                </a:lnTo>
                <a:lnTo>
                  <a:pt x="2017216" y="797046"/>
                </a:lnTo>
                <a:lnTo>
                  <a:pt x="2009344" y="800981"/>
                </a:lnTo>
                <a:lnTo>
                  <a:pt x="1997536" y="797046"/>
                </a:lnTo>
                <a:close/>
                <a:moveTo>
                  <a:pt x="5384477" y="795077"/>
                </a:moveTo>
                <a:lnTo>
                  <a:pt x="5392349" y="795077"/>
                </a:lnTo>
                <a:lnTo>
                  <a:pt x="5392349" y="797045"/>
                </a:lnTo>
                <a:lnTo>
                  <a:pt x="5380541" y="800981"/>
                </a:lnTo>
                <a:lnTo>
                  <a:pt x="5376605" y="797045"/>
                </a:lnTo>
                <a:close/>
                <a:moveTo>
                  <a:pt x="2729642" y="789172"/>
                </a:moveTo>
                <a:lnTo>
                  <a:pt x="2739483" y="789172"/>
                </a:lnTo>
                <a:lnTo>
                  <a:pt x="2739483" y="800980"/>
                </a:lnTo>
                <a:lnTo>
                  <a:pt x="2729642" y="797044"/>
                </a:lnTo>
                <a:close/>
                <a:moveTo>
                  <a:pt x="2841817" y="785236"/>
                </a:moveTo>
                <a:lnTo>
                  <a:pt x="2837882" y="797044"/>
                </a:lnTo>
                <a:lnTo>
                  <a:pt x="2830009" y="797044"/>
                </a:lnTo>
                <a:lnTo>
                  <a:pt x="2830009" y="789172"/>
                </a:lnTo>
                <a:close/>
                <a:moveTo>
                  <a:pt x="5486813" y="783269"/>
                </a:moveTo>
                <a:lnTo>
                  <a:pt x="5486809" y="783280"/>
                </a:lnTo>
                <a:lnTo>
                  <a:pt x="5486814" y="783269"/>
                </a:lnTo>
                <a:close/>
                <a:moveTo>
                  <a:pt x="2086097" y="781301"/>
                </a:moveTo>
                <a:lnTo>
                  <a:pt x="2095938" y="781301"/>
                </a:lnTo>
                <a:lnTo>
                  <a:pt x="2095938" y="785237"/>
                </a:lnTo>
                <a:lnTo>
                  <a:pt x="2086097" y="795076"/>
                </a:lnTo>
                <a:lnTo>
                  <a:pt x="2078225" y="791140"/>
                </a:lnTo>
                <a:lnTo>
                  <a:pt x="2078225" y="785237"/>
                </a:lnTo>
                <a:close/>
                <a:moveTo>
                  <a:pt x="5768258" y="779311"/>
                </a:moveTo>
                <a:lnTo>
                  <a:pt x="5768240" y="779332"/>
                </a:lnTo>
                <a:lnTo>
                  <a:pt x="5768240" y="795077"/>
                </a:lnTo>
                <a:lnTo>
                  <a:pt x="5781022" y="799993"/>
                </a:lnTo>
                <a:lnTo>
                  <a:pt x="5768241" y="793110"/>
                </a:lnTo>
                <a:lnTo>
                  <a:pt x="5768241" y="779334"/>
                </a:lnTo>
                <a:close/>
                <a:moveTo>
                  <a:pt x="1968017" y="777365"/>
                </a:moveTo>
                <a:lnTo>
                  <a:pt x="1975889" y="781301"/>
                </a:lnTo>
                <a:lnTo>
                  <a:pt x="1975889" y="789173"/>
                </a:lnTo>
                <a:lnTo>
                  <a:pt x="1960144" y="793109"/>
                </a:lnTo>
                <a:lnTo>
                  <a:pt x="1948336" y="804917"/>
                </a:lnTo>
                <a:lnTo>
                  <a:pt x="1918816" y="804917"/>
                </a:lnTo>
                <a:lnTo>
                  <a:pt x="1899136" y="800981"/>
                </a:lnTo>
                <a:lnTo>
                  <a:pt x="1910943" y="785237"/>
                </a:lnTo>
                <a:lnTo>
                  <a:pt x="1940464" y="785237"/>
                </a:lnTo>
                <a:close/>
                <a:moveTo>
                  <a:pt x="5410061" y="773429"/>
                </a:moveTo>
                <a:lnTo>
                  <a:pt x="5417933" y="777365"/>
                </a:lnTo>
                <a:lnTo>
                  <a:pt x="5429741" y="773429"/>
                </a:lnTo>
                <a:lnTo>
                  <a:pt x="5437613" y="777365"/>
                </a:lnTo>
                <a:lnTo>
                  <a:pt x="5425805" y="785237"/>
                </a:lnTo>
                <a:lnTo>
                  <a:pt x="5417933" y="797045"/>
                </a:lnTo>
                <a:lnTo>
                  <a:pt x="5406125" y="800981"/>
                </a:lnTo>
                <a:lnTo>
                  <a:pt x="5402189" y="797045"/>
                </a:lnTo>
                <a:lnTo>
                  <a:pt x="5406125" y="785237"/>
                </a:lnTo>
                <a:close/>
                <a:moveTo>
                  <a:pt x="5380541" y="773429"/>
                </a:moveTo>
                <a:lnTo>
                  <a:pt x="5394317" y="773429"/>
                </a:lnTo>
                <a:lnTo>
                  <a:pt x="5394317" y="781301"/>
                </a:lnTo>
                <a:lnTo>
                  <a:pt x="5380541" y="781301"/>
                </a:lnTo>
                <a:lnTo>
                  <a:pt x="5376605" y="777365"/>
                </a:lnTo>
                <a:close/>
                <a:moveTo>
                  <a:pt x="2133331" y="773429"/>
                </a:moveTo>
                <a:lnTo>
                  <a:pt x="2133331" y="781301"/>
                </a:lnTo>
                <a:lnTo>
                  <a:pt x="2125458" y="785237"/>
                </a:lnTo>
                <a:lnTo>
                  <a:pt x="2119554" y="781301"/>
                </a:lnTo>
                <a:lnTo>
                  <a:pt x="2125458" y="777365"/>
                </a:lnTo>
                <a:close/>
                <a:moveTo>
                  <a:pt x="5650159" y="771461"/>
                </a:moveTo>
                <a:lnTo>
                  <a:pt x="5631136" y="779070"/>
                </a:lnTo>
                <a:lnTo>
                  <a:pt x="5632447" y="779332"/>
                </a:lnTo>
                <a:lnTo>
                  <a:pt x="5652126" y="771461"/>
                </a:lnTo>
                <a:close/>
                <a:moveTo>
                  <a:pt x="5707230" y="759654"/>
                </a:moveTo>
                <a:lnTo>
                  <a:pt x="5683615" y="779332"/>
                </a:lnTo>
                <a:lnTo>
                  <a:pt x="5685584" y="779332"/>
                </a:lnTo>
                <a:close/>
                <a:moveTo>
                  <a:pt x="5539950" y="759653"/>
                </a:moveTo>
                <a:lnTo>
                  <a:pt x="5532078" y="783269"/>
                </a:lnTo>
                <a:lnTo>
                  <a:pt x="5516334" y="787205"/>
                </a:lnTo>
                <a:lnTo>
                  <a:pt x="5532078" y="783269"/>
                </a:lnTo>
                <a:lnTo>
                  <a:pt x="5539950" y="759653"/>
                </a:lnTo>
                <a:close/>
                <a:moveTo>
                  <a:pt x="5555694" y="759653"/>
                </a:moveTo>
                <a:lnTo>
                  <a:pt x="5555694" y="759653"/>
                </a:lnTo>
                <a:lnTo>
                  <a:pt x="5555694" y="759653"/>
                </a:lnTo>
                <a:lnTo>
                  <a:pt x="5559630" y="775397"/>
                </a:lnTo>
                <a:lnTo>
                  <a:pt x="5581279" y="787205"/>
                </a:lnTo>
                <a:lnTo>
                  <a:pt x="5600959" y="787205"/>
                </a:lnTo>
                <a:lnTo>
                  <a:pt x="5638351" y="812789"/>
                </a:lnTo>
                <a:lnTo>
                  <a:pt x="5628516" y="836395"/>
                </a:lnTo>
                <a:lnTo>
                  <a:pt x="5640319" y="812789"/>
                </a:lnTo>
                <a:lnTo>
                  <a:pt x="5602927" y="787204"/>
                </a:lnTo>
                <a:lnTo>
                  <a:pt x="5583247" y="787204"/>
                </a:lnTo>
                <a:lnTo>
                  <a:pt x="5559630" y="775396"/>
                </a:lnTo>
                <a:close/>
                <a:moveTo>
                  <a:pt x="5421869" y="755717"/>
                </a:moveTo>
                <a:lnTo>
                  <a:pt x="5429741" y="755717"/>
                </a:lnTo>
                <a:lnTo>
                  <a:pt x="5413997" y="765557"/>
                </a:lnTo>
                <a:lnTo>
                  <a:pt x="5406125" y="769493"/>
                </a:lnTo>
                <a:lnTo>
                  <a:pt x="5398253" y="765557"/>
                </a:lnTo>
                <a:lnTo>
                  <a:pt x="5402189" y="763589"/>
                </a:lnTo>
                <a:close/>
                <a:moveTo>
                  <a:pt x="2739481" y="755716"/>
                </a:moveTo>
                <a:lnTo>
                  <a:pt x="2751289" y="755716"/>
                </a:lnTo>
                <a:lnTo>
                  <a:pt x="2751289" y="767524"/>
                </a:lnTo>
                <a:lnTo>
                  <a:pt x="2731608" y="777364"/>
                </a:lnTo>
                <a:lnTo>
                  <a:pt x="2711928" y="777364"/>
                </a:lnTo>
                <a:lnTo>
                  <a:pt x="2711928" y="773428"/>
                </a:lnTo>
                <a:lnTo>
                  <a:pt x="2727672" y="767524"/>
                </a:lnTo>
                <a:lnTo>
                  <a:pt x="2727672" y="759652"/>
                </a:lnTo>
                <a:close/>
                <a:moveTo>
                  <a:pt x="2780810" y="751780"/>
                </a:moveTo>
                <a:lnTo>
                  <a:pt x="2788682" y="751780"/>
                </a:lnTo>
                <a:lnTo>
                  <a:pt x="2792618" y="755716"/>
                </a:lnTo>
                <a:lnTo>
                  <a:pt x="2780810" y="767524"/>
                </a:lnTo>
                <a:lnTo>
                  <a:pt x="2776874" y="755716"/>
                </a:lnTo>
                <a:close/>
                <a:moveTo>
                  <a:pt x="5799995" y="750450"/>
                </a:moveTo>
                <a:lnTo>
                  <a:pt x="5787921" y="754979"/>
                </a:lnTo>
                <a:lnTo>
                  <a:pt x="5787921" y="755156"/>
                </a:lnTo>
                <a:lnTo>
                  <a:pt x="5799729" y="751782"/>
                </a:lnTo>
                <a:close/>
                <a:moveTo>
                  <a:pt x="5463197" y="743909"/>
                </a:moveTo>
                <a:lnTo>
                  <a:pt x="5475005" y="747845"/>
                </a:lnTo>
                <a:lnTo>
                  <a:pt x="5463197" y="755717"/>
                </a:lnTo>
                <a:lnTo>
                  <a:pt x="5459261" y="763589"/>
                </a:lnTo>
                <a:lnTo>
                  <a:pt x="5447453" y="763589"/>
                </a:lnTo>
                <a:lnTo>
                  <a:pt x="5439581" y="763589"/>
                </a:lnTo>
                <a:lnTo>
                  <a:pt x="5443517" y="751781"/>
                </a:lnTo>
                <a:close/>
                <a:moveTo>
                  <a:pt x="6350774" y="741941"/>
                </a:moveTo>
                <a:lnTo>
                  <a:pt x="6362582" y="753749"/>
                </a:lnTo>
                <a:lnTo>
                  <a:pt x="6382262" y="757685"/>
                </a:lnTo>
                <a:lnTo>
                  <a:pt x="6380294" y="771461"/>
                </a:lnTo>
                <a:lnTo>
                  <a:pt x="6352742" y="779333"/>
                </a:lnTo>
                <a:lnTo>
                  <a:pt x="6317317" y="775397"/>
                </a:lnTo>
                <a:lnTo>
                  <a:pt x="6319285" y="763589"/>
                </a:lnTo>
                <a:lnTo>
                  <a:pt x="6325189" y="743909"/>
                </a:lnTo>
                <a:close/>
                <a:moveTo>
                  <a:pt x="2759162" y="736036"/>
                </a:moveTo>
                <a:lnTo>
                  <a:pt x="2765067" y="736036"/>
                </a:lnTo>
                <a:lnTo>
                  <a:pt x="2743418" y="747844"/>
                </a:lnTo>
                <a:lnTo>
                  <a:pt x="2735545" y="747844"/>
                </a:lnTo>
                <a:lnTo>
                  <a:pt x="2735545" y="743908"/>
                </a:lnTo>
                <a:close/>
                <a:moveTo>
                  <a:pt x="2719801" y="736036"/>
                </a:moveTo>
                <a:lnTo>
                  <a:pt x="2719801" y="739972"/>
                </a:lnTo>
                <a:lnTo>
                  <a:pt x="2702089" y="747844"/>
                </a:lnTo>
                <a:lnTo>
                  <a:pt x="2696185" y="743908"/>
                </a:lnTo>
                <a:lnTo>
                  <a:pt x="2698153" y="739972"/>
                </a:lnTo>
                <a:close/>
                <a:moveTo>
                  <a:pt x="2200244" y="732101"/>
                </a:moveTo>
                <a:lnTo>
                  <a:pt x="2210085" y="736037"/>
                </a:lnTo>
                <a:lnTo>
                  <a:pt x="2225829" y="743909"/>
                </a:lnTo>
                <a:lnTo>
                  <a:pt x="2233701" y="751781"/>
                </a:lnTo>
                <a:lnTo>
                  <a:pt x="2239606" y="755717"/>
                </a:lnTo>
                <a:lnTo>
                  <a:pt x="2243542" y="759653"/>
                </a:lnTo>
                <a:lnTo>
                  <a:pt x="2271094" y="779333"/>
                </a:lnTo>
                <a:lnTo>
                  <a:pt x="2259286" y="787205"/>
                </a:lnTo>
                <a:lnTo>
                  <a:pt x="2239606" y="795077"/>
                </a:lnTo>
                <a:lnTo>
                  <a:pt x="2229765" y="795077"/>
                </a:lnTo>
                <a:lnTo>
                  <a:pt x="2206149" y="783269"/>
                </a:lnTo>
                <a:lnTo>
                  <a:pt x="2176628" y="779333"/>
                </a:lnTo>
                <a:lnTo>
                  <a:pt x="2158916" y="779333"/>
                </a:lnTo>
                <a:lnTo>
                  <a:pt x="2151044" y="767525"/>
                </a:lnTo>
                <a:lnTo>
                  <a:pt x="2188436" y="755717"/>
                </a:lnTo>
                <a:lnTo>
                  <a:pt x="2188436" y="739973"/>
                </a:lnTo>
                <a:close/>
                <a:moveTo>
                  <a:pt x="5707232" y="730132"/>
                </a:moveTo>
                <a:lnTo>
                  <a:pt x="5707231" y="730133"/>
                </a:lnTo>
                <a:lnTo>
                  <a:pt x="5707231" y="759653"/>
                </a:lnTo>
                <a:lnTo>
                  <a:pt x="5707232" y="759652"/>
                </a:lnTo>
                <a:close/>
                <a:moveTo>
                  <a:pt x="5490750" y="728165"/>
                </a:moveTo>
                <a:lnTo>
                  <a:pt x="5500590" y="728165"/>
                </a:lnTo>
                <a:lnTo>
                  <a:pt x="5500590" y="736037"/>
                </a:lnTo>
                <a:lnTo>
                  <a:pt x="5490750" y="743909"/>
                </a:lnTo>
                <a:lnTo>
                  <a:pt x="5471070" y="739973"/>
                </a:lnTo>
                <a:lnTo>
                  <a:pt x="5478942" y="732101"/>
                </a:lnTo>
                <a:close/>
                <a:moveTo>
                  <a:pt x="5500590" y="718324"/>
                </a:moveTo>
                <a:lnTo>
                  <a:pt x="5516334" y="718324"/>
                </a:lnTo>
                <a:lnTo>
                  <a:pt x="5520270" y="724228"/>
                </a:lnTo>
                <a:lnTo>
                  <a:pt x="5496654" y="724228"/>
                </a:lnTo>
                <a:lnTo>
                  <a:pt x="5496654" y="722260"/>
                </a:lnTo>
                <a:close/>
                <a:moveTo>
                  <a:pt x="5760278" y="716363"/>
                </a:moveTo>
                <a:lnTo>
                  <a:pt x="5732815" y="718324"/>
                </a:lnTo>
                <a:lnTo>
                  <a:pt x="5707249" y="730125"/>
                </a:lnTo>
                <a:lnTo>
                  <a:pt x="5734784" y="718324"/>
                </a:lnTo>
                <a:close/>
                <a:moveTo>
                  <a:pt x="9745603" y="708485"/>
                </a:moveTo>
                <a:lnTo>
                  <a:pt x="9771187" y="718325"/>
                </a:lnTo>
                <a:lnTo>
                  <a:pt x="9771187" y="724229"/>
                </a:lnTo>
                <a:lnTo>
                  <a:pt x="9765283" y="730133"/>
                </a:lnTo>
                <a:lnTo>
                  <a:pt x="9749539" y="728165"/>
                </a:lnTo>
                <a:lnTo>
                  <a:pt x="9727891" y="720293"/>
                </a:lnTo>
                <a:lnTo>
                  <a:pt x="9735763" y="712421"/>
                </a:lnTo>
                <a:close/>
                <a:moveTo>
                  <a:pt x="5500590" y="706516"/>
                </a:moveTo>
                <a:lnTo>
                  <a:pt x="5516334" y="706516"/>
                </a:lnTo>
                <a:lnTo>
                  <a:pt x="5516334" y="710452"/>
                </a:lnTo>
                <a:lnTo>
                  <a:pt x="5500590" y="710452"/>
                </a:lnTo>
                <a:close/>
                <a:moveTo>
                  <a:pt x="6634168" y="704549"/>
                </a:moveTo>
                <a:lnTo>
                  <a:pt x="6661720" y="718325"/>
                </a:lnTo>
                <a:lnTo>
                  <a:pt x="6661720" y="728165"/>
                </a:lnTo>
                <a:lnTo>
                  <a:pt x="6651880" y="728165"/>
                </a:lnTo>
                <a:lnTo>
                  <a:pt x="6628264" y="718325"/>
                </a:lnTo>
                <a:lnTo>
                  <a:pt x="6620392" y="706517"/>
                </a:lnTo>
                <a:close/>
                <a:moveTo>
                  <a:pt x="5555694" y="704548"/>
                </a:moveTo>
                <a:lnTo>
                  <a:pt x="5559630" y="710452"/>
                </a:lnTo>
                <a:lnTo>
                  <a:pt x="5551758" y="716356"/>
                </a:lnTo>
                <a:lnTo>
                  <a:pt x="5541918" y="716356"/>
                </a:lnTo>
                <a:lnTo>
                  <a:pt x="5547822" y="710452"/>
                </a:lnTo>
                <a:close/>
                <a:moveTo>
                  <a:pt x="5528142" y="704548"/>
                </a:moveTo>
                <a:lnTo>
                  <a:pt x="5532078" y="706516"/>
                </a:lnTo>
                <a:lnTo>
                  <a:pt x="5532078" y="716356"/>
                </a:lnTo>
                <a:lnTo>
                  <a:pt x="5524206" y="716356"/>
                </a:lnTo>
                <a:lnTo>
                  <a:pt x="5520270" y="710452"/>
                </a:lnTo>
                <a:close/>
                <a:moveTo>
                  <a:pt x="5616703" y="694710"/>
                </a:moveTo>
                <a:lnTo>
                  <a:pt x="5618671" y="698646"/>
                </a:lnTo>
                <a:lnTo>
                  <a:pt x="5618671" y="704548"/>
                </a:lnTo>
                <a:lnTo>
                  <a:pt x="5616703" y="704548"/>
                </a:lnTo>
                <a:lnTo>
                  <a:pt x="5612767" y="698646"/>
                </a:lnTo>
                <a:close/>
                <a:moveTo>
                  <a:pt x="5638351" y="688805"/>
                </a:moveTo>
                <a:lnTo>
                  <a:pt x="5640319" y="692741"/>
                </a:lnTo>
                <a:lnTo>
                  <a:pt x="5634415" y="694710"/>
                </a:lnTo>
                <a:lnTo>
                  <a:pt x="5630479" y="692741"/>
                </a:lnTo>
                <a:close/>
                <a:moveTo>
                  <a:pt x="5650159" y="680933"/>
                </a:moveTo>
                <a:lnTo>
                  <a:pt x="5658031" y="680933"/>
                </a:lnTo>
                <a:lnTo>
                  <a:pt x="5654095" y="682902"/>
                </a:lnTo>
                <a:lnTo>
                  <a:pt x="5646223" y="682902"/>
                </a:lnTo>
                <a:close/>
                <a:moveTo>
                  <a:pt x="5616703" y="676998"/>
                </a:moveTo>
                <a:lnTo>
                  <a:pt x="5626543" y="676998"/>
                </a:lnTo>
                <a:lnTo>
                  <a:pt x="5622607" y="682902"/>
                </a:lnTo>
                <a:lnTo>
                  <a:pt x="5600959" y="692741"/>
                </a:lnTo>
                <a:lnTo>
                  <a:pt x="5589151" y="692741"/>
                </a:lnTo>
                <a:lnTo>
                  <a:pt x="5585215" y="688805"/>
                </a:lnTo>
                <a:lnTo>
                  <a:pt x="5604895" y="682902"/>
                </a:lnTo>
                <a:close/>
                <a:moveTo>
                  <a:pt x="5646223" y="665190"/>
                </a:moveTo>
                <a:lnTo>
                  <a:pt x="5654095" y="665190"/>
                </a:lnTo>
                <a:lnTo>
                  <a:pt x="5654095" y="671093"/>
                </a:lnTo>
                <a:lnTo>
                  <a:pt x="5646223" y="671093"/>
                </a:lnTo>
                <a:lnTo>
                  <a:pt x="5638351" y="671093"/>
                </a:lnTo>
                <a:close/>
                <a:moveTo>
                  <a:pt x="5687552" y="663221"/>
                </a:moveTo>
                <a:lnTo>
                  <a:pt x="5699360" y="663221"/>
                </a:lnTo>
                <a:lnTo>
                  <a:pt x="5703296" y="665190"/>
                </a:lnTo>
                <a:lnTo>
                  <a:pt x="5691488" y="671093"/>
                </a:lnTo>
                <a:close/>
                <a:moveTo>
                  <a:pt x="5673775" y="663221"/>
                </a:moveTo>
                <a:lnTo>
                  <a:pt x="5675743" y="665190"/>
                </a:lnTo>
                <a:lnTo>
                  <a:pt x="5665903" y="665190"/>
                </a:lnTo>
                <a:close/>
                <a:moveTo>
                  <a:pt x="6447206" y="645511"/>
                </a:moveTo>
                <a:lnTo>
                  <a:pt x="6468854" y="659289"/>
                </a:lnTo>
                <a:lnTo>
                  <a:pt x="6466886" y="665191"/>
                </a:lnTo>
                <a:lnTo>
                  <a:pt x="6437366" y="649450"/>
                </a:lnTo>
                <a:close/>
                <a:moveTo>
                  <a:pt x="10046710" y="631734"/>
                </a:moveTo>
                <a:lnTo>
                  <a:pt x="10068358" y="637640"/>
                </a:lnTo>
                <a:lnTo>
                  <a:pt x="10095911" y="635671"/>
                </a:lnTo>
                <a:lnTo>
                  <a:pt x="10115591" y="633702"/>
                </a:lnTo>
                <a:lnTo>
                  <a:pt x="10129367" y="643542"/>
                </a:lnTo>
                <a:lnTo>
                  <a:pt x="10143143" y="643542"/>
                </a:lnTo>
                <a:lnTo>
                  <a:pt x="10145111" y="647479"/>
                </a:lnTo>
                <a:lnTo>
                  <a:pt x="10143143" y="655351"/>
                </a:lnTo>
                <a:lnTo>
                  <a:pt x="10127399" y="665191"/>
                </a:lnTo>
                <a:lnTo>
                  <a:pt x="10080166" y="665191"/>
                </a:lnTo>
                <a:lnTo>
                  <a:pt x="10054582" y="655351"/>
                </a:lnTo>
                <a:lnTo>
                  <a:pt x="10032934" y="641575"/>
                </a:lnTo>
                <a:lnTo>
                  <a:pt x="10038838" y="633702"/>
                </a:lnTo>
                <a:close/>
                <a:moveTo>
                  <a:pt x="8858028" y="631734"/>
                </a:moveTo>
                <a:lnTo>
                  <a:pt x="8861964" y="631734"/>
                </a:lnTo>
                <a:lnTo>
                  <a:pt x="8877708" y="631734"/>
                </a:lnTo>
                <a:lnTo>
                  <a:pt x="8883612" y="635671"/>
                </a:lnTo>
                <a:lnTo>
                  <a:pt x="8865900" y="635671"/>
                </a:lnTo>
                <a:close/>
                <a:moveTo>
                  <a:pt x="2286829" y="623859"/>
                </a:moveTo>
                <a:lnTo>
                  <a:pt x="2298637" y="627795"/>
                </a:lnTo>
                <a:lnTo>
                  <a:pt x="2306509" y="635668"/>
                </a:lnTo>
                <a:lnTo>
                  <a:pt x="2320285" y="635668"/>
                </a:lnTo>
                <a:lnTo>
                  <a:pt x="2332094" y="639604"/>
                </a:lnTo>
                <a:lnTo>
                  <a:pt x="2336030" y="651412"/>
                </a:lnTo>
                <a:lnTo>
                  <a:pt x="2343902" y="659284"/>
                </a:lnTo>
                <a:lnTo>
                  <a:pt x="2347838" y="680932"/>
                </a:lnTo>
                <a:lnTo>
                  <a:pt x="2381295" y="706516"/>
                </a:lnTo>
                <a:lnTo>
                  <a:pt x="2381295" y="718324"/>
                </a:lnTo>
                <a:lnTo>
                  <a:pt x="2361614" y="718324"/>
                </a:lnTo>
                <a:lnTo>
                  <a:pt x="2357678" y="718324"/>
                </a:lnTo>
                <a:lnTo>
                  <a:pt x="2357678" y="722260"/>
                </a:lnTo>
                <a:lnTo>
                  <a:pt x="2351774" y="732100"/>
                </a:lnTo>
                <a:lnTo>
                  <a:pt x="2373422" y="743908"/>
                </a:lnTo>
                <a:lnTo>
                  <a:pt x="2393103" y="739972"/>
                </a:lnTo>
                <a:lnTo>
                  <a:pt x="2410815" y="751780"/>
                </a:lnTo>
                <a:lnTo>
                  <a:pt x="2410815" y="755716"/>
                </a:lnTo>
                <a:lnTo>
                  <a:pt x="2397039" y="755716"/>
                </a:lnTo>
                <a:lnTo>
                  <a:pt x="2393103" y="759652"/>
                </a:lnTo>
                <a:lnTo>
                  <a:pt x="2410815" y="773428"/>
                </a:lnTo>
                <a:lnTo>
                  <a:pt x="2410815" y="797044"/>
                </a:lnTo>
                <a:lnTo>
                  <a:pt x="2418687" y="804916"/>
                </a:lnTo>
                <a:lnTo>
                  <a:pt x="2430495" y="800980"/>
                </a:lnTo>
                <a:lnTo>
                  <a:pt x="2434431" y="781300"/>
                </a:lnTo>
                <a:lnTo>
                  <a:pt x="2434431" y="771460"/>
                </a:lnTo>
                <a:lnTo>
                  <a:pt x="2450175" y="763588"/>
                </a:lnTo>
                <a:lnTo>
                  <a:pt x="2458047" y="771460"/>
                </a:lnTo>
                <a:lnTo>
                  <a:pt x="2483631" y="781300"/>
                </a:lnTo>
                <a:lnTo>
                  <a:pt x="2491504" y="793108"/>
                </a:lnTo>
                <a:lnTo>
                  <a:pt x="2491504" y="804916"/>
                </a:lnTo>
                <a:lnTo>
                  <a:pt x="2475760" y="804916"/>
                </a:lnTo>
                <a:lnTo>
                  <a:pt x="2475760" y="830501"/>
                </a:lnTo>
                <a:lnTo>
                  <a:pt x="2503312" y="854117"/>
                </a:lnTo>
                <a:lnTo>
                  <a:pt x="2507248" y="854117"/>
                </a:lnTo>
                <a:lnTo>
                  <a:pt x="2511185" y="842309"/>
                </a:lnTo>
                <a:lnTo>
                  <a:pt x="2521024" y="838373"/>
                </a:lnTo>
                <a:lnTo>
                  <a:pt x="2528896" y="830501"/>
                </a:lnTo>
                <a:lnTo>
                  <a:pt x="2540705" y="816725"/>
                </a:lnTo>
                <a:lnTo>
                  <a:pt x="2548576" y="797044"/>
                </a:lnTo>
                <a:lnTo>
                  <a:pt x="2552512" y="781300"/>
                </a:lnTo>
                <a:lnTo>
                  <a:pt x="2566289" y="773428"/>
                </a:lnTo>
                <a:lnTo>
                  <a:pt x="2566289" y="767524"/>
                </a:lnTo>
                <a:lnTo>
                  <a:pt x="2560385" y="763588"/>
                </a:lnTo>
                <a:lnTo>
                  <a:pt x="2564321" y="736036"/>
                </a:lnTo>
                <a:lnTo>
                  <a:pt x="2566289" y="732100"/>
                </a:lnTo>
                <a:lnTo>
                  <a:pt x="2585969" y="728164"/>
                </a:lnTo>
                <a:lnTo>
                  <a:pt x="2597777" y="736036"/>
                </a:lnTo>
                <a:lnTo>
                  <a:pt x="2613521" y="736036"/>
                </a:lnTo>
                <a:lnTo>
                  <a:pt x="2639106" y="736036"/>
                </a:lnTo>
                <a:lnTo>
                  <a:pt x="2646978" y="743908"/>
                </a:lnTo>
                <a:lnTo>
                  <a:pt x="2639106" y="747844"/>
                </a:lnTo>
                <a:lnTo>
                  <a:pt x="2643042" y="751780"/>
                </a:lnTo>
                <a:lnTo>
                  <a:pt x="2654850" y="759652"/>
                </a:lnTo>
                <a:lnTo>
                  <a:pt x="2666658" y="759652"/>
                </a:lnTo>
                <a:lnTo>
                  <a:pt x="2670594" y="767524"/>
                </a:lnTo>
                <a:lnTo>
                  <a:pt x="2658786" y="777364"/>
                </a:lnTo>
                <a:lnTo>
                  <a:pt x="2670594" y="785236"/>
                </a:lnTo>
                <a:lnTo>
                  <a:pt x="2666658" y="800980"/>
                </a:lnTo>
                <a:lnTo>
                  <a:pt x="2650913" y="800980"/>
                </a:lnTo>
                <a:lnTo>
                  <a:pt x="2643042" y="804916"/>
                </a:lnTo>
                <a:lnTo>
                  <a:pt x="2650913" y="816725"/>
                </a:lnTo>
                <a:lnTo>
                  <a:pt x="2660754" y="822629"/>
                </a:lnTo>
                <a:lnTo>
                  <a:pt x="2676498" y="838373"/>
                </a:lnTo>
                <a:lnTo>
                  <a:pt x="2660754" y="861989"/>
                </a:lnTo>
                <a:lnTo>
                  <a:pt x="2660754" y="867893"/>
                </a:lnTo>
                <a:lnTo>
                  <a:pt x="2639106" y="879701"/>
                </a:lnTo>
                <a:lnTo>
                  <a:pt x="2627298" y="887573"/>
                </a:lnTo>
                <a:lnTo>
                  <a:pt x="2609586" y="883637"/>
                </a:lnTo>
                <a:lnTo>
                  <a:pt x="2601713" y="871829"/>
                </a:lnTo>
                <a:lnTo>
                  <a:pt x="2593841" y="865925"/>
                </a:lnTo>
                <a:lnTo>
                  <a:pt x="2578097" y="865925"/>
                </a:lnTo>
                <a:lnTo>
                  <a:pt x="2570225" y="867893"/>
                </a:lnTo>
                <a:lnTo>
                  <a:pt x="2578097" y="871829"/>
                </a:lnTo>
                <a:lnTo>
                  <a:pt x="2597777" y="887573"/>
                </a:lnTo>
                <a:lnTo>
                  <a:pt x="2597777" y="899381"/>
                </a:lnTo>
                <a:lnTo>
                  <a:pt x="2578097" y="907253"/>
                </a:lnTo>
                <a:lnTo>
                  <a:pt x="2566289" y="903317"/>
                </a:lnTo>
                <a:lnTo>
                  <a:pt x="2556449" y="899381"/>
                </a:lnTo>
                <a:lnTo>
                  <a:pt x="2548576" y="883637"/>
                </a:lnTo>
                <a:lnTo>
                  <a:pt x="2524960" y="883637"/>
                </a:lnTo>
                <a:lnTo>
                  <a:pt x="2521024" y="895445"/>
                </a:lnTo>
                <a:lnTo>
                  <a:pt x="2532832" y="903317"/>
                </a:lnTo>
                <a:lnTo>
                  <a:pt x="2544640" y="907253"/>
                </a:lnTo>
                <a:lnTo>
                  <a:pt x="2544640" y="924965"/>
                </a:lnTo>
                <a:lnTo>
                  <a:pt x="2517088" y="944646"/>
                </a:lnTo>
                <a:lnTo>
                  <a:pt x="2503312" y="964326"/>
                </a:lnTo>
                <a:lnTo>
                  <a:pt x="2475760" y="960390"/>
                </a:lnTo>
                <a:lnTo>
                  <a:pt x="2454111" y="936774"/>
                </a:lnTo>
                <a:lnTo>
                  <a:pt x="2430495" y="928902"/>
                </a:lnTo>
                <a:lnTo>
                  <a:pt x="2422623" y="936774"/>
                </a:lnTo>
                <a:lnTo>
                  <a:pt x="2434431" y="944646"/>
                </a:lnTo>
                <a:lnTo>
                  <a:pt x="2461984" y="972198"/>
                </a:lnTo>
                <a:lnTo>
                  <a:pt x="2491504" y="972198"/>
                </a:lnTo>
                <a:lnTo>
                  <a:pt x="2499376" y="978102"/>
                </a:lnTo>
                <a:lnTo>
                  <a:pt x="2507248" y="989910"/>
                </a:lnTo>
                <a:lnTo>
                  <a:pt x="2499376" y="1013526"/>
                </a:lnTo>
                <a:lnTo>
                  <a:pt x="2499376" y="1025334"/>
                </a:lnTo>
                <a:lnTo>
                  <a:pt x="2479696" y="1039110"/>
                </a:lnTo>
                <a:lnTo>
                  <a:pt x="2467887" y="1062727"/>
                </a:lnTo>
                <a:lnTo>
                  <a:pt x="2446239" y="1062727"/>
                </a:lnTo>
                <a:lnTo>
                  <a:pt x="2438367" y="1054855"/>
                </a:lnTo>
                <a:lnTo>
                  <a:pt x="2422623" y="1074535"/>
                </a:lnTo>
                <a:lnTo>
                  <a:pt x="2404910" y="1074535"/>
                </a:lnTo>
                <a:lnTo>
                  <a:pt x="2393103" y="1070599"/>
                </a:lnTo>
                <a:lnTo>
                  <a:pt x="2381295" y="1074535"/>
                </a:lnTo>
                <a:lnTo>
                  <a:pt x="2397039" y="1088311"/>
                </a:lnTo>
                <a:lnTo>
                  <a:pt x="2406879" y="1100119"/>
                </a:lnTo>
                <a:lnTo>
                  <a:pt x="2406879" y="1115863"/>
                </a:lnTo>
                <a:lnTo>
                  <a:pt x="2385230" y="1123735"/>
                </a:lnTo>
                <a:lnTo>
                  <a:pt x="2373422" y="1123735"/>
                </a:lnTo>
                <a:lnTo>
                  <a:pt x="2365550" y="1115863"/>
                </a:lnTo>
                <a:lnTo>
                  <a:pt x="2357678" y="1123735"/>
                </a:lnTo>
                <a:lnTo>
                  <a:pt x="2365550" y="1145383"/>
                </a:lnTo>
                <a:lnTo>
                  <a:pt x="2351774" y="1153255"/>
                </a:lnTo>
                <a:lnTo>
                  <a:pt x="2343902" y="1172936"/>
                </a:lnTo>
                <a:lnTo>
                  <a:pt x="2328158" y="1172936"/>
                </a:lnTo>
                <a:lnTo>
                  <a:pt x="2328158" y="1190648"/>
                </a:lnTo>
                <a:lnTo>
                  <a:pt x="2316349" y="1202456"/>
                </a:lnTo>
                <a:lnTo>
                  <a:pt x="2306509" y="1231976"/>
                </a:lnTo>
                <a:lnTo>
                  <a:pt x="2294701" y="1255592"/>
                </a:lnTo>
                <a:lnTo>
                  <a:pt x="2290765" y="1304793"/>
                </a:lnTo>
                <a:lnTo>
                  <a:pt x="2290765" y="1306761"/>
                </a:lnTo>
                <a:lnTo>
                  <a:pt x="2290765" y="1336281"/>
                </a:lnTo>
                <a:lnTo>
                  <a:pt x="2306509" y="1355961"/>
                </a:lnTo>
                <a:lnTo>
                  <a:pt x="2324221" y="1359897"/>
                </a:lnTo>
                <a:lnTo>
                  <a:pt x="2339966" y="1363833"/>
                </a:lnTo>
                <a:lnTo>
                  <a:pt x="2347838" y="1405162"/>
                </a:lnTo>
                <a:lnTo>
                  <a:pt x="2357678" y="1424842"/>
                </a:lnTo>
                <a:lnTo>
                  <a:pt x="2353742" y="1446490"/>
                </a:lnTo>
                <a:lnTo>
                  <a:pt x="2353742" y="1450426"/>
                </a:lnTo>
                <a:lnTo>
                  <a:pt x="2381295" y="1442554"/>
                </a:lnTo>
                <a:lnTo>
                  <a:pt x="2404910" y="1442554"/>
                </a:lnTo>
                <a:lnTo>
                  <a:pt x="2410815" y="1446490"/>
                </a:lnTo>
                <a:lnTo>
                  <a:pt x="2422623" y="1446490"/>
                </a:lnTo>
                <a:lnTo>
                  <a:pt x="2458047" y="1466170"/>
                </a:lnTo>
                <a:lnTo>
                  <a:pt x="2471823" y="1476010"/>
                </a:lnTo>
                <a:lnTo>
                  <a:pt x="2479696" y="1476010"/>
                </a:lnTo>
                <a:lnTo>
                  <a:pt x="2487567" y="1481914"/>
                </a:lnTo>
                <a:lnTo>
                  <a:pt x="2491504" y="1499626"/>
                </a:lnTo>
                <a:lnTo>
                  <a:pt x="2507248" y="1511435"/>
                </a:lnTo>
                <a:lnTo>
                  <a:pt x="2536768" y="1515371"/>
                </a:lnTo>
                <a:lnTo>
                  <a:pt x="2552512" y="1533083"/>
                </a:lnTo>
                <a:lnTo>
                  <a:pt x="2574161" y="1533083"/>
                </a:lnTo>
                <a:lnTo>
                  <a:pt x="2585969" y="1540955"/>
                </a:lnTo>
                <a:lnTo>
                  <a:pt x="2609586" y="1544891"/>
                </a:lnTo>
                <a:lnTo>
                  <a:pt x="2635169" y="1540955"/>
                </a:lnTo>
                <a:lnTo>
                  <a:pt x="2646978" y="1552763"/>
                </a:lnTo>
                <a:lnTo>
                  <a:pt x="2646978" y="1590155"/>
                </a:lnTo>
                <a:lnTo>
                  <a:pt x="2654850" y="1609835"/>
                </a:lnTo>
                <a:lnTo>
                  <a:pt x="2650913" y="1647228"/>
                </a:lnTo>
                <a:lnTo>
                  <a:pt x="2643042" y="1655100"/>
                </a:lnTo>
                <a:lnTo>
                  <a:pt x="2643042" y="1666908"/>
                </a:lnTo>
                <a:lnTo>
                  <a:pt x="2660754" y="1682652"/>
                </a:lnTo>
                <a:lnTo>
                  <a:pt x="2660754" y="1692492"/>
                </a:lnTo>
                <a:lnTo>
                  <a:pt x="2676498" y="1696428"/>
                </a:lnTo>
                <a:lnTo>
                  <a:pt x="2690275" y="1720044"/>
                </a:lnTo>
                <a:lnTo>
                  <a:pt x="2690275" y="1731852"/>
                </a:lnTo>
                <a:lnTo>
                  <a:pt x="2702082" y="1731852"/>
                </a:lnTo>
                <a:lnTo>
                  <a:pt x="2713890" y="1733820"/>
                </a:lnTo>
                <a:lnTo>
                  <a:pt x="2723731" y="1716108"/>
                </a:lnTo>
                <a:lnTo>
                  <a:pt x="2731603" y="1727916"/>
                </a:lnTo>
                <a:lnTo>
                  <a:pt x="2735539" y="1712172"/>
                </a:lnTo>
                <a:lnTo>
                  <a:pt x="2747347" y="1692492"/>
                </a:lnTo>
                <a:lnTo>
                  <a:pt x="2747347" y="1682652"/>
                </a:lnTo>
                <a:lnTo>
                  <a:pt x="2741443" y="1670844"/>
                </a:lnTo>
                <a:lnTo>
                  <a:pt x="2731603" y="1655100"/>
                </a:lnTo>
                <a:lnTo>
                  <a:pt x="2731603" y="1621643"/>
                </a:lnTo>
                <a:lnTo>
                  <a:pt x="2729635" y="1594091"/>
                </a:lnTo>
                <a:lnTo>
                  <a:pt x="2717826" y="1580315"/>
                </a:lnTo>
                <a:lnTo>
                  <a:pt x="2723731" y="1568507"/>
                </a:lnTo>
                <a:lnTo>
                  <a:pt x="2741443" y="1568507"/>
                </a:lnTo>
                <a:lnTo>
                  <a:pt x="2741443" y="1556699"/>
                </a:lnTo>
                <a:lnTo>
                  <a:pt x="2755219" y="1548827"/>
                </a:lnTo>
                <a:lnTo>
                  <a:pt x="2770964" y="1533083"/>
                </a:lnTo>
                <a:lnTo>
                  <a:pt x="2778835" y="1527179"/>
                </a:lnTo>
                <a:lnTo>
                  <a:pt x="2792612" y="1511435"/>
                </a:lnTo>
                <a:lnTo>
                  <a:pt x="2800484" y="1462234"/>
                </a:lnTo>
                <a:lnTo>
                  <a:pt x="2788676" y="1413034"/>
                </a:lnTo>
                <a:lnTo>
                  <a:pt x="2770964" y="1393354"/>
                </a:lnTo>
                <a:lnTo>
                  <a:pt x="2747347" y="1371705"/>
                </a:lnTo>
                <a:lnTo>
                  <a:pt x="2743411" y="1355961"/>
                </a:lnTo>
                <a:lnTo>
                  <a:pt x="2755219" y="1340217"/>
                </a:lnTo>
                <a:lnTo>
                  <a:pt x="2755219" y="1328409"/>
                </a:lnTo>
                <a:lnTo>
                  <a:pt x="2770964" y="1312665"/>
                </a:lnTo>
                <a:lnTo>
                  <a:pt x="2778835" y="1292985"/>
                </a:lnTo>
                <a:lnTo>
                  <a:pt x="2770964" y="1281177"/>
                </a:lnTo>
                <a:lnTo>
                  <a:pt x="2767027" y="1259528"/>
                </a:lnTo>
                <a:lnTo>
                  <a:pt x="2755219" y="1243784"/>
                </a:lnTo>
                <a:lnTo>
                  <a:pt x="2753251" y="1231976"/>
                </a:lnTo>
                <a:lnTo>
                  <a:pt x="2759155" y="1231976"/>
                </a:lnTo>
                <a:lnTo>
                  <a:pt x="2770964" y="1226072"/>
                </a:lnTo>
                <a:lnTo>
                  <a:pt x="2770964" y="1206392"/>
                </a:lnTo>
                <a:lnTo>
                  <a:pt x="2755219" y="1186712"/>
                </a:lnTo>
                <a:lnTo>
                  <a:pt x="2755219" y="1149319"/>
                </a:lnTo>
                <a:lnTo>
                  <a:pt x="2767027" y="1145383"/>
                </a:lnTo>
                <a:lnTo>
                  <a:pt x="2780803" y="1145383"/>
                </a:lnTo>
                <a:lnTo>
                  <a:pt x="2788676" y="1149319"/>
                </a:lnTo>
                <a:lnTo>
                  <a:pt x="2812292" y="1165064"/>
                </a:lnTo>
                <a:lnTo>
                  <a:pt x="2833940" y="1165064"/>
                </a:lnTo>
                <a:lnTo>
                  <a:pt x="2849684" y="1169000"/>
                </a:lnTo>
                <a:lnTo>
                  <a:pt x="2853621" y="1157191"/>
                </a:lnTo>
                <a:lnTo>
                  <a:pt x="2881173" y="1153255"/>
                </a:lnTo>
                <a:lnTo>
                  <a:pt x="2894949" y="1161128"/>
                </a:lnTo>
                <a:lnTo>
                  <a:pt x="2902821" y="1172936"/>
                </a:lnTo>
                <a:lnTo>
                  <a:pt x="2918566" y="1176872"/>
                </a:lnTo>
                <a:lnTo>
                  <a:pt x="2926437" y="1198520"/>
                </a:lnTo>
                <a:lnTo>
                  <a:pt x="2938246" y="1202456"/>
                </a:lnTo>
                <a:lnTo>
                  <a:pt x="2934310" y="1214264"/>
                </a:lnTo>
                <a:lnTo>
                  <a:pt x="2940214" y="1228040"/>
                </a:lnTo>
                <a:lnTo>
                  <a:pt x="2975638" y="1228040"/>
                </a:lnTo>
                <a:lnTo>
                  <a:pt x="2983510" y="1239848"/>
                </a:lnTo>
                <a:lnTo>
                  <a:pt x="2989414" y="1231976"/>
                </a:lnTo>
                <a:lnTo>
                  <a:pt x="3001223" y="1235912"/>
                </a:lnTo>
                <a:lnTo>
                  <a:pt x="3001223" y="1251656"/>
                </a:lnTo>
                <a:lnTo>
                  <a:pt x="2993350" y="1259528"/>
                </a:lnTo>
                <a:lnTo>
                  <a:pt x="2993350" y="1285113"/>
                </a:lnTo>
                <a:lnTo>
                  <a:pt x="2983510" y="1296921"/>
                </a:lnTo>
                <a:lnTo>
                  <a:pt x="2993350" y="1306761"/>
                </a:lnTo>
                <a:lnTo>
                  <a:pt x="2993350" y="1318569"/>
                </a:lnTo>
                <a:lnTo>
                  <a:pt x="2989414" y="1324473"/>
                </a:lnTo>
                <a:lnTo>
                  <a:pt x="2983510" y="1324473"/>
                </a:lnTo>
                <a:lnTo>
                  <a:pt x="2983510" y="1328409"/>
                </a:lnTo>
                <a:lnTo>
                  <a:pt x="2987446" y="1334313"/>
                </a:lnTo>
                <a:lnTo>
                  <a:pt x="2993350" y="1334313"/>
                </a:lnTo>
                <a:lnTo>
                  <a:pt x="3001223" y="1336281"/>
                </a:lnTo>
                <a:lnTo>
                  <a:pt x="2997286" y="1348089"/>
                </a:lnTo>
                <a:lnTo>
                  <a:pt x="2979574" y="1359897"/>
                </a:lnTo>
                <a:lnTo>
                  <a:pt x="2979574" y="1367769"/>
                </a:lnTo>
                <a:lnTo>
                  <a:pt x="2997286" y="1363833"/>
                </a:lnTo>
                <a:lnTo>
                  <a:pt x="3009094" y="1348089"/>
                </a:lnTo>
                <a:lnTo>
                  <a:pt x="3034679" y="1373673"/>
                </a:lnTo>
                <a:lnTo>
                  <a:pt x="3034679" y="1385481"/>
                </a:lnTo>
                <a:lnTo>
                  <a:pt x="3050423" y="1397290"/>
                </a:lnTo>
                <a:lnTo>
                  <a:pt x="3058295" y="1385481"/>
                </a:lnTo>
                <a:lnTo>
                  <a:pt x="3074039" y="1379577"/>
                </a:lnTo>
                <a:lnTo>
                  <a:pt x="3074039" y="1363833"/>
                </a:lnTo>
                <a:lnTo>
                  <a:pt x="3085848" y="1359897"/>
                </a:lnTo>
                <a:lnTo>
                  <a:pt x="3091752" y="1363833"/>
                </a:lnTo>
                <a:lnTo>
                  <a:pt x="3091752" y="1371705"/>
                </a:lnTo>
                <a:lnTo>
                  <a:pt x="3099624" y="1363833"/>
                </a:lnTo>
                <a:lnTo>
                  <a:pt x="3115368" y="1328409"/>
                </a:lnTo>
                <a:lnTo>
                  <a:pt x="3111432" y="1306761"/>
                </a:lnTo>
                <a:lnTo>
                  <a:pt x="3123240" y="1300857"/>
                </a:lnTo>
                <a:lnTo>
                  <a:pt x="3123240" y="1289049"/>
                </a:lnTo>
                <a:lnTo>
                  <a:pt x="3131112" y="1271336"/>
                </a:lnTo>
                <a:lnTo>
                  <a:pt x="3142920" y="1275272"/>
                </a:lnTo>
                <a:lnTo>
                  <a:pt x="3144888" y="1300857"/>
                </a:lnTo>
                <a:lnTo>
                  <a:pt x="3160632" y="1312665"/>
                </a:lnTo>
                <a:lnTo>
                  <a:pt x="3168505" y="1346121"/>
                </a:lnTo>
                <a:lnTo>
                  <a:pt x="3180313" y="1346121"/>
                </a:lnTo>
                <a:lnTo>
                  <a:pt x="3180313" y="1371705"/>
                </a:lnTo>
                <a:lnTo>
                  <a:pt x="3192121" y="1379577"/>
                </a:lnTo>
                <a:lnTo>
                  <a:pt x="3192121" y="1397290"/>
                </a:lnTo>
                <a:lnTo>
                  <a:pt x="3209833" y="1413034"/>
                </a:lnTo>
                <a:lnTo>
                  <a:pt x="3213769" y="1442554"/>
                </a:lnTo>
                <a:lnTo>
                  <a:pt x="3225577" y="1446490"/>
                </a:lnTo>
                <a:lnTo>
                  <a:pt x="3229513" y="1458298"/>
                </a:lnTo>
                <a:lnTo>
                  <a:pt x="3213769" y="1470106"/>
                </a:lnTo>
                <a:lnTo>
                  <a:pt x="3217705" y="1491754"/>
                </a:lnTo>
                <a:lnTo>
                  <a:pt x="3233449" y="1499626"/>
                </a:lnTo>
                <a:lnTo>
                  <a:pt x="3233449" y="1503562"/>
                </a:lnTo>
                <a:lnTo>
                  <a:pt x="3249194" y="1511435"/>
                </a:lnTo>
                <a:lnTo>
                  <a:pt x="3259033" y="1533083"/>
                </a:lnTo>
                <a:lnTo>
                  <a:pt x="3262970" y="1544891"/>
                </a:lnTo>
                <a:lnTo>
                  <a:pt x="3278714" y="1556699"/>
                </a:lnTo>
                <a:lnTo>
                  <a:pt x="3290522" y="1552763"/>
                </a:lnTo>
                <a:lnTo>
                  <a:pt x="3312171" y="1560635"/>
                </a:lnTo>
                <a:lnTo>
                  <a:pt x="3323978" y="1568507"/>
                </a:lnTo>
                <a:lnTo>
                  <a:pt x="3347595" y="1576379"/>
                </a:lnTo>
                <a:lnTo>
                  <a:pt x="3343659" y="1584251"/>
                </a:lnTo>
                <a:lnTo>
                  <a:pt x="3316106" y="1594091"/>
                </a:lnTo>
                <a:lnTo>
                  <a:pt x="3282650" y="1613771"/>
                </a:lnTo>
                <a:lnTo>
                  <a:pt x="3262970" y="1625580"/>
                </a:lnTo>
                <a:lnTo>
                  <a:pt x="3251162" y="1621643"/>
                </a:lnTo>
                <a:lnTo>
                  <a:pt x="3255097" y="1639356"/>
                </a:lnTo>
                <a:lnTo>
                  <a:pt x="3270842" y="1639356"/>
                </a:lnTo>
                <a:lnTo>
                  <a:pt x="3294458" y="1621643"/>
                </a:lnTo>
                <a:lnTo>
                  <a:pt x="3302330" y="1621643"/>
                </a:lnTo>
                <a:lnTo>
                  <a:pt x="3304298" y="1613771"/>
                </a:lnTo>
                <a:lnTo>
                  <a:pt x="3327915" y="1598027"/>
                </a:lnTo>
                <a:lnTo>
                  <a:pt x="3347595" y="1601963"/>
                </a:lnTo>
                <a:lnTo>
                  <a:pt x="3339722" y="1621643"/>
                </a:lnTo>
                <a:lnTo>
                  <a:pt x="3339722" y="1629516"/>
                </a:lnTo>
                <a:lnTo>
                  <a:pt x="3357435" y="1617707"/>
                </a:lnTo>
                <a:lnTo>
                  <a:pt x="3384987" y="1625580"/>
                </a:lnTo>
                <a:lnTo>
                  <a:pt x="3392859" y="1655100"/>
                </a:lnTo>
                <a:lnTo>
                  <a:pt x="3381052" y="1666908"/>
                </a:lnTo>
                <a:lnTo>
                  <a:pt x="3392859" y="1688556"/>
                </a:lnTo>
                <a:lnTo>
                  <a:pt x="3388923" y="1700364"/>
                </a:lnTo>
                <a:lnTo>
                  <a:pt x="3381052" y="1704300"/>
                </a:lnTo>
                <a:lnTo>
                  <a:pt x="3357435" y="1723980"/>
                </a:lnTo>
                <a:lnTo>
                  <a:pt x="3323978" y="1727916"/>
                </a:lnTo>
                <a:lnTo>
                  <a:pt x="3304298" y="1737757"/>
                </a:lnTo>
                <a:lnTo>
                  <a:pt x="3286586" y="1773181"/>
                </a:lnTo>
                <a:lnTo>
                  <a:pt x="3266906" y="1783021"/>
                </a:lnTo>
                <a:lnTo>
                  <a:pt x="3237385" y="1783021"/>
                </a:lnTo>
                <a:lnTo>
                  <a:pt x="3217705" y="1781053"/>
                </a:lnTo>
                <a:lnTo>
                  <a:pt x="3192121" y="1783021"/>
                </a:lnTo>
                <a:lnTo>
                  <a:pt x="3180313" y="1777117"/>
                </a:lnTo>
                <a:lnTo>
                  <a:pt x="3152761" y="1783021"/>
                </a:lnTo>
                <a:lnTo>
                  <a:pt x="3111432" y="1786957"/>
                </a:lnTo>
                <a:lnTo>
                  <a:pt x="3107496" y="1783021"/>
                </a:lnTo>
                <a:lnTo>
                  <a:pt x="3089783" y="1781053"/>
                </a:lnTo>
                <a:lnTo>
                  <a:pt x="3070103" y="1802701"/>
                </a:lnTo>
                <a:lnTo>
                  <a:pt x="3058295" y="1810573"/>
                </a:lnTo>
                <a:lnTo>
                  <a:pt x="3058295" y="1822382"/>
                </a:lnTo>
                <a:lnTo>
                  <a:pt x="3020903" y="1830254"/>
                </a:lnTo>
                <a:lnTo>
                  <a:pt x="3005158" y="1855838"/>
                </a:lnTo>
                <a:lnTo>
                  <a:pt x="2987446" y="1875518"/>
                </a:lnTo>
                <a:lnTo>
                  <a:pt x="2979574" y="1885358"/>
                </a:lnTo>
                <a:lnTo>
                  <a:pt x="2955958" y="1901102"/>
                </a:lnTo>
                <a:lnTo>
                  <a:pt x="2952022" y="1928654"/>
                </a:lnTo>
                <a:lnTo>
                  <a:pt x="2959894" y="1932591"/>
                </a:lnTo>
                <a:lnTo>
                  <a:pt x="2975638" y="1912910"/>
                </a:lnTo>
                <a:lnTo>
                  <a:pt x="2987446" y="1908974"/>
                </a:lnTo>
                <a:lnTo>
                  <a:pt x="2987446" y="1897166"/>
                </a:lnTo>
                <a:lnTo>
                  <a:pt x="3016967" y="1867646"/>
                </a:lnTo>
                <a:lnTo>
                  <a:pt x="3024838" y="1867646"/>
                </a:lnTo>
                <a:lnTo>
                  <a:pt x="3042551" y="1844030"/>
                </a:lnTo>
                <a:lnTo>
                  <a:pt x="3070103" y="1836158"/>
                </a:lnTo>
                <a:lnTo>
                  <a:pt x="3085848" y="1822382"/>
                </a:lnTo>
                <a:lnTo>
                  <a:pt x="3115368" y="1822382"/>
                </a:lnTo>
                <a:lnTo>
                  <a:pt x="3138984" y="1836158"/>
                </a:lnTo>
                <a:lnTo>
                  <a:pt x="3142920" y="1840094"/>
                </a:lnTo>
                <a:lnTo>
                  <a:pt x="3148825" y="1851902"/>
                </a:lnTo>
                <a:lnTo>
                  <a:pt x="3123240" y="1875518"/>
                </a:lnTo>
                <a:lnTo>
                  <a:pt x="3111432" y="1867646"/>
                </a:lnTo>
                <a:lnTo>
                  <a:pt x="3089783" y="1863710"/>
                </a:lnTo>
                <a:lnTo>
                  <a:pt x="3077975" y="1871582"/>
                </a:lnTo>
                <a:lnTo>
                  <a:pt x="3081912" y="1879454"/>
                </a:lnTo>
                <a:lnTo>
                  <a:pt x="3095687" y="1883390"/>
                </a:lnTo>
                <a:lnTo>
                  <a:pt x="3107496" y="1889294"/>
                </a:lnTo>
                <a:lnTo>
                  <a:pt x="3127176" y="1885358"/>
                </a:lnTo>
                <a:lnTo>
                  <a:pt x="3127176" y="1901102"/>
                </a:lnTo>
                <a:lnTo>
                  <a:pt x="3123240" y="1908974"/>
                </a:lnTo>
                <a:lnTo>
                  <a:pt x="3127176" y="1936527"/>
                </a:lnTo>
                <a:lnTo>
                  <a:pt x="3152761" y="1958175"/>
                </a:lnTo>
                <a:lnTo>
                  <a:pt x="3164569" y="1964079"/>
                </a:lnTo>
                <a:lnTo>
                  <a:pt x="3176376" y="1975887"/>
                </a:lnTo>
                <a:lnTo>
                  <a:pt x="3196057" y="1975887"/>
                </a:lnTo>
                <a:lnTo>
                  <a:pt x="3209833" y="1969983"/>
                </a:lnTo>
                <a:lnTo>
                  <a:pt x="3213769" y="1981791"/>
                </a:lnTo>
                <a:lnTo>
                  <a:pt x="3225577" y="1981791"/>
                </a:lnTo>
                <a:lnTo>
                  <a:pt x="3225577" y="1993599"/>
                </a:lnTo>
                <a:lnTo>
                  <a:pt x="3209833" y="2009343"/>
                </a:lnTo>
                <a:lnTo>
                  <a:pt x="3196057" y="2009343"/>
                </a:lnTo>
                <a:lnTo>
                  <a:pt x="3184249" y="2013279"/>
                </a:lnTo>
                <a:lnTo>
                  <a:pt x="3176376" y="2017215"/>
                </a:lnTo>
                <a:lnTo>
                  <a:pt x="3168505" y="2017215"/>
                </a:lnTo>
                <a:lnTo>
                  <a:pt x="3160632" y="2009343"/>
                </a:lnTo>
                <a:lnTo>
                  <a:pt x="3135048" y="2036895"/>
                </a:lnTo>
                <a:lnTo>
                  <a:pt x="3131112" y="2042799"/>
                </a:lnTo>
                <a:lnTo>
                  <a:pt x="3119304" y="2054608"/>
                </a:lnTo>
                <a:lnTo>
                  <a:pt x="3103560" y="2054608"/>
                </a:lnTo>
                <a:lnTo>
                  <a:pt x="3089783" y="2042799"/>
                </a:lnTo>
                <a:lnTo>
                  <a:pt x="3095687" y="2021151"/>
                </a:lnTo>
                <a:lnTo>
                  <a:pt x="3107496" y="2017215"/>
                </a:lnTo>
                <a:lnTo>
                  <a:pt x="3127176" y="1997535"/>
                </a:lnTo>
                <a:lnTo>
                  <a:pt x="3138984" y="1997535"/>
                </a:lnTo>
                <a:lnTo>
                  <a:pt x="3148825" y="1987695"/>
                </a:lnTo>
                <a:lnTo>
                  <a:pt x="3144888" y="1981791"/>
                </a:lnTo>
                <a:lnTo>
                  <a:pt x="3142920" y="1983759"/>
                </a:lnTo>
                <a:lnTo>
                  <a:pt x="3135048" y="1981791"/>
                </a:lnTo>
                <a:lnTo>
                  <a:pt x="3138984" y="1971951"/>
                </a:lnTo>
                <a:lnTo>
                  <a:pt x="3131112" y="1969983"/>
                </a:lnTo>
                <a:lnTo>
                  <a:pt x="3119304" y="1975887"/>
                </a:lnTo>
                <a:lnTo>
                  <a:pt x="3099624" y="1987695"/>
                </a:lnTo>
                <a:lnTo>
                  <a:pt x="3081912" y="1989663"/>
                </a:lnTo>
                <a:lnTo>
                  <a:pt x="3074039" y="2005407"/>
                </a:lnTo>
                <a:lnTo>
                  <a:pt x="3062231" y="2009343"/>
                </a:lnTo>
                <a:lnTo>
                  <a:pt x="3062231" y="2009343"/>
                </a:lnTo>
                <a:lnTo>
                  <a:pt x="3036647" y="2029022"/>
                </a:lnTo>
                <a:lnTo>
                  <a:pt x="3024839" y="2029022"/>
                </a:lnTo>
                <a:lnTo>
                  <a:pt x="3016967" y="2021150"/>
                </a:lnTo>
                <a:lnTo>
                  <a:pt x="3013031" y="2025086"/>
                </a:lnTo>
                <a:lnTo>
                  <a:pt x="3009095" y="2034927"/>
                </a:lnTo>
                <a:lnTo>
                  <a:pt x="3005159" y="2042799"/>
                </a:lnTo>
                <a:lnTo>
                  <a:pt x="2979575" y="2042799"/>
                </a:lnTo>
                <a:lnTo>
                  <a:pt x="2979575" y="2054607"/>
                </a:lnTo>
                <a:lnTo>
                  <a:pt x="2967766" y="2070351"/>
                </a:lnTo>
                <a:lnTo>
                  <a:pt x="2963830" y="2080191"/>
                </a:lnTo>
                <a:lnTo>
                  <a:pt x="2952022" y="2099871"/>
                </a:lnTo>
                <a:lnTo>
                  <a:pt x="2959894" y="2111679"/>
                </a:lnTo>
                <a:lnTo>
                  <a:pt x="2959894" y="2123487"/>
                </a:lnTo>
                <a:lnTo>
                  <a:pt x="2975639" y="2127423"/>
                </a:lnTo>
                <a:lnTo>
                  <a:pt x="2963830" y="2137263"/>
                </a:lnTo>
                <a:lnTo>
                  <a:pt x="2952022" y="2141199"/>
                </a:lnTo>
                <a:lnTo>
                  <a:pt x="2940214" y="2131359"/>
                </a:lnTo>
                <a:lnTo>
                  <a:pt x="2926438" y="2141199"/>
                </a:lnTo>
                <a:lnTo>
                  <a:pt x="2910694" y="2145135"/>
                </a:lnTo>
                <a:lnTo>
                  <a:pt x="2898885" y="2137263"/>
                </a:lnTo>
                <a:lnTo>
                  <a:pt x="2887077" y="2141199"/>
                </a:lnTo>
                <a:lnTo>
                  <a:pt x="2883141" y="2156943"/>
                </a:lnTo>
                <a:lnTo>
                  <a:pt x="2873301" y="2160879"/>
                </a:lnTo>
                <a:lnTo>
                  <a:pt x="2877237" y="2164815"/>
                </a:lnTo>
                <a:lnTo>
                  <a:pt x="2879206" y="2178592"/>
                </a:lnTo>
                <a:lnTo>
                  <a:pt x="2865429" y="2194336"/>
                </a:lnTo>
                <a:lnTo>
                  <a:pt x="2861493" y="2210080"/>
                </a:lnTo>
                <a:lnTo>
                  <a:pt x="2845749" y="2225824"/>
                </a:lnTo>
                <a:lnTo>
                  <a:pt x="2833941" y="2217952"/>
                </a:lnTo>
                <a:lnTo>
                  <a:pt x="2830005" y="2221888"/>
                </a:lnTo>
                <a:lnTo>
                  <a:pt x="2837877" y="2235664"/>
                </a:lnTo>
                <a:lnTo>
                  <a:pt x="2837877" y="2263216"/>
                </a:lnTo>
                <a:lnTo>
                  <a:pt x="2826069" y="2284864"/>
                </a:lnTo>
                <a:lnTo>
                  <a:pt x="2820164" y="2280928"/>
                </a:lnTo>
                <a:lnTo>
                  <a:pt x="2812293" y="2263216"/>
                </a:lnTo>
                <a:lnTo>
                  <a:pt x="2808356" y="2231728"/>
                </a:lnTo>
                <a:lnTo>
                  <a:pt x="2812293" y="2210080"/>
                </a:lnTo>
                <a:lnTo>
                  <a:pt x="2796548" y="2214016"/>
                </a:lnTo>
                <a:lnTo>
                  <a:pt x="2788676" y="2231728"/>
                </a:lnTo>
                <a:lnTo>
                  <a:pt x="2800484" y="2255344"/>
                </a:lnTo>
                <a:lnTo>
                  <a:pt x="2800484" y="2292736"/>
                </a:lnTo>
                <a:lnTo>
                  <a:pt x="2808356" y="2308480"/>
                </a:lnTo>
                <a:lnTo>
                  <a:pt x="2812293" y="2322257"/>
                </a:lnTo>
                <a:lnTo>
                  <a:pt x="2804420" y="2330129"/>
                </a:lnTo>
                <a:lnTo>
                  <a:pt x="2816228" y="2341937"/>
                </a:lnTo>
                <a:lnTo>
                  <a:pt x="2812293" y="2353745"/>
                </a:lnTo>
                <a:lnTo>
                  <a:pt x="2792612" y="2365553"/>
                </a:lnTo>
                <a:lnTo>
                  <a:pt x="2788676" y="2379329"/>
                </a:lnTo>
                <a:lnTo>
                  <a:pt x="2776868" y="2391137"/>
                </a:lnTo>
                <a:lnTo>
                  <a:pt x="2763092" y="2410817"/>
                </a:lnTo>
                <a:lnTo>
                  <a:pt x="2741444" y="2414753"/>
                </a:lnTo>
                <a:lnTo>
                  <a:pt x="2700115" y="2452145"/>
                </a:lnTo>
                <a:lnTo>
                  <a:pt x="2688306" y="2456082"/>
                </a:lnTo>
                <a:lnTo>
                  <a:pt x="2688306" y="2465922"/>
                </a:lnTo>
                <a:lnTo>
                  <a:pt x="2666659" y="2497410"/>
                </a:lnTo>
                <a:lnTo>
                  <a:pt x="2666659" y="2526930"/>
                </a:lnTo>
                <a:lnTo>
                  <a:pt x="2678467" y="2550546"/>
                </a:lnTo>
                <a:lnTo>
                  <a:pt x="2690275" y="2595811"/>
                </a:lnTo>
                <a:lnTo>
                  <a:pt x="2707987" y="2639107"/>
                </a:lnTo>
                <a:lnTo>
                  <a:pt x="2700115" y="2684371"/>
                </a:lnTo>
                <a:lnTo>
                  <a:pt x="2684371" y="2688307"/>
                </a:lnTo>
                <a:lnTo>
                  <a:pt x="2672562" y="2688307"/>
                </a:lnTo>
                <a:lnTo>
                  <a:pt x="2666659" y="2664691"/>
                </a:lnTo>
                <a:lnTo>
                  <a:pt x="2646978" y="2646979"/>
                </a:lnTo>
                <a:lnTo>
                  <a:pt x="2646978" y="2623363"/>
                </a:lnTo>
                <a:lnTo>
                  <a:pt x="2635170" y="2611555"/>
                </a:lnTo>
                <a:lnTo>
                  <a:pt x="2635170" y="2587938"/>
                </a:lnTo>
                <a:lnTo>
                  <a:pt x="2639106" y="2578098"/>
                </a:lnTo>
                <a:lnTo>
                  <a:pt x="2639106" y="2572194"/>
                </a:lnTo>
                <a:lnTo>
                  <a:pt x="2627298" y="2560386"/>
                </a:lnTo>
                <a:lnTo>
                  <a:pt x="2611554" y="2538738"/>
                </a:lnTo>
                <a:lnTo>
                  <a:pt x="2597778" y="2530866"/>
                </a:lnTo>
                <a:lnTo>
                  <a:pt x="2585969" y="2534802"/>
                </a:lnTo>
                <a:lnTo>
                  <a:pt x="2578098" y="2542674"/>
                </a:lnTo>
                <a:lnTo>
                  <a:pt x="2566289" y="2542674"/>
                </a:lnTo>
                <a:lnTo>
                  <a:pt x="2558417" y="2530866"/>
                </a:lnTo>
                <a:lnTo>
                  <a:pt x="2544641" y="2519058"/>
                </a:lnTo>
                <a:lnTo>
                  <a:pt x="2524960" y="2519058"/>
                </a:lnTo>
                <a:lnTo>
                  <a:pt x="2499377" y="2522994"/>
                </a:lnTo>
                <a:lnTo>
                  <a:pt x="2491504" y="2519058"/>
                </a:lnTo>
                <a:lnTo>
                  <a:pt x="2463952" y="2526930"/>
                </a:lnTo>
                <a:lnTo>
                  <a:pt x="2444272" y="2530866"/>
                </a:lnTo>
                <a:lnTo>
                  <a:pt x="2444272" y="2546610"/>
                </a:lnTo>
                <a:lnTo>
                  <a:pt x="2456080" y="2558418"/>
                </a:lnTo>
                <a:lnTo>
                  <a:pt x="2456080" y="2568258"/>
                </a:lnTo>
                <a:lnTo>
                  <a:pt x="2442303" y="2568258"/>
                </a:lnTo>
                <a:lnTo>
                  <a:pt x="2422623" y="2558418"/>
                </a:lnTo>
                <a:lnTo>
                  <a:pt x="2406879" y="2560386"/>
                </a:lnTo>
                <a:lnTo>
                  <a:pt x="2381295" y="2542674"/>
                </a:lnTo>
                <a:lnTo>
                  <a:pt x="2365551" y="2546610"/>
                </a:lnTo>
                <a:lnTo>
                  <a:pt x="2339966" y="2538738"/>
                </a:lnTo>
                <a:lnTo>
                  <a:pt x="2324222" y="2538738"/>
                </a:lnTo>
                <a:lnTo>
                  <a:pt x="2300606" y="2554482"/>
                </a:lnTo>
                <a:lnTo>
                  <a:pt x="2288798" y="2560386"/>
                </a:lnTo>
                <a:lnTo>
                  <a:pt x="2259277" y="2568258"/>
                </a:lnTo>
                <a:lnTo>
                  <a:pt x="2233693" y="2601715"/>
                </a:lnTo>
                <a:lnTo>
                  <a:pt x="2229757" y="2617459"/>
                </a:lnTo>
                <a:lnTo>
                  <a:pt x="2221885" y="2627299"/>
                </a:lnTo>
                <a:lnTo>
                  <a:pt x="2221885" y="2646979"/>
                </a:lnTo>
                <a:lnTo>
                  <a:pt x="2221885" y="2656819"/>
                </a:lnTo>
                <a:lnTo>
                  <a:pt x="2194332" y="2654851"/>
                </a:lnTo>
                <a:lnTo>
                  <a:pt x="2160876" y="2627299"/>
                </a:lnTo>
                <a:lnTo>
                  <a:pt x="2160877" y="2627301"/>
                </a:lnTo>
                <a:lnTo>
                  <a:pt x="2194333" y="2654853"/>
                </a:lnTo>
                <a:lnTo>
                  <a:pt x="2221886" y="2658789"/>
                </a:lnTo>
                <a:lnTo>
                  <a:pt x="2221886" y="2674533"/>
                </a:lnTo>
                <a:lnTo>
                  <a:pt x="2206141" y="2696181"/>
                </a:lnTo>
                <a:lnTo>
                  <a:pt x="2202205" y="2733574"/>
                </a:lnTo>
                <a:lnTo>
                  <a:pt x="2202205" y="2761126"/>
                </a:lnTo>
                <a:lnTo>
                  <a:pt x="2214014" y="2790646"/>
                </a:lnTo>
                <a:lnTo>
                  <a:pt x="2229758" y="2818199"/>
                </a:lnTo>
                <a:lnTo>
                  <a:pt x="2241566" y="2839847"/>
                </a:lnTo>
                <a:lnTo>
                  <a:pt x="2251406" y="2855591"/>
                </a:lnTo>
                <a:lnTo>
                  <a:pt x="2255342" y="2867399"/>
                </a:lnTo>
                <a:lnTo>
                  <a:pt x="2271086" y="2873303"/>
                </a:lnTo>
                <a:lnTo>
                  <a:pt x="2278958" y="2877239"/>
                </a:lnTo>
                <a:lnTo>
                  <a:pt x="2286830" y="2877239"/>
                </a:lnTo>
                <a:lnTo>
                  <a:pt x="2308479" y="2892983"/>
                </a:lnTo>
                <a:lnTo>
                  <a:pt x="2324223" y="2885111"/>
                </a:lnTo>
                <a:lnTo>
                  <a:pt x="2339967" y="2889047"/>
                </a:lnTo>
                <a:lnTo>
                  <a:pt x="2393104" y="2877239"/>
                </a:lnTo>
                <a:lnTo>
                  <a:pt x="2393104" y="2871335"/>
                </a:lnTo>
                <a:lnTo>
                  <a:pt x="2416720" y="2847719"/>
                </a:lnTo>
                <a:lnTo>
                  <a:pt x="2416720" y="2818199"/>
                </a:lnTo>
                <a:lnTo>
                  <a:pt x="2426560" y="2798518"/>
                </a:lnTo>
                <a:lnTo>
                  <a:pt x="2442304" y="2802454"/>
                </a:lnTo>
                <a:lnTo>
                  <a:pt x="2461985" y="2786710"/>
                </a:lnTo>
                <a:lnTo>
                  <a:pt x="2487569" y="2786710"/>
                </a:lnTo>
                <a:lnTo>
                  <a:pt x="2495441" y="2790646"/>
                </a:lnTo>
                <a:lnTo>
                  <a:pt x="2511185" y="2790646"/>
                </a:lnTo>
                <a:lnTo>
                  <a:pt x="2519058" y="2802454"/>
                </a:lnTo>
                <a:lnTo>
                  <a:pt x="2511185" y="2818199"/>
                </a:lnTo>
                <a:lnTo>
                  <a:pt x="2499377" y="2839847"/>
                </a:lnTo>
                <a:lnTo>
                  <a:pt x="2499377" y="2871335"/>
                </a:lnTo>
                <a:lnTo>
                  <a:pt x="2499377" y="2877239"/>
                </a:lnTo>
                <a:lnTo>
                  <a:pt x="2487569" y="2889047"/>
                </a:lnTo>
                <a:lnTo>
                  <a:pt x="2487567" y="2889047"/>
                </a:lnTo>
                <a:lnTo>
                  <a:pt x="2479696" y="2896918"/>
                </a:lnTo>
                <a:lnTo>
                  <a:pt x="2479696" y="2916598"/>
                </a:lnTo>
                <a:lnTo>
                  <a:pt x="2461984" y="2953990"/>
                </a:lnTo>
                <a:lnTo>
                  <a:pt x="2458047" y="2953990"/>
                </a:lnTo>
                <a:lnTo>
                  <a:pt x="2446534" y="2946315"/>
                </a:lnTo>
                <a:lnTo>
                  <a:pt x="2446238" y="2948086"/>
                </a:lnTo>
                <a:lnTo>
                  <a:pt x="2461982" y="2955958"/>
                </a:lnTo>
                <a:lnTo>
                  <a:pt x="2489794" y="2963375"/>
                </a:lnTo>
                <a:lnTo>
                  <a:pt x="2536768" y="2959895"/>
                </a:lnTo>
                <a:lnTo>
                  <a:pt x="2585969" y="2955959"/>
                </a:lnTo>
                <a:lnTo>
                  <a:pt x="2605649" y="2975639"/>
                </a:lnTo>
                <a:lnTo>
                  <a:pt x="2615489" y="2983511"/>
                </a:lnTo>
                <a:lnTo>
                  <a:pt x="2593841" y="2987447"/>
                </a:lnTo>
                <a:lnTo>
                  <a:pt x="2570225" y="2991383"/>
                </a:lnTo>
                <a:lnTo>
                  <a:pt x="2552512" y="3011063"/>
                </a:lnTo>
                <a:lnTo>
                  <a:pt x="2540704" y="3011063"/>
                </a:lnTo>
                <a:lnTo>
                  <a:pt x="2513151" y="3022871"/>
                </a:lnTo>
                <a:lnTo>
                  <a:pt x="2513152" y="3022872"/>
                </a:lnTo>
                <a:lnTo>
                  <a:pt x="2540703" y="3011064"/>
                </a:lnTo>
                <a:lnTo>
                  <a:pt x="2552512" y="3011064"/>
                </a:lnTo>
                <a:lnTo>
                  <a:pt x="2570224" y="2991384"/>
                </a:lnTo>
                <a:lnTo>
                  <a:pt x="2593840" y="2987448"/>
                </a:lnTo>
                <a:lnTo>
                  <a:pt x="2615489" y="2983512"/>
                </a:lnTo>
                <a:lnTo>
                  <a:pt x="2615489" y="2985480"/>
                </a:lnTo>
                <a:lnTo>
                  <a:pt x="2615489" y="3011064"/>
                </a:lnTo>
                <a:lnTo>
                  <a:pt x="2609585" y="3042553"/>
                </a:lnTo>
                <a:lnTo>
                  <a:pt x="2605649" y="3066169"/>
                </a:lnTo>
                <a:lnTo>
                  <a:pt x="2609585" y="3091753"/>
                </a:lnTo>
                <a:lnTo>
                  <a:pt x="2607616" y="3109465"/>
                </a:lnTo>
                <a:lnTo>
                  <a:pt x="2607579" y="3109457"/>
                </a:lnTo>
                <a:lnTo>
                  <a:pt x="2607614" y="3109465"/>
                </a:lnTo>
                <a:lnTo>
                  <a:pt x="2637134" y="3137017"/>
                </a:lnTo>
                <a:lnTo>
                  <a:pt x="2637134" y="3146856"/>
                </a:lnTo>
                <a:lnTo>
                  <a:pt x="2660751" y="3162600"/>
                </a:lnTo>
                <a:lnTo>
                  <a:pt x="2672559" y="3166536"/>
                </a:lnTo>
                <a:lnTo>
                  <a:pt x="2700112" y="3154728"/>
                </a:lnTo>
                <a:lnTo>
                  <a:pt x="2711920" y="3146856"/>
                </a:lnTo>
                <a:lnTo>
                  <a:pt x="2735536" y="3150792"/>
                </a:lnTo>
                <a:lnTo>
                  <a:pt x="2755216" y="3162600"/>
                </a:lnTo>
                <a:lnTo>
                  <a:pt x="2768992" y="3180312"/>
                </a:lnTo>
                <a:lnTo>
                  <a:pt x="2788672" y="3184248"/>
                </a:lnTo>
                <a:lnTo>
                  <a:pt x="2778836" y="3199987"/>
                </a:lnTo>
                <a:lnTo>
                  <a:pt x="2788672" y="3186217"/>
                </a:lnTo>
                <a:lnTo>
                  <a:pt x="2796544" y="3178345"/>
                </a:lnTo>
                <a:lnTo>
                  <a:pt x="2792608" y="3162601"/>
                </a:lnTo>
                <a:lnTo>
                  <a:pt x="2812288" y="3148825"/>
                </a:lnTo>
                <a:lnTo>
                  <a:pt x="2812288" y="3133081"/>
                </a:lnTo>
                <a:lnTo>
                  <a:pt x="2824097" y="3129145"/>
                </a:lnTo>
                <a:lnTo>
                  <a:pt x="2828033" y="3109464"/>
                </a:lnTo>
                <a:lnTo>
                  <a:pt x="2837873" y="3099624"/>
                </a:lnTo>
                <a:lnTo>
                  <a:pt x="2849680" y="3101592"/>
                </a:lnTo>
                <a:lnTo>
                  <a:pt x="2857553" y="3095688"/>
                </a:lnTo>
                <a:lnTo>
                  <a:pt x="2910690" y="3079944"/>
                </a:lnTo>
                <a:lnTo>
                  <a:pt x="2914625" y="3064200"/>
                </a:lnTo>
                <a:lnTo>
                  <a:pt x="2932338" y="3064200"/>
                </a:lnTo>
                <a:lnTo>
                  <a:pt x="2944146" y="3068136"/>
                </a:lnTo>
                <a:lnTo>
                  <a:pt x="2944146" y="3076008"/>
                </a:lnTo>
                <a:lnTo>
                  <a:pt x="2944142" y="3076009"/>
                </a:lnTo>
                <a:lnTo>
                  <a:pt x="2944147" y="3076008"/>
                </a:lnTo>
                <a:lnTo>
                  <a:pt x="2924466" y="3091752"/>
                </a:lnTo>
                <a:lnTo>
                  <a:pt x="2920530" y="3103560"/>
                </a:lnTo>
                <a:lnTo>
                  <a:pt x="2924466" y="3113401"/>
                </a:lnTo>
                <a:lnTo>
                  <a:pt x="2916594" y="3133081"/>
                </a:lnTo>
                <a:lnTo>
                  <a:pt x="2924466" y="3156697"/>
                </a:lnTo>
                <a:lnTo>
                  <a:pt x="2944147" y="3152761"/>
                </a:lnTo>
                <a:lnTo>
                  <a:pt x="2944147" y="3129145"/>
                </a:lnTo>
                <a:lnTo>
                  <a:pt x="2936274" y="3113401"/>
                </a:lnTo>
                <a:lnTo>
                  <a:pt x="2940211" y="3099624"/>
                </a:lnTo>
                <a:lnTo>
                  <a:pt x="2973667" y="3091752"/>
                </a:lnTo>
                <a:lnTo>
                  <a:pt x="2971699" y="3068136"/>
                </a:lnTo>
                <a:lnTo>
                  <a:pt x="2977603" y="3072072"/>
                </a:lnTo>
                <a:lnTo>
                  <a:pt x="2985475" y="3083880"/>
                </a:lnTo>
                <a:lnTo>
                  <a:pt x="3001219" y="3083880"/>
                </a:lnTo>
                <a:lnTo>
                  <a:pt x="3018931" y="3091752"/>
                </a:lnTo>
                <a:lnTo>
                  <a:pt x="3018931" y="3107496"/>
                </a:lnTo>
                <a:lnTo>
                  <a:pt x="3087812" y="3113401"/>
                </a:lnTo>
                <a:lnTo>
                  <a:pt x="3099620" y="3121273"/>
                </a:lnTo>
                <a:lnTo>
                  <a:pt x="3119301" y="3125209"/>
                </a:lnTo>
                <a:lnTo>
                  <a:pt x="3131108" y="3121273"/>
                </a:lnTo>
                <a:lnTo>
                  <a:pt x="3148821" y="3107496"/>
                </a:lnTo>
                <a:lnTo>
                  <a:pt x="3160629" y="3107496"/>
                </a:lnTo>
                <a:lnTo>
                  <a:pt x="3180309" y="3109465"/>
                </a:lnTo>
                <a:lnTo>
                  <a:pt x="3194086" y="3133081"/>
                </a:lnTo>
                <a:lnTo>
                  <a:pt x="3217702" y="3133081"/>
                </a:lnTo>
                <a:lnTo>
                  <a:pt x="3235414" y="3148825"/>
                </a:lnTo>
                <a:lnTo>
                  <a:pt x="3247222" y="3160633"/>
                </a:lnTo>
                <a:lnTo>
                  <a:pt x="3262966" y="3174409"/>
                </a:lnTo>
                <a:lnTo>
                  <a:pt x="3262966" y="3174409"/>
                </a:lnTo>
                <a:lnTo>
                  <a:pt x="3286583" y="3182281"/>
                </a:lnTo>
                <a:lnTo>
                  <a:pt x="3304295" y="3194089"/>
                </a:lnTo>
                <a:lnTo>
                  <a:pt x="3312167" y="3213769"/>
                </a:lnTo>
                <a:lnTo>
                  <a:pt x="3327911" y="3219673"/>
                </a:lnTo>
                <a:lnTo>
                  <a:pt x="3335784" y="3231482"/>
                </a:lnTo>
                <a:lnTo>
                  <a:pt x="3343656" y="3249194"/>
                </a:lnTo>
                <a:lnTo>
                  <a:pt x="3339719" y="3270842"/>
                </a:lnTo>
                <a:lnTo>
                  <a:pt x="3320039" y="3290522"/>
                </a:lnTo>
                <a:lnTo>
                  <a:pt x="3323975" y="3314138"/>
                </a:lnTo>
                <a:lnTo>
                  <a:pt x="3345627" y="3324964"/>
                </a:lnTo>
                <a:lnTo>
                  <a:pt x="3345627" y="3323979"/>
                </a:lnTo>
                <a:lnTo>
                  <a:pt x="3323979" y="3312171"/>
                </a:lnTo>
                <a:lnTo>
                  <a:pt x="3320043" y="3290523"/>
                </a:lnTo>
                <a:lnTo>
                  <a:pt x="3339723" y="3270843"/>
                </a:lnTo>
                <a:lnTo>
                  <a:pt x="3343659" y="3249194"/>
                </a:lnTo>
                <a:lnTo>
                  <a:pt x="3357435" y="3241322"/>
                </a:lnTo>
                <a:lnTo>
                  <a:pt x="3418444" y="3247226"/>
                </a:lnTo>
                <a:lnTo>
                  <a:pt x="3434189" y="3249194"/>
                </a:lnTo>
                <a:lnTo>
                  <a:pt x="3457804" y="3253130"/>
                </a:lnTo>
                <a:lnTo>
                  <a:pt x="3467643" y="3259034"/>
                </a:lnTo>
                <a:lnTo>
                  <a:pt x="3500677" y="3286250"/>
                </a:lnTo>
                <a:lnTo>
                  <a:pt x="3501084" y="3284618"/>
                </a:lnTo>
                <a:lnTo>
                  <a:pt x="3516829" y="3312171"/>
                </a:lnTo>
                <a:lnTo>
                  <a:pt x="3528637" y="3337755"/>
                </a:lnTo>
                <a:lnTo>
                  <a:pt x="3540445" y="3349563"/>
                </a:lnTo>
                <a:lnTo>
                  <a:pt x="3554221" y="3365307"/>
                </a:lnTo>
                <a:lnTo>
                  <a:pt x="3550285" y="3383019"/>
                </a:lnTo>
                <a:lnTo>
                  <a:pt x="3540445" y="3390891"/>
                </a:lnTo>
                <a:lnTo>
                  <a:pt x="3528637" y="3398763"/>
                </a:lnTo>
                <a:lnTo>
                  <a:pt x="3540445" y="3406635"/>
                </a:lnTo>
                <a:lnTo>
                  <a:pt x="3554221" y="3402699"/>
                </a:lnTo>
                <a:lnTo>
                  <a:pt x="3566029" y="3414508"/>
                </a:lnTo>
                <a:lnTo>
                  <a:pt x="3573901" y="3414508"/>
                </a:lnTo>
                <a:lnTo>
                  <a:pt x="3593581" y="3422380"/>
                </a:lnTo>
                <a:lnTo>
                  <a:pt x="3581773" y="3440092"/>
                </a:lnTo>
                <a:lnTo>
                  <a:pt x="3558157" y="3455836"/>
                </a:lnTo>
                <a:lnTo>
                  <a:pt x="3558157" y="3463708"/>
                </a:lnTo>
                <a:lnTo>
                  <a:pt x="3569965" y="3463708"/>
                </a:lnTo>
                <a:lnTo>
                  <a:pt x="3597517" y="3440092"/>
                </a:lnTo>
                <a:lnTo>
                  <a:pt x="3605389" y="3428284"/>
                </a:lnTo>
                <a:lnTo>
                  <a:pt x="3630974" y="3428284"/>
                </a:lnTo>
                <a:lnTo>
                  <a:pt x="3660494" y="3444028"/>
                </a:lnTo>
                <a:lnTo>
                  <a:pt x="3688046" y="3444028"/>
                </a:lnTo>
                <a:lnTo>
                  <a:pt x="3707726" y="3463708"/>
                </a:lnTo>
                <a:lnTo>
                  <a:pt x="3691982" y="3481420"/>
                </a:lnTo>
                <a:lnTo>
                  <a:pt x="3699854" y="3493228"/>
                </a:lnTo>
                <a:lnTo>
                  <a:pt x="3717566" y="3477484"/>
                </a:lnTo>
                <a:lnTo>
                  <a:pt x="3733311" y="3477484"/>
                </a:lnTo>
                <a:lnTo>
                  <a:pt x="3782511" y="3489292"/>
                </a:lnTo>
                <a:lnTo>
                  <a:pt x="3813999" y="3485356"/>
                </a:lnTo>
                <a:lnTo>
                  <a:pt x="3835647" y="3501100"/>
                </a:lnTo>
                <a:lnTo>
                  <a:pt x="3867136" y="3508972"/>
                </a:lnTo>
                <a:lnTo>
                  <a:pt x="3912400" y="3542429"/>
                </a:lnTo>
                <a:lnTo>
                  <a:pt x="3973409" y="3558173"/>
                </a:lnTo>
                <a:lnTo>
                  <a:pt x="3979313" y="3579821"/>
                </a:lnTo>
                <a:lnTo>
                  <a:pt x="3979313" y="3656574"/>
                </a:lnTo>
                <a:lnTo>
                  <a:pt x="3965537" y="3674286"/>
                </a:lnTo>
                <a:lnTo>
                  <a:pt x="3957665" y="3693966"/>
                </a:lnTo>
                <a:lnTo>
                  <a:pt x="3949793" y="3705774"/>
                </a:lnTo>
                <a:lnTo>
                  <a:pt x="3926176" y="3713646"/>
                </a:lnTo>
                <a:lnTo>
                  <a:pt x="3920272" y="3721518"/>
                </a:lnTo>
                <a:lnTo>
                  <a:pt x="3912400" y="3743166"/>
                </a:lnTo>
                <a:lnTo>
                  <a:pt x="3900592" y="3762847"/>
                </a:lnTo>
                <a:lnTo>
                  <a:pt x="3871072" y="3776623"/>
                </a:lnTo>
                <a:lnTo>
                  <a:pt x="3867136" y="3784495"/>
                </a:lnTo>
                <a:lnTo>
                  <a:pt x="3859264" y="3829759"/>
                </a:lnTo>
                <a:lnTo>
                  <a:pt x="3867136" y="3853375"/>
                </a:lnTo>
                <a:lnTo>
                  <a:pt x="3859264" y="3876992"/>
                </a:lnTo>
                <a:lnTo>
                  <a:pt x="3867136" y="3908480"/>
                </a:lnTo>
                <a:lnTo>
                  <a:pt x="3843520" y="3920288"/>
                </a:lnTo>
                <a:lnTo>
                  <a:pt x="3835647" y="3949808"/>
                </a:lnTo>
                <a:lnTo>
                  <a:pt x="3835647" y="3969488"/>
                </a:lnTo>
                <a:lnTo>
                  <a:pt x="3827775" y="3975392"/>
                </a:lnTo>
                <a:lnTo>
                  <a:pt x="3823839" y="3995073"/>
                </a:lnTo>
                <a:lnTo>
                  <a:pt x="3810063" y="4022625"/>
                </a:lnTo>
                <a:lnTo>
                  <a:pt x="3806127" y="4052145"/>
                </a:lnTo>
                <a:lnTo>
                  <a:pt x="3786447" y="4060017"/>
                </a:lnTo>
                <a:lnTo>
                  <a:pt x="3778575" y="4071825"/>
                </a:lnTo>
                <a:lnTo>
                  <a:pt x="3762831" y="4077729"/>
                </a:lnTo>
                <a:lnTo>
                  <a:pt x="3749055" y="4073793"/>
                </a:lnTo>
                <a:lnTo>
                  <a:pt x="3737247" y="4081665"/>
                </a:lnTo>
                <a:lnTo>
                  <a:pt x="3717566" y="4081665"/>
                </a:lnTo>
                <a:lnTo>
                  <a:pt x="3699854" y="4081665"/>
                </a:lnTo>
                <a:lnTo>
                  <a:pt x="3684110" y="4101346"/>
                </a:lnTo>
                <a:lnTo>
                  <a:pt x="3672302" y="4105282"/>
                </a:lnTo>
                <a:lnTo>
                  <a:pt x="3652622" y="4101346"/>
                </a:lnTo>
                <a:lnTo>
                  <a:pt x="3630974" y="4121026"/>
                </a:lnTo>
                <a:lnTo>
                  <a:pt x="3630974" y="4126930"/>
                </a:lnTo>
                <a:lnTo>
                  <a:pt x="3619166" y="4130866"/>
                </a:lnTo>
                <a:lnTo>
                  <a:pt x="3607357" y="4146610"/>
                </a:lnTo>
                <a:lnTo>
                  <a:pt x="3593581" y="4154482"/>
                </a:lnTo>
                <a:lnTo>
                  <a:pt x="3589645" y="4187938"/>
                </a:lnTo>
                <a:lnTo>
                  <a:pt x="3593581" y="4203682"/>
                </a:lnTo>
                <a:lnTo>
                  <a:pt x="3589645" y="4237139"/>
                </a:lnTo>
                <a:lnTo>
                  <a:pt x="3566029" y="4264691"/>
                </a:lnTo>
                <a:lnTo>
                  <a:pt x="3554221" y="4264691"/>
                </a:lnTo>
                <a:lnTo>
                  <a:pt x="3544381" y="4282403"/>
                </a:lnTo>
                <a:lnTo>
                  <a:pt x="3540445" y="4302083"/>
                </a:lnTo>
                <a:lnTo>
                  <a:pt x="3516829" y="4339476"/>
                </a:lnTo>
                <a:lnTo>
                  <a:pt x="3497148" y="4363092"/>
                </a:lnTo>
                <a:lnTo>
                  <a:pt x="3497148" y="4351284"/>
                </a:lnTo>
                <a:lnTo>
                  <a:pt x="3512893" y="4335540"/>
                </a:lnTo>
                <a:lnTo>
                  <a:pt x="3516829" y="4325699"/>
                </a:lnTo>
                <a:lnTo>
                  <a:pt x="3528637" y="4306019"/>
                </a:lnTo>
                <a:lnTo>
                  <a:pt x="3520765" y="4302083"/>
                </a:lnTo>
                <a:lnTo>
                  <a:pt x="3497148" y="4325699"/>
                </a:lnTo>
                <a:lnTo>
                  <a:pt x="3495180" y="4335540"/>
                </a:lnTo>
                <a:lnTo>
                  <a:pt x="3479436" y="4355220"/>
                </a:lnTo>
                <a:lnTo>
                  <a:pt x="3491244" y="4367028"/>
                </a:lnTo>
                <a:lnTo>
                  <a:pt x="3491244" y="4378836"/>
                </a:lnTo>
                <a:lnTo>
                  <a:pt x="3459768" y="4404420"/>
                </a:lnTo>
                <a:lnTo>
                  <a:pt x="3455832" y="4412291"/>
                </a:lnTo>
                <a:lnTo>
                  <a:pt x="3440088" y="4430003"/>
                </a:lnTo>
                <a:lnTo>
                  <a:pt x="3440088" y="4437875"/>
                </a:lnTo>
                <a:lnTo>
                  <a:pt x="3422376" y="4461491"/>
                </a:lnTo>
                <a:lnTo>
                  <a:pt x="3394824" y="4461491"/>
                </a:lnTo>
                <a:lnTo>
                  <a:pt x="3377111" y="4457555"/>
                </a:lnTo>
                <a:lnTo>
                  <a:pt x="3349559" y="4445747"/>
                </a:lnTo>
                <a:lnTo>
                  <a:pt x="3333815" y="4445747"/>
                </a:lnTo>
                <a:lnTo>
                  <a:pt x="3320038" y="4430003"/>
                </a:lnTo>
                <a:lnTo>
                  <a:pt x="3304294" y="4433939"/>
                </a:lnTo>
                <a:lnTo>
                  <a:pt x="3304294" y="4408355"/>
                </a:lnTo>
                <a:lnTo>
                  <a:pt x="3304326" y="4408323"/>
                </a:lnTo>
                <a:lnTo>
                  <a:pt x="3304287" y="4408356"/>
                </a:lnTo>
                <a:lnTo>
                  <a:pt x="3304287" y="4435908"/>
                </a:lnTo>
                <a:lnTo>
                  <a:pt x="3308223" y="4443780"/>
                </a:lnTo>
                <a:lnTo>
                  <a:pt x="3320031" y="4455588"/>
                </a:lnTo>
                <a:lnTo>
                  <a:pt x="3331839" y="4457556"/>
                </a:lnTo>
                <a:lnTo>
                  <a:pt x="3347583" y="4481173"/>
                </a:lnTo>
                <a:lnTo>
                  <a:pt x="3335775" y="4496917"/>
                </a:lnTo>
                <a:lnTo>
                  <a:pt x="3339711" y="4506757"/>
                </a:lnTo>
                <a:lnTo>
                  <a:pt x="3353487" y="4520533"/>
                </a:lnTo>
                <a:lnTo>
                  <a:pt x="3343647" y="4544149"/>
                </a:lnTo>
                <a:lnTo>
                  <a:pt x="3323967" y="4569733"/>
                </a:lnTo>
                <a:lnTo>
                  <a:pt x="3312159" y="4569733"/>
                </a:lnTo>
                <a:lnTo>
                  <a:pt x="3292478" y="4589413"/>
                </a:lnTo>
                <a:lnTo>
                  <a:pt x="3266895" y="4589413"/>
                </a:lnTo>
                <a:lnTo>
                  <a:pt x="3243278" y="4601221"/>
                </a:lnTo>
                <a:lnTo>
                  <a:pt x="3205886" y="4601221"/>
                </a:lnTo>
                <a:lnTo>
                  <a:pt x="3205886" y="4614998"/>
                </a:lnTo>
                <a:lnTo>
                  <a:pt x="3190142" y="4626806"/>
                </a:lnTo>
                <a:lnTo>
                  <a:pt x="3190142" y="4672070"/>
                </a:lnTo>
                <a:lnTo>
                  <a:pt x="3180301" y="4679942"/>
                </a:lnTo>
                <a:lnTo>
                  <a:pt x="3156685" y="4679942"/>
                </a:lnTo>
                <a:lnTo>
                  <a:pt x="3127165" y="4664198"/>
                </a:lnTo>
                <a:lnTo>
                  <a:pt x="3119293" y="4664198"/>
                </a:lnTo>
                <a:lnTo>
                  <a:pt x="3111420" y="4672070"/>
                </a:lnTo>
                <a:lnTo>
                  <a:pt x="3115357" y="4717334"/>
                </a:lnTo>
                <a:lnTo>
                  <a:pt x="3127165" y="4725206"/>
                </a:lnTo>
                <a:lnTo>
                  <a:pt x="3137005" y="4717334"/>
                </a:lnTo>
                <a:lnTo>
                  <a:pt x="3148813" y="4721270"/>
                </a:lnTo>
                <a:lnTo>
                  <a:pt x="3148813" y="4740951"/>
                </a:lnTo>
                <a:lnTo>
                  <a:pt x="3140941" y="4744887"/>
                </a:lnTo>
                <a:lnTo>
                  <a:pt x="3127165" y="4740951"/>
                </a:lnTo>
                <a:lnTo>
                  <a:pt x="3121261" y="4748823"/>
                </a:lnTo>
                <a:lnTo>
                  <a:pt x="3129133" y="4754727"/>
                </a:lnTo>
                <a:lnTo>
                  <a:pt x="3103549" y="4778343"/>
                </a:lnTo>
                <a:lnTo>
                  <a:pt x="3107485" y="4798023"/>
                </a:lnTo>
                <a:lnTo>
                  <a:pt x="3103549" y="4811799"/>
                </a:lnTo>
                <a:lnTo>
                  <a:pt x="3103549" y="4823607"/>
                </a:lnTo>
                <a:lnTo>
                  <a:pt x="3095676" y="4827543"/>
                </a:lnTo>
                <a:lnTo>
                  <a:pt x="3066156" y="4831479"/>
                </a:lnTo>
                <a:lnTo>
                  <a:pt x="3062220" y="4839351"/>
                </a:lnTo>
                <a:lnTo>
                  <a:pt x="3050412" y="4843287"/>
                </a:lnTo>
                <a:lnTo>
                  <a:pt x="3042540" y="4853127"/>
                </a:lnTo>
                <a:lnTo>
                  <a:pt x="3038604" y="4864935"/>
                </a:lnTo>
                <a:lnTo>
                  <a:pt x="3050412" y="4892488"/>
                </a:lnTo>
                <a:lnTo>
                  <a:pt x="3066156" y="4896424"/>
                </a:lnTo>
                <a:lnTo>
                  <a:pt x="3087805" y="4900360"/>
                </a:lnTo>
                <a:lnTo>
                  <a:pt x="3091741" y="4925944"/>
                </a:lnTo>
                <a:lnTo>
                  <a:pt x="3087805" y="4929880"/>
                </a:lnTo>
                <a:lnTo>
                  <a:pt x="3075996" y="4937752"/>
                </a:lnTo>
                <a:lnTo>
                  <a:pt x="3066156" y="4949560"/>
                </a:lnTo>
                <a:lnTo>
                  <a:pt x="3058284" y="4955464"/>
                </a:lnTo>
                <a:lnTo>
                  <a:pt x="3050412" y="4963336"/>
                </a:lnTo>
                <a:lnTo>
                  <a:pt x="3038604" y="4971208"/>
                </a:lnTo>
                <a:lnTo>
                  <a:pt x="3038604" y="4986952"/>
                </a:lnTo>
                <a:lnTo>
                  <a:pt x="3038604" y="4998760"/>
                </a:lnTo>
                <a:lnTo>
                  <a:pt x="3022860" y="5006633"/>
                </a:lnTo>
                <a:lnTo>
                  <a:pt x="3013019" y="5002697"/>
                </a:lnTo>
                <a:lnTo>
                  <a:pt x="3009084" y="5016473"/>
                </a:lnTo>
                <a:lnTo>
                  <a:pt x="2997275" y="5028281"/>
                </a:lnTo>
                <a:lnTo>
                  <a:pt x="3001211" y="5044025"/>
                </a:lnTo>
                <a:lnTo>
                  <a:pt x="2993339" y="5055833"/>
                </a:lnTo>
                <a:lnTo>
                  <a:pt x="2997275" y="5065673"/>
                </a:lnTo>
                <a:lnTo>
                  <a:pt x="3005148" y="5077481"/>
                </a:lnTo>
                <a:lnTo>
                  <a:pt x="3009084" y="5085353"/>
                </a:lnTo>
                <a:lnTo>
                  <a:pt x="3009084" y="5093225"/>
                </a:lnTo>
                <a:lnTo>
                  <a:pt x="2985468" y="5089289"/>
                </a:lnTo>
                <a:lnTo>
                  <a:pt x="2985468" y="5089290"/>
                </a:lnTo>
                <a:lnTo>
                  <a:pt x="2985467" y="5089292"/>
                </a:lnTo>
                <a:lnTo>
                  <a:pt x="2985467" y="5091257"/>
                </a:lnTo>
                <a:lnTo>
                  <a:pt x="2985074" y="5090471"/>
                </a:lnTo>
                <a:lnTo>
                  <a:pt x="2981532" y="5101098"/>
                </a:lnTo>
                <a:lnTo>
                  <a:pt x="2973659" y="5105034"/>
                </a:lnTo>
                <a:lnTo>
                  <a:pt x="2959884" y="5105034"/>
                </a:lnTo>
                <a:lnTo>
                  <a:pt x="2944139" y="5112906"/>
                </a:lnTo>
                <a:lnTo>
                  <a:pt x="2952012" y="5126682"/>
                </a:lnTo>
                <a:lnTo>
                  <a:pt x="2944139" y="5138490"/>
                </a:lnTo>
                <a:lnTo>
                  <a:pt x="2944139" y="5154234"/>
                </a:lnTo>
                <a:lnTo>
                  <a:pt x="2916587" y="5154234"/>
                </a:lnTo>
                <a:lnTo>
                  <a:pt x="2902811" y="5142426"/>
                </a:lnTo>
                <a:lnTo>
                  <a:pt x="2902811" y="5138490"/>
                </a:lnTo>
                <a:lnTo>
                  <a:pt x="2924459" y="5132586"/>
                </a:lnTo>
                <a:lnTo>
                  <a:pt x="2932331" y="5126682"/>
                </a:lnTo>
                <a:lnTo>
                  <a:pt x="2932331" y="5112906"/>
                </a:lnTo>
                <a:lnTo>
                  <a:pt x="2914619" y="5105034"/>
                </a:lnTo>
                <a:lnTo>
                  <a:pt x="2894939" y="5105034"/>
                </a:lnTo>
                <a:lnTo>
                  <a:pt x="2879195" y="5118810"/>
                </a:lnTo>
                <a:lnTo>
                  <a:pt x="2871323" y="5118810"/>
                </a:lnTo>
                <a:lnTo>
                  <a:pt x="2871323" y="5097162"/>
                </a:lnTo>
                <a:lnTo>
                  <a:pt x="2883131" y="5093226"/>
                </a:lnTo>
                <a:lnTo>
                  <a:pt x="2894939" y="5089290"/>
                </a:lnTo>
                <a:lnTo>
                  <a:pt x="2891003" y="5077482"/>
                </a:lnTo>
                <a:lnTo>
                  <a:pt x="2883131" y="5077482"/>
                </a:lnTo>
                <a:lnTo>
                  <a:pt x="2875258" y="5085354"/>
                </a:lnTo>
                <a:lnTo>
                  <a:pt x="2863451" y="5077482"/>
                </a:lnTo>
                <a:lnTo>
                  <a:pt x="2863451" y="5055833"/>
                </a:lnTo>
                <a:lnTo>
                  <a:pt x="2853610" y="5044025"/>
                </a:lnTo>
                <a:lnTo>
                  <a:pt x="2863451" y="5040089"/>
                </a:lnTo>
                <a:lnTo>
                  <a:pt x="2857546" y="5028281"/>
                </a:lnTo>
                <a:lnTo>
                  <a:pt x="2845738" y="5024345"/>
                </a:lnTo>
                <a:lnTo>
                  <a:pt x="2849675" y="5012537"/>
                </a:lnTo>
                <a:lnTo>
                  <a:pt x="2845738" y="4986953"/>
                </a:lnTo>
                <a:lnTo>
                  <a:pt x="2849675" y="4967273"/>
                </a:lnTo>
                <a:lnTo>
                  <a:pt x="2849675" y="4953497"/>
                </a:lnTo>
                <a:lnTo>
                  <a:pt x="2845738" y="4937752"/>
                </a:lnTo>
                <a:lnTo>
                  <a:pt x="2849675" y="4933816"/>
                </a:lnTo>
                <a:lnTo>
                  <a:pt x="2857546" y="4941689"/>
                </a:lnTo>
                <a:lnTo>
                  <a:pt x="2859514" y="4945625"/>
                </a:lnTo>
                <a:lnTo>
                  <a:pt x="2871323" y="4941689"/>
                </a:lnTo>
                <a:lnTo>
                  <a:pt x="2867387" y="4925944"/>
                </a:lnTo>
                <a:lnTo>
                  <a:pt x="2859514" y="4918072"/>
                </a:lnTo>
                <a:lnTo>
                  <a:pt x="2853610" y="4925944"/>
                </a:lnTo>
                <a:lnTo>
                  <a:pt x="2845738" y="4925944"/>
                </a:lnTo>
                <a:lnTo>
                  <a:pt x="2837867" y="4922008"/>
                </a:lnTo>
                <a:lnTo>
                  <a:pt x="2841802" y="4914136"/>
                </a:lnTo>
                <a:lnTo>
                  <a:pt x="2853610" y="4904296"/>
                </a:lnTo>
                <a:lnTo>
                  <a:pt x="2853610" y="4896424"/>
                </a:lnTo>
                <a:lnTo>
                  <a:pt x="2837867" y="4892488"/>
                </a:lnTo>
                <a:lnTo>
                  <a:pt x="2829994" y="4888552"/>
                </a:lnTo>
                <a:lnTo>
                  <a:pt x="2814250" y="4888552"/>
                </a:lnTo>
                <a:lnTo>
                  <a:pt x="2814250" y="4884616"/>
                </a:lnTo>
                <a:lnTo>
                  <a:pt x="2829994" y="4872808"/>
                </a:lnTo>
                <a:lnTo>
                  <a:pt x="2833931" y="4857064"/>
                </a:lnTo>
                <a:lnTo>
                  <a:pt x="2853610" y="4861000"/>
                </a:lnTo>
                <a:lnTo>
                  <a:pt x="2853610" y="4876744"/>
                </a:lnTo>
                <a:lnTo>
                  <a:pt x="2853610" y="4884616"/>
                </a:lnTo>
                <a:lnTo>
                  <a:pt x="2859514" y="4884616"/>
                </a:lnTo>
                <a:lnTo>
                  <a:pt x="2871323" y="4868872"/>
                </a:lnTo>
                <a:lnTo>
                  <a:pt x="2867387" y="4855096"/>
                </a:lnTo>
                <a:lnTo>
                  <a:pt x="2875258" y="4847224"/>
                </a:lnTo>
                <a:lnTo>
                  <a:pt x="2883131" y="4843288"/>
                </a:lnTo>
                <a:lnTo>
                  <a:pt x="2883131" y="4827544"/>
                </a:lnTo>
                <a:lnTo>
                  <a:pt x="2894939" y="4815735"/>
                </a:lnTo>
                <a:lnTo>
                  <a:pt x="2894939" y="4807863"/>
                </a:lnTo>
                <a:lnTo>
                  <a:pt x="2883131" y="4805895"/>
                </a:lnTo>
                <a:lnTo>
                  <a:pt x="2879195" y="4786215"/>
                </a:lnTo>
                <a:lnTo>
                  <a:pt x="2894939" y="4762599"/>
                </a:lnTo>
                <a:lnTo>
                  <a:pt x="2891003" y="4737015"/>
                </a:lnTo>
                <a:lnTo>
                  <a:pt x="2898875" y="4725207"/>
                </a:lnTo>
                <a:lnTo>
                  <a:pt x="2894939" y="4709463"/>
                </a:lnTo>
                <a:lnTo>
                  <a:pt x="2898875" y="4697655"/>
                </a:lnTo>
                <a:lnTo>
                  <a:pt x="2891003" y="4695687"/>
                </a:lnTo>
                <a:lnTo>
                  <a:pt x="2875258" y="4701591"/>
                </a:lnTo>
                <a:lnTo>
                  <a:pt x="2857546" y="4683878"/>
                </a:lnTo>
                <a:lnTo>
                  <a:pt x="2863451" y="4664198"/>
                </a:lnTo>
                <a:lnTo>
                  <a:pt x="2867387" y="4634678"/>
                </a:lnTo>
                <a:lnTo>
                  <a:pt x="2875258" y="4622870"/>
                </a:lnTo>
                <a:lnTo>
                  <a:pt x="2879195" y="4593350"/>
                </a:lnTo>
                <a:lnTo>
                  <a:pt x="2867387" y="4561861"/>
                </a:lnTo>
                <a:lnTo>
                  <a:pt x="2867387" y="4530373"/>
                </a:lnTo>
                <a:lnTo>
                  <a:pt x="2879195" y="4524469"/>
                </a:lnTo>
                <a:lnTo>
                  <a:pt x="2883131" y="4502821"/>
                </a:lnTo>
                <a:lnTo>
                  <a:pt x="2894939" y="4489045"/>
                </a:lnTo>
                <a:lnTo>
                  <a:pt x="2902811" y="4469365"/>
                </a:lnTo>
                <a:lnTo>
                  <a:pt x="2910683" y="4443780"/>
                </a:lnTo>
                <a:lnTo>
                  <a:pt x="2916587" y="4416228"/>
                </a:lnTo>
                <a:lnTo>
                  <a:pt x="2932331" y="4394580"/>
                </a:lnTo>
                <a:lnTo>
                  <a:pt x="2932331" y="4347348"/>
                </a:lnTo>
                <a:lnTo>
                  <a:pt x="2924459" y="4302083"/>
                </a:lnTo>
                <a:lnTo>
                  <a:pt x="2936267" y="4294211"/>
                </a:lnTo>
                <a:lnTo>
                  <a:pt x="2936267" y="4264691"/>
                </a:lnTo>
                <a:lnTo>
                  <a:pt x="2932331" y="4252883"/>
                </a:lnTo>
                <a:lnTo>
                  <a:pt x="2952012" y="4178098"/>
                </a:lnTo>
                <a:lnTo>
                  <a:pt x="2959884" y="4146610"/>
                </a:lnTo>
                <a:lnTo>
                  <a:pt x="2955947" y="4079698"/>
                </a:lnTo>
                <a:lnTo>
                  <a:pt x="2967755" y="4071825"/>
                </a:lnTo>
                <a:lnTo>
                  <a:pt x="2971691" y="3995073"/>
                </a:lnTo>
                <a:lnTo>
                  <a:pt x="2963820" y="3987201"/>
                </a:lnTo>
                <a:lnTo>
                  <a:pt x="2967609" y="3939837"/>
                </a:lnTo>
                <a:lnTo>
                  <a:pt x="2922502" y="3902576"/>
                </a:lnTo>
                <a:lnTo>
                  <a:pt x="2902821" y="3900608"/>
                </a:lnTo>
                <a:lnTo>
                  <a:pt x="2877238" y="3867152"/>
                </a:lnTo>
                <a:lnTo>
                  <a:pt x="2853621" y="3867152"/>
                </a:lnTo>
                <a:lnTo>
                  <a:pt x="2828037" y="3847471"/>
                </a:lnTo>
                <a:lnTo>
                  <a:pt x="2820164" y="3839599"/>
                </a:lnTo>
                <a:lnTo>
                  <a:pt x="2800484" y="3831727"/>
                </a:lnTo>
                <a:lnTo>
                  <a:pt x="2792612" y="3804175"/>
                </a:lnTo>
                <a:lnTo>
                  <a:pt x="2796548" y="3790399"/>
                </a:lnTo>
                <a:lnTo>
                  <a:pt x="2776868" y="3770719"/>
                </a:lnTo>
                <a:lnTo>
                  <a:pt x="2776868" y="3754974"/>
                </a:lnTo>
                <a:lnTo>
                  <a:pt x="2763091" y="3743166"/>
                </a:lnTo>
                <a:lnTo>
                  <a:pt x="2759156" y="3729390"/>
                </a:lnTo>
                <a:lnTo>
                  <a:pt x="2743412" y="3697902"/>
                </a:lnTo>
                <a:lnTo>
                  <a:pt x="2731603" y="3656574"/>
                </a:lnTo>
                <a:lnTo>
                  <a:pt x="2711923" y="3634925"/>
                </a:lnTo>
                <a:lnTo>
                  <a:pt x="2696179" y="3595565"/>
                </a:lnTo>
                <a:lnTo>
                  <a:pt x="2676499" y="3591629"/>
                </a:lnTo>
                <a:lnTo>
                  <a:pt x="2664690" y="3577853"/>
                </a:lnTo>
                <a:lnTo>
                  <a:pt x="2672562" y="3573917"/>
                </a:lnTo>
                <a:lnTo>
                  <a:pt x="2672562" y="3566045"/>
                </a:lnTo>
                <a:lnTo>
                  <a:pt x="2664690" y="3558173"/>
                </a:lnTo>
                <a:lnTo>
                  <a:pt x="2666658" y="3546365"/>
                </a:lnTo>
                <a:lnTo>
                  <a:pt x="2664690" y="3528652"/>
                </a:lnTo>
                <a:lnTo>
                  <a:pt x="2676497" y="3520781"/>
                </a:lnTo>
                <a:lnTo>
                  <a:pt x="2676497" y="3520780"/>
                </a:lnTo>
                <a:lnTo>
                  <a:pt x="2676497" y="3512908"/>
                </a:lnTo>
                <a:lnTo>
                  <a:pt x="2690274" y="3508972"/>
                </a:lnTo>
                <a:lnTo>
                  <a:pt x="2707986" y="3505036"/>
                </a:lnTo>
                <a:lnTo>
                  <a:pt x="2711922" y="3491260"/>
                </a:lnTo>
                <a:lnTo>
                  <a:pt x="2707986" y="3479452"/>
                </a:lnTo>
                <a:lnTo>
                  <a:pt x="2700114" y="3487324"/>
                </a:lnTo>
                <a:lnTo>
                  <a:pt x="2688306" y="3487324"/>
                </a:lnTo>
                <a:lnTo>
                  <a:pt x="2676497" y="3471580"/>
                </a:lnTo>
                <a:lnTo>
                  <a:pt x="2676497" y="3434188"/>
                </a:lnTo>
                <a:lnTo>
                  <a:pt x="2690274" y="3422379"/>
                </a:lnTo>
                <a:lnTo>
                  <a:pt x="2690274" y="3388923"/>
                </a:lnTo>
                <a:lnTo>
                  <a:pt x="2702082" y="3384987"/>
                </a:lnTo>
                <a:lnTo>
                  <a:pt x="2713890" y="3381051"/>
                </a:lnTo>
                <a:lnTo>
                  <a:pt x="2723730" y="3381051"/>
                </a:lnTo>
                <a:lnTo>
                  <a:pt x="2740082" y="3389227"/>
                </a:lnTo>
                <a:lnTo>
                  <a:pt x="2723727" y="3381050"/>
                </a:lnTo>
                <a:lnTo>
                  <a:pt x="2729631" y="3355466"/>
                </a:lnTo>
                <a:lnTo>
                  <a:pt x="2741440" y="3335785"/>
                </a:lnTo>
                <a:lnTo>
                  <a:pt x="2755216" y="3331849"/>
                </a:lnTo>
                <a:lnTo>
                  <a:pt x="2763088" y="3323977"/>
                </a:lnTo>
                <a:lnTo>
                  <a:pt x="2763088" y="3312169"/>
                </a:lnTo>
                <a:lnTo>
                  <a:pt x="2772928" y="3302329"/>
                </a:lnTo>
                <a:lnTo>
                  <a:pt x="2770960" y="3282649"/>
                </a:lnTo>
                <a:lnTo>
                  <a:pt x="2767024" y="3255097"/>
                </a:lnTo>
                <a:lnTo>
                  <a:pt x="2767024" y="3223609"/>
                </a:lnTo>
                <a:lnTo>
                  <a:pt x="2763088" y="3203929"/>
                </a:lnTo>
                <a:lnTo>
                  <a:pt x="2778832" y="3199993"/>
                </a:lnTo>
                <a:lnTo>
                  <a:pt x="2778832" y="3199992"/>
                </a:lnTo>
                <a:lnTo>
                  <a:pt x="2763089" y="3203928"/>
                </a:lnTo>
                <a:lnTo>
                  <a:pt x="2753248" y="3192120"/>
                </a:lnTo>
                <a:lnTo>
                  <a:pt x="2743408" y="3170472"/>
                </a:lnTo>
                <a:lnTo>
                  <a:pt x="2729632" y="3162600"/>
                </a:lnTo>
                <a:lnTo>
                  <a:pt x="2711920" y="3166536"/>
                </a:lnTo>
                <a:lnTo>
                  <a:pt x="2700112" y="3174408"/>
                </a:lnTo>
                <a:lnTo>
                  <a:pt x="2696175" y="3180312"/>
                </a:lnTo>
                <a:lnTo>
                  <a:pt x="2702079" y="3196056"/>
                </a:lnTo>
                <a:lnTo>
                  <a:pt x="2684367" y="3207864"/>
                </a:lnTo>
                <a:lnTo>
                  <a:pt x="2672559" y="3199992"/>
                </a:lnTo>
                <a:lnTo>
                  <a:pt x="2656814" y="3192120"/>
                </a:lnTo>
                <a:lnTo>
                  <a:pt x="2652878" y="3184248"/>
                </a:lnTo>
                <a:lnTo>
                  <a:pt x="2629265" y="3174409"/>
                </a:lnTo>
                <a:lnTo>
                  <a:pt x="2619422" y="3174409"/>
                </a:lnTo>
                <a:lnTo>
                  <a:pt x="2599742" y="3154729"/>
                </a:lnTo>
                <a:lnTo>
                  <a:pt x="2587934" y="3137017"/>
                </a:lnTo>
                <a:lnTo>
                  <a:pt x="2574157" y="3129145"/>
                </a:lnTo>
                <a:lnTo>
                  <a:pt x="2566286" y="3133081"/>
                </a:lnTo>
                <a:lnTo>
                  <a:pt x="2546605" y="3121273"/>
                </a:lnTo>
                <a:lnTo>
                  <a:pt x="2542669" y="3103561"/>
                </a:lnTo>
                <a:lnTo>
                  <a:pt x="2544561" y="3103443"/>
                </a:lnTo>
                <a:lnTo>
                  <a:pt x="2528895" y="3079945"/>
                </a:lnTo>
                <a:lnTo>
                  <a:pt x="2509214" y="3058297"/>
                </a:lnTo>
                <a:lnTo>
                  <a:pt x="2495439" y="3050425"/>
                </a:lnTo>
                <a:lnTo>
                  <a:pt x="2495439" y="3042553"/>
                </a:lnTo>
                <a:lnTo>
                  <a:pt x="2503881" y="3043960"/>
                </a:lnTo>
                <a:lnTo>
                  <a:pt x="2495439" y="3040583"/>
                </a:lnTo>
                <a:lnTo>
                  <a:pt x="2495439" y="3036647"/>
                </a:lnTo>
                <a:lnTo>
                  <a:pt x="2487567" y="3032711"/>
                </a:lnTo>
                <a:lnTo>
                  <a:pt x="2467887" y="3014999"/>
                </a:lnTo>
                <a:lnTo>
                  <a:pt x="2436359" y="3003872"/>
                </a:lnTo>
                <a:lnTo>
                  <a:pt x="2436358" y="3003873"/>
                </a:lnTo>
                <a:lnTo>
                  <a:pt x="2467887" y="3015001"/>
                </a:lnTo>
                <a:lnTo>
                  <a:pt x="2487567" y="3032713"/>
                </a:lnTo>
                <a:lnTo>
                  <a:pt x="2485599" y="3034681"/>
                </a:lnTo>
                <a:lnTo>
                  <a:pt x="2479695" y="3036649"/>
                </a:lnTo>
                <a:lnTo>
                  <a:pt x="2463951" y="3040585"/>
                </a:lnTo>
                <a:lnTo>
                  <a:pt x="2422622" y="3020905"/>
                </a:lnTo>
                <a:lnTo>
                  <a:pt x="2428536" y="3012035"/>
                </a:lnTo>
                <a:lnTo>
                  <a:pt x="2422622" y="3018934"/>
                </a:lnTo>
                <a:lnTo>
                  <a:pt x="2369486" y="3009094"/>
                </a:lnTo>
                <a:lnTo>
                  <a:pt x="2357677" y="2997286"/>
                </a:lnTo>
                <a:lnTo>
                  <a:pt x="2365505" y="2958148"/>
                </a:lnTo>
                <a:lnTo>
                  <a:pt x="2357680" y="2995320"/>
                </a:lnTo>
                <a:lnTo>
                  <a:pt x="2328159" y="2969736"/>
                </a:lnTo>
                <a:lnTo>
                  <a:pt x="2324223" y="2957928"/>
                </a:lnTo>
                <a:lnTo>
                  <a:pt x="2304543" y="2953992"/>
                </a:lnTo>
                <a:lnTo>
                  <a:pt x="2298638" y="2946120"/>
                </a:lnTo>
                <a:lnTo>
                  <a:pt x="2290767" y="2946120"/>
                </a:lnTo>
                <a:lnTo>
                  <a:pt x="2259278" y="2961864"/>
                </a:lnTo>
                <a:lnTo>
                  <a:pt x="2229758" y="2965800"/>
                </a:lnTo>
                <a:lnTo>
                  <a:pt x="2221886" y="2957928"/>
                </a:lnTo>
                <a:lnTo>
                  <a:pt x="2206141" y="2957928"/>
                </a:lnTo>
                <a:lnTo>
                  <a:pt x="2192365" y="2950056"/>
                </a:lnTo>
                <a:lnTo>
                  <a:pt x="2184493" y="2950056"/>
                </a:lnTo>
                <a:lnTo>
                  <a:pt x="2168749" y="2938248"/>
                </a:lnTo>
                <a:lnTo>
                  <a:pt x="2145133" y="2934312"/>
                </a:lnTo>
                <a:lnTo>
                  <a:pt x="2137260" y="2930376"/>
                </a:lnTo>
                <a:lnTo>
                  <a:pt x="2127421" y="2926440"/>
                </a:lnTo>
                <a:lnTo>
                  <a:pt x="2115612" y="2916600"/>
                </a:lnTo>
                <a:lnTo>
                  <a:pt x="2099868" y="2908727"/>
                </a:lnTo>
                <a:lnTo>
                  <a:pt x="2088060" y="2896919"/>
                </a:lnTo>
                <a:lnTo>
                  <a:pt x="2070347" y="2896919"/>
                </a:lnTo>
                <a:lnTo>
                  <a:pt x="2054603" y="2885111"/>
                </a:lnTo>
                <a:lnTo>
                  <a:pt x="2034923" y="2885111"/>
                </a:lnTo>
                <a:lnTo>
                  <a:pt x="2030987" y="2871335"/>
                </a:lnTo>
                <a:lnTo>
                  <a:pt x="2017211" y="2863463"/>
                </a:lnTo>
                <a:lnTo>
                  <a:pt x="2005402" y="2855591"/>
                </a:lnTo>
                <a:lnTo>
                  <a:pt x="1989658" y="2847719"/>
                </a:lnTo>
                <a:lnTo>
                  <a:pt x="1985722" y="2839847"/>
                </a:lnTo>
                <a:lnTo>
                  <a:pt x="1981786" y="2831975"/>
                </a:lnTo>
                <a:lnTo>
                  <a:pt x="1989658" y="2822135"/>
                </a:lnTo>
                <a:lnTo>
                  <a:pt x="1989658" y="2794582"/>
                </a:lnTo>
                <a:lnTo>
                  <a:pt x="1977851" y="2772934"/>
                </a:lnTo>
                <a:lnTo>
                  <a:pt x="1975882" y="2765062"/>
                </a:lnTo>
                <a:lnTo>
                  <a:pt x="1948330" y="2737510"/>
                </a:lnTo>
                <a:lnTo>
                  <a:pt x="1936522" y="2719798"/>
                </a:lnTo>
                <a:lnTo>
                  <a:pt x="1928650" y="2715862"/>
                </a:lnTo>
                <a:lnTo>
                  <a:pt x="1918810" y="2704053"/>
                </a:lnTo>
                <a:lnTo>
                  <a:pt x="1914874" y="2688309"/>
                </a:lnTo>
                <a:lnTo>
                  <a:pt x="1907001" y="2678469"/>
                </a:lnTo>
                <a:lnTo>
                  <a:pt x="1891257" y="2674533"/>
                </a:lnTo>
                <a:lnTo>
                  <a:pt x="1875513" y="2666661"/>
                </a:lnTo>
                <a:lnTo>
                  <a:pt x="1875513" y="2654853"/>
                </a:lnTo>
                <a:lnTo>
                  <a:pt x="1883385" y="2646981"/>
                </a:lnTo>
                <a:lnTo>
                  <a:pt x="1871577" y="2633205"/>
                </a:lnTo>
                <a:lnTo>
                  <a:pt x="1861737" y="2635173"/>
                </a:lnTo>
                <a:lnTo>
                  <a:pt x="1842056" y="2613525"/>
                </a:lnTo>
                <a:lnTo>
                  <a:pt x="1842056" y="2599749"/>
                </a:lnTo>
                <a:lnTo>
                  <a:pt x="1818440" y="2595813"/>
                </a:lnTo>
                <a:lnTo>
                  <a:pt x="1804664" y="2574164"/>
                </a:lnTo>
                <a:lnTo>
                  <a:pt x="1796792" y="2570228"/>
                </a:lnTo>
                <a:lnTo>
                  <a:pt x="1784984" y="2550548"/>
                </a:lnTo>
                <a:lnTo>
                  <a:pt x="1777112" y="2532836"/>
                </a:lnTo>
                <a:lnTo>
                  <a:pt x="1765304" y="2521028"/>
                </a:lnTo>
                <a:lnTo>
                  <a:pt x="1769240" y="2505284"/>
                </a:lnTo>
                <a:lnTo>
                  <a:pt x="1765304" y="2489540"/>
                </a:lnTo>
                <a:lnTo>
                  <a:pt x="1755463" y="2489540"/>
                </a:lnTo>
                <a:lnTo>
                  <a:pt x="1751528" y="2479699"/>
                </a:lnTo>
                <a:lnTo>
                  <a:pt x="1747592" y="2479699"/>
                </a:lnTo>
                <a:lnTo>
                  <a:pt x="1735783" y="2483635"/>
                </a:lnTo>
                <a:lnTo>
                  <a:pt x="1723975" y="2471827"/>
                </a:lnTo>
                <a:lnTo>
                  <a:pt x="1720039" y="2475763"/>
                </a:lnTo>
                <a:lnTo>
                  <a:pt x="1723975" y="2524964"/>
                </a:lnTo>
                <a:lnTo>
                  <a:pt x="1727911" y="2532836"/>
                </a:lnTo>
                <a:lnTo>
                  <a:pt x="1769240" y="2578100"/>
                </a:lnTo>
                <a:lnTo>
                  <a:pt x="1769240" y="2584004"/>
                </a:lnTo>
                <a:lnTo>
                  <a:pt x="1781048" y="2599749"/>
                </a:lnTo>
                <a:lnTo>
                  <a:pt x="1784984" y="2605653"/>
                </a:lnTo>
                <a:lnTo>
                  <a:pt x="1814505" y="2639109"/>
                </a:lnTo>
                <a:lnTo>
                  <a:pt x="1822376" y="2662725"/>
                </a:lnTo>
                <a:lnTo>
                  <a:pt x="1826312" y="2674533"/>
                </a:lnTo>
                <a:lnTo>
                  <a:pt x="1838120" y="2688309"/>
                </a:lnTo>
                <a:lnTo>
                  <a:pt x="1842056" y="2704053"/>
                </a:lnTo>
                <a:lnTo>
                  <a:pt x="1853864" y="2711926"/>
                </a:lnTo>
                <a:lnTo>
                  <a:pt x="1863705" y="2725702"/>
                </a:lnTo>
                <a:lnTo>
                  <a:pt x="1869609" y="2737510"/>
                </a:lnTo>
                <a:lnTo>
                  <a:pt x="1869609" y="2753254"/>
                </a:lnTo>
                <a:lnTo>
                  <a:pt x="1857801" y="2757190"/>
                </a:lnTo>
                <a:lnTo>
                  <a:pt x="1853864" y="2737510"/>
                </a:lnTo>
                <a:lnTo>
                  <a:pt x="1826312" y="2715862"/>
                </a:lnTo>
                <a:lnTo>
                  <a:pt x="1814505" y="2711926"/>
                </a:lnTo>
                <a:lnTo>
                  <a:pt x="1800728" y="2692245"/>
                </a:lnTo>
                <a:lnTo>
                  <a:pt x="1796792" y="2662725"/>
                </a:lnTo>
                <a:lnTo>
                  <a:pt x="1784984" y="2650917"/>
                </a:lnTo>
                <a:lnTo>
                  <a:pt x="1765304" y="2635173"/>
                </a:lnTo>
                <a:lnTo>
                  <a:pt x="1747592" y="2633205"/>
                </a:lnTo>
                <a:lnTo>
                  <a:pt x="1720039" y="2613525"/>
                </a:lnTo>
                <a:lnTo>
                  <a:pt x="1720039" y="2611557"/>
                </a:lnTo>
                <a:lnTo>
                  <a:pt x="1720039" y="2605653"/>
                </a:lnTo>
                <a:lnTo>
                  <a:pt x="1743655" y="2605653"/>
                </a:lnTo>
                <a:lnTo>
                  <a:pt x="1739719" y="2584004"/>
                </a:lnTo>
                <a:lnTo>
                  <a:pt x="1739719" y="2574164"/>
                </a:lnTo>
                <a:lnTo>
                  <a:pt x="1716103" y="2550548"/>
                </a:lnTo>
                <a:lnTo>
                  <a:pt x="1708231" y="2546612"/>
                </a:lnTo>
                <a:lnTo>
                  <a:pt x="1698391" y="2532836"/>
                </a:lnTo>
                <a:lnTo>
                  <a:pt x="1692486" y="2517092"/>
                </a:lnTo>
                <a:lnTo>
                  <a:pt x="1662966" y="2487572"/>
                </a:lnTo>
                <a:lnTo>
                  <a:pt x="1659030" y="2463955"/>
                </a:lnTo>
                <a:lnTo>
                  <a:pt x="1655094" y="2452147"/>
                </a:lnTo>
                <a:lnTo>
                  <a:pt x="1670839" y="2448211"/>
                </a:lnTo>
                <a:lnTo>
                  <a:pt x="1720039" y="2444275"/>
                </a:lnTo>
                <a:lnTo>
                  <a:pt x="1761367" y="2463955"/>
                </a:lnTo>
                <a:lnTo>
                  <a:pt x="1802696" y="2489540"/>
                </a:lnTo>
                <a:lnTo>
                  <a:pt x="1818440" y="2493476"/>
                </a:lnTo>
                <a:lnTo>
                  <a:pt x="1879449" y="2493476"/>
                </a:lnTo>
                <a:lnTo>
                  <a:pt x="1907001" y="2485604"/>
                </a:lnTo>
                <a:lnTo>
                  <a:pt x="1914874" y="2471827"/>
                </a:lnTo>
                <a:lnTo>
                  <a:pt x="1940458" y="2471827"/>
                </a:lnTo>
                <a:lnTo>
                  <a:pt x="1966042" y="2475763"/>
                </a:lnTo>
                <a:lnTo>
                  <a:pt x="1993595" y="2501348"/>
                </a:lnTo>
                <a:lnTo>
                  <a:pt x="2005402" y="2501348"/>
                </a:lnTo>
                <a:lnTo>
                  <a:pt x="2013274" y="2513155"/>
                </a:lnTo>
                <a:lnTo>
                  <a:pt x="2013274" y="2513154"/>
                </a:lnTo>
                <a:lnTo>
                  <a:pt x="2005402" y="2501346"/>
                </a:lnTo>
                <a:lnTo>
                  <a:pt x="1993593" y="2501346"/>
                </a:lnTo>
                <a:lnTo>
                  <a:pt x="1966041" y="2473794"/>
                </a:lnTo>
                <a:lnTo>
                  <a:pt x="1940457" y="2469858"/>
                </a:lnTo>
                <a:lnTo>
                  <a:pt x="1912905" y="2469858"/>
                </a:lnTo>
                <a:lnTo>
                  <a:pt x="1907001" y="2485602"/>
                </a:lnTo>
                <a:lnTo>
                  <a:pt x="1879448" y="2493474"/>
                </a:lnTo>
                <a:lnTo>
                  <a:pt x="1818439" y="2493474"/>
                </a:lnTo>
                <a:lnTo>
                  <a:pt x="1802695" y="2489538"/>
                </a:lnTo>
                <a:lnTo>
                  <a:pt x="1761367" y="2463954"/>
                </a:lnTo>
                <a:lnTo>
                  <a:pt x="1720038" y="2444273"/>
                </a:lnTo>
                <a:lnTo>
                  <a:pt x="1670837" y="2448209"/>
                </a:lnTo>
                <a:lnTo>
                  <a:pt x="1655093" y="2452145"/>
                </a:lnTo>
                <a:lnTo>
                  <a:pt x="1647221" y="2440337"/>
                </a:lnTo>
                <a:lnTo>
                  <a:pt x="1637381" y="2416721"/>
                </a:lnTo>
                <a:lnTo>
                  <a:pt x="1617701" y="2406881"/>
                </a:lnTo>
                <a:lnTo>
                  <a:pt x="1605893" y="2406881"/>
                </a:lnTo>
                <a:lnTo>
                  <a:pt x="1598021" y="2406881"/>
                </a:lnTo>
                <a:lnTo>
                  <a:pt x="1588180" y="2391137"/>
                </a:lnTo>
                <a:lnTo>
                  <a:pt x="1572436" y="2383265"/>
                </a:lnTo>
                <a:lnTo>
                  <a:pt x="1556692" y="2383265"/>
                </a:lnTo>
                <a:lnTo>
                  <a:pt x="1548820" y="2357681"/>
                </a:lnTo>
                <a:lnTo>
                  <a:pt x="1531108" y="2334065"/>
                </a:lnTo>
                <a:lnTo>
                  <a:pt x="1523235" y="2322257"/>
                </a:lnTo>
                <a:lnTo>
                  <a:pt x="1519299" y="2308480"/>
                </a:lnTo>
                <a:lnTo>
                  <a:pt x="1511428" y="2296672"/>
                </a:lnTo>
                <a:lnTo>
                  <a:pt x="1507491" y="2280928"/>
                </a:lnTo>
                <a:lnTo>
                  <a:pt x="1511428" y="2267152"/>
                </a:lnTo>
                <a:lnTo>
                  <a:pt x="1507491" y="2263216"/>
                </a:lnTo>
                <a:lnTo>
                  <a:pt x="1487811" y="2259280"/>
                </a:lnTo>
                <a:lnTo>
                  <a:pt x="1481907" y="2231728"/>
                </a:lnTo>
                <a:lnTo>
                  <a:pt x="1462227" y="2217952"/>
                </a:lnTo>
                <a:lnTo>
                  <a:pt x="1458291" y="2194336"/>
                </a:lnTo>
                <a:lnTo>
                  <a:pt x="1450419" y="2178592"/>
                </a:lnTo>
                <a:lnTo>
                  <a:pt x="1454355" y="2160879"/>
                </a:lnTo>
                <a:lnTo>
                  <a:pt x="1454355" y="2133327"/>
                </a:lnTo>
                <a:lnTo>
                  <a:pt x="1446483" y="2095935"/>
                </a:lnTo>
                <a:lnTo>
                  <a:pt x="1444515" y="2070351"/>
                </a:lnTo>
                <a:lnTo>
                  <a:pt x="1454355" y="2030990"/>
                </a:lnTo>
                <a:lnTo>
                  <a:pt x="1454355" y="1981790"/>
                </a:lnTo>
                <a:lnTo>
                  <a:pt x="1458291" y="1946366"/>
                </a:lnTo>
                <a:lnTo>
                  <a:pt x="1454355" y="1912910"/>
                </a:lnTo>
                <a:lnTo>
                  <a:pt x="1434674" y="1879453"/>
                </a:lnTo>
                <a:lnTo>
                  <a:pt x="1438610" y="1867645"/>
                </a:lnTo>
                <a:lnTo>
                  <a:pt x="1454355" y="1867645"/>
                </a:lnTo>
                <a:lnTo>
                  <a:pt x="1474035" y="1875517"/>
                </a:lnTo>
                <a:lnTo>
                  <a:pt x="1503555" y="1871581"/>
                </a:lnTo>
                <a:lnTo>
                  <a:pt x="1495683" y="1905038"/>
                </a:lnTo>
                <a:lnTo>
                  <a:pt x="1507491" y="1905038"/>
                </a:lnTo>
                <a:lnTo>
                  <a:pt x="1511428" y="1887325"/>
                </a:lnTo>
                <a:lnTo>
                  <a:pt x="1503555" y="1867645"/>
                </a:lnTo>
                <a:lnTo>
                  <a:pt x="1503555" y="1842061"/>
                </a:lnTo>
                <a:lnTo>
                  <a:pt x="2288612" y="1840094"/>
                </a:lnTo>
                <a:lnTo>
                  <a:pt x="1505523" y="1840094"/>
                </a:lnTo>
                <a:lnTo>
                  <a:pt x="1489779" y="1832222"/>
                </a:lnTo>
                <a:lnTo>
                  <a:pt x="1474035" y="1810573"/>
                </a:lnTo>
                <a:lnTo>
                  <a:pt x="1462227" y="1810573"/>
                </a:lnTo>
                <a:lnTo>
                  <a:pt x="1454354" y="1794829"/>
                </a:lnTo>
                <a:lnTo>
                  <a:pt x="1440578" y="1790893"/>
                </a:lnTo>
                <a:lnTo>
                  <a:pt x="1428770" y="1773181"/>
                </a:lnTo>
                <a:lnTo>
                  <a:pt x="1416962" y="1765309"/>
                </a:lnTo>
                <a:lnTo>
                  <a:pt x="1399250" y="1765309"/>
                </a:lnTo>
                <a:lnTo>
                  <a:pt x="1387441" y="1749565"/>
                </a:lnTo>
                <a:lnTo>
                  <a:pt x="1361857" y="1745629"/>
                </a:lnTo>
                <a:lnTo>
                  <a:pt x="1352017" y="1737757"/>
                </a:lnTo>
                <a:lnTo>
                  <a:pt x="1344145" y="1716108"/>
                </a:lnTo>
                <a:lnTo>
                  <a:pt x="1348081" y="1692492"/>
                </a:lnTo>
                <a:lnTo>
                  <a:pt x="1340209" y="1682652"/>
                </a:lnTo>
                <a:lnTo>
                  <a:pt x="1336273" y="1666908"/>
                </a:lnTo>
                <a:lnTo>
                  <a:pt x="1324465" y="1670844"/>
                </a:lnTo>
                <a:lnTo>
                  <a:pt x="1308721" y="1666908"/>
                </a:lnTo>
                <a:lnTo>
                  <a:pt x="1308721" y="1651164"/>
                </a:lnTo>
                <a:lnTo>
                  <a:pt x="1316593" y="1647228"/>
                </a:lnTo>
                <a:lnTo>
                  <a:pt x="1312657" y="1625580"/>
                </a:lnTo>
                <a:lnTo>
                  <a:pt x="1304785" y="1629516"/>
                </a:lnTo>
                <a:lnTo>
                  <a:pt x="1302817" y="1635420"/>
                </a:lnTo>
                <a:lnTo>
                  <a:pt x="1291009" y="1629516"/>
                </a:lnTo>
                <a:lnTo>
                  <a:pt x="1283137" y="1613771"/>
                </a:lnTo>
                <a:lnTo>
                  <a:pt x="1279201" y="1586219"/>
                </a:lnTo>
                <a:lnTo>
                  <a:pt x="1279201" y="1568507"/>
                </a:lnTo>
                <a:lnTo>
                  <a:pt x="1287073" y="1560635"/>
                </a:lnTo>
                <a:lnTo>
                  <a:pt x="1287073" y="1537019"/>
                </a:lnTo>
                <a:lnTo>
                  <a:pt x="1291009" y="1511435"/>
                </a:lnTo>
                <a:lnTo>
                  <a:pt x="1288944" y="1510196"/>
                </a:lnTo>
                <a:lnTo>
                  <a:pt x="1285112" y="1537019"/>
                </a:lnTo>
                <a:lnTo>
                  <a:pt x="1285112" y="1560636"/>
                </a:lnTo>
                <a:lnTo>
                  <a:pt x="1279208" y="1566540"/>
                </a:lnTo>
                <a:lnTo>
                  <a:pt x="1267400" y="1566540"/>
                </a:lnTo>
                <a:lnTo>
                  <a:pt x="1263464" y="1566540"/>
                </a:lnTo>
                <a:lnTo>
                  <a:pt x="1259528" y="1544891"/>
                </a:lnTo>
                <a:lnTo>
                  <a:pt x="1239848" y="1540955"/>
                </a:lnTo>
                <a:lnTo>
                  <a:pt x="1235912" y="1529147"/>
                </a:lnTo>
                <a:lnTo>
                  <a:pt x="1230008" y="1529147"/>
                </a:lnTo>
                <a:lnTo>
                  <a:pt x="1230008" y="1513403"/>
                </a:lnTo>
                <a:lnTo>
                  <a:pt x="1218200" y="1499627"/>
                </a:lnTo>
                <a:lnTo>
                  <a:pt x="1214264" y="1472075"/>
                </a:lnTo>
                <a:lnTo>
                  <a:pt x="1206392" y="1468139"/>
                </a:lnTo>
                <a:lnTo>
                  <a:pt x="1190648" y="1454363"/>
                </a:lnTo>
                <a:lnTo>
                  <a:pt x="1186712" y="1426810"/>
                </a:lnTo>
                <a:lnTo>
                  <a:pt x="1172936" y="1389418"/>
                </a:lnTo>
                <a:lnTo>
                  <a:pt x="1157192" y="1381546"/>
                </a:lnTo>
                <a:lnTo>
                  <a:pt x="1145384" y="1377610"/>
                </a:lnTo>
                <a:lnTo>
                  <a:pt x="1137512" y="1355962"/>
                </a:lnTo>
                <a:lnTo>
                  <a:pt x="1133575" y="1381546"/>
                </a:lnTo>
                <a:lnTo>
                  <a:pt x="1127672" y="1381546"/>
                </a:lnTo>
                <a:lnTo>
                  <a:pt x="1115863" y="1367770"/>
                </a:lnTo>
                <a:lnTo>
                  <a:pt x="1104055" y="1367770"/>
                </a:lnTo>
                <a:lnTo>
                  <a:pt x="1104055" y="1373674"/>
                </a:lnTo>
                <a:lnTo>
                  <a:pt x="1111928" y="1385482"/>
                </a:lnTo>
                <a:lnTo>
                  <a:pt x="1076503" y="1385482"/>
                </a:lnTo>
                <a:lnTo>
                  <a:pt x="1058791" y="1367770"/>
                </a:lnTo>
                <a:lnTo>
                  <a:pt x="1050919" y="1344154"/>
                </a:lnTo>
                <a:lnTo>
                  <a:pt x="1017463" y="1332346"/>
                </a:lnTo>
                <a:lnTo>
                  <a:pt x="1013527" y="1306761"/>
                </a:lnTo>
                <a:lnTo>
                  <a:pt x="997783" y="1314633"/>
                </a:lnTo>
                <a:lnTo>
                  <a:pt x="968263" y="1312665"/>
                </a:lnTo>
                <a:lnTo>
                  <a:pt x="964327" y="1304793"/>
                </a:lnTo>
                <a:lnTo>
                  <a:pt x="932839" y="1304793"/>
                </a:lnTo>
                <a:lnTo>
                  <a:pt x="924966" y="1300857"/>
                </a:lnTo>
                <a:lnTo>
                  <a:pt x="907254" y="1296921"/>
                </a:lnTo>
                <a:lnTo>
                  <a:pt x="871830" y="1296921"/>
                </a:lnTo>
                <a:lnTo>
                  <a:pt x="867894" y="1277241"/>
                </a:lnTo>
                <a:lnTo>
                  <a:pt x="861990" y="1271337"/>
                </a:lnTo>
                <a:lnTo>
                  <a:pt x="846246" y="1275273"/>
                </a:lnTo>
                <a:lnTo>
                  <a:pt x="816725" y="1255593"/>
                </a:lnTo>
                <a:lnTo>
                  <a:pt x="812790" y="1243785"/>
                </a:lnTo>
                <a:lnTo>
                  <a:pt x="793110" y="1247721"/>
                </a:lnTo>
                <a:lnTo>
                  <a:pt x="781301" y="1247721"/>
                </a:lnTo>
                <a:lnTo>
                  <a:pt x="785237" y="1235913"/>
                </a:lnTo>
                <a:lnTo>
                  <a:pt x="777365" y="1231977"/>
                </a:lnTo>
                <a:lnTo>
                  <a:pt x="759654" y="1255593"/>
                </a:lnTo>
                <a:lnTo>
                  <a:pt x="765557" y="1259529"/>
                </a:lnTo>
                <a:lnTo>
                  <a:pt x="761621" y="1267401"/>
                </a:lnTo>
                <a:lnTo>
                  <a:pt x="765557" y="1277241"/>
                </a:lnTo>
                <a:lnTo>
                  <a:pt x="759654" y="1304793"/>
                </a:lnTo>
                <a:lnTo>
                  <a:pt x="728164" y="1304793"/>
                </a:lnTo>
                <a:lnTo>
                  <a:pt x="712420" y="1320537"/>
                </a:lnTo>
                <a:lnTo>
                  <a:pt x="682901" y="1340218"/>
                </a:lnTo>
                <a:lnTo>
                  <a:pt x="661253" y="1340218"/>
                </a:lnTo>
                <a:lnTo>
                  <a:pt x="663220" y="1332346"/>
                </a:lnTo>
                <a:lnTo>
                  <a:pt x="671092" y="1324474"/>
                </a:lnTo>
                <a:lnTo>
                  <a:pt x="678965" y="1320537"/>
                </a:lnTo>
                <a:lnTo>
                  <a:pt x="671092" y="1318569"/>
                </a:lnTo>
                <a:lnTo>
                  <a:pt x="667156" y="1318569"/>
                </a:lnTo>
                <a:lnTo>
                  <a:pt x="663220" y="1312665"/>
                </a:lnTo>
                <a:lnTo>
                  <a:pt x="678965" y="1275273"/>
                </a:lnTo>
                <a:lnTo>
                  <a:pt x="678965" y="1259529"/>
                </a:lnTo>
                <a:lnTo>
                  <a:pt x="706516" y="1239849"/>
                </a:lnTo>
                <a:lnTo>
                  <a:pt x="724229" y="1243785"/>
                </a:lnTo>
                <a:lnTo>
                  <a:pt x="732101" y="1214265"/>
                </a:lnTo>
                <a:lnTo>
                  <a:pt x="720293" y="1214265"/>
                </a:lnTo>
                <a:lnTo>
                  <a:pt x="710453" y="1226073"/>
                </a:lnTo>
                <a:lnTo>
                  <a:pt x="690772" y="1222137"/>
                </a:lnTo>
                <a:lnTo>
                  <a:pt x="637636" y="1289049"/>
                </a:lnTo>
                <a:lnTo>
                  <a:pt x="641572" y="1306761"/>
                </a:lnTo>
                <a:lnTo>
                  <a:pt x="625828" y="1320537"/>
                </a:lnTo>
                <a:lnTo>
                  <a:pt x="610084" y="1320537"/>
                </a:lnTo>
                <a:lnTo>
                  <a:pt x="596307" y="1340218"/>
                </a:lnTo>
                <a:lnTo>
                  <a:pt x="596307" y="1352026"/>
                </a:lnTo>
                <a:lnTo>
                  <a:pt x="610084" y="1352026"/>
                </a:lnTo>
                <a:lnTo>
                  <a:pt x="614020" y="1373674"/>
                </a:lnTo>
                <a:lnTo>
                  <a:pt x="600244" y="1377610"/>
                </a:lnTo>
                <a:lnTo>
                  <a:pt x="596307" y="1401226"/>
                </a:lnTo>
                <a:lnTo>
                  <a:pt x="572691" y="1413034"/>
                </a:lnTo>
                <a:lnTo>
                  <a:pt x="554979" y="1426810"/>
                </a:lnTo>
                <a:lnTo>
                  <a:pt x="527427" y="1446491"/>
                </a:lnTo>
                <a:lnTo>
                  <a:pt x="527427" y="1462235"/>
                </a:lnTo>
                <a:lnTo>
                  <a:pt x="515619" y="1468139"/>
                </a:lnTo>
                <a:lnTo>
                  <a:pt x="470354" y="1503563"/>
                </a:lnTo>
                <a:lnTo>
                  <a:pt x="470354" y="1509467"/>
                </a:lnTo>
                <a:lnTo>
                  <a:pt x="452642" y="1517339"/>
                </a:lnTo>
                <a:lnTo>
                  <a:pt x="436898" y="1529147"/>
                </a:lnTo>
                <a:lnTo>
                  <a:pt x="405410" y="1544891"/>
                </a:lnTo>
                <a:lnTo>
                  <a:pt x="395570" y="1544891"/>
                </a:lnTo>
                <a:lnTo>
                  <a:pt x="387698" y="1537019"/>
                </a:lnTo>
                <a:lnTo>
                  <a:pt x="379825" y="1537019"/>
                </a:lnTo>
                <a:lnTo>
                  <a:pt x="371954" y="1556699"/>
                </a:lnTo>
                <a:lnTo>
                  <a:pt x="346369" y="1566540"/>
                </a:lnTo>
                <a:lnTo>
                  <a:pt x="338497" y="1566540"/>
                </a:lnTo>
                <a:lnTo>
                  <a:pt x="334562" y="1578348"/>
                </a:lnTo>
                <a:lnTo>
                  <a:pt x="318817" y="1590156"/>
                </a:lnTo>
                <a:lnTo>
                  <a:pt x="295201" y="1598028"/>
                </a:lnTo>
                <a:lnTo>
                  <a:pt x="295201" y="1590156"/>
                </a:lnTo>
                <a:lnTo>
                  <a:pt x="299137" y="1574412"/>
                </a:lnTo>
                <a:lnTo>
                  <a:pt x="318817" y="1566540"/>
                </a:lnTo>
                <a:lnTo>
                  <a:pt x="330625" y="1566540"/>
                </a:lnTo>
                <a:lnTo>
                  <a:pt x="346369" y="1556699"/>
                </a:lnTo>
                <a:lnTo>
                  <a:pt x="356209" y="1537019"/>
                </a:lnTo>
                <a:lnTo>
                  <a:pt x="379825" y="1521275"/>
                </a:lnTo>
                <a:lnTo>
                  <a:pt x="399506" y="1513403"/>
                </a:lnTo>
                <a:lnTo>
                  <a:pt x="409346" y="1521275"/>
                </a:lnTo>
                <a:lnTo>
                  <a:pt x="417218" y="1517339"/>
                </a:lnTo>
                <a:lnTo>
                  <a:pt x="421155" y="1503563"/>
                </a:lnTo>
                <a:lnTo>
                  <a:pt x="432962" y="1487819"/>
                </a:lnTo>
                <a:lnTo>
                  <a:pt x="458546" y="1468139"/>
                </a:lnTo>
                <a:lnTo>
                  <a:pt x="478226" y="1446491"/>
                </a:lnTo>
                <a:lnTo>
                  <a:pt x="501842" y="1438618"/>
                </a:lnTo>
                <a:lnTo>
                  <a:pt x="501842" y="1413034"/>
                </a:lnTo>
                <a:lnTo>
                  <a:pt x="515619" y="1369738"/>
                </a:lnTo>
                <a:lnTo>
                  <a:pt x="515619" y="1359898"/>
                </a:lnTo>
                <a:lnTo>
                  <a:pt x="501842" y="1369738"/>
                </a:lnTo>
                <a:lnTo>
                  <a:pt x="490034" y="1373674"/>
                </a:lnTo>
                <a:lnTo>
                  <a:pt x="478226" y="1369738"/>
                </a:lnTo>
                <a:lnTo>
                  <a:pt x="466418" y="1363834"/>
                </a:lnTo>
                <a:lnTo>
                  <a:pt x="458546" y="1385482"/>
                </a:lnTo>
                <a:lnTo>
                  <a:pt x="452642" y="1385482"/>
                </a:lnTo>
                <a:lnTo>
                  <a:pt x="440834" y="1367770"/>
                </a:lnTo>
                <a:lnTo>
                  <a:pt x="429026" y="1367770"/>
                </a:lnTo>
                <a:lnTo>
                  <a:pt x="417218" y="1355962"/>
                </a:lnTo>
                <a:lnTo>
                  <a:pt x="387698" y="1373674"/>
                </a:lnTo>
                <a:lnTo>
                  <a:pt x="371954" y="1377610"/>
                </a:lnTo>
                <a:lnTo>
                  <a:pt x="375890" y="1355962"/>
                </a:lnTo>
                <a:lnTo>
                  <a:pt x="371954" y="1328410"/>
                </a:lnTo>
                <a:lnTo>
                  <a:pt x="368017" y="1312665"/>
                </a:lnTo>
                <a:lnTo>
                  <a:pt x="368017" y="1292985"/>
                </a:lnTo>
                <a:lnTo>
                  <a:pt x="356209" y="1292985"/>
                </a:lnTo>
                <a:lnTo>
                  <a:pt x="356209" y="1306761"/>
                </a:lnTo>
                <a:lnTo>
                  <a:pt x="334562" y="1312665"/>
                </a:lnTo>
                <a:lnTo>
                  <a:pt x="314881" y="1314633"/>
                </a:lnTo>
                <a:lnTo>
                  <a:pt x="269616" y="1275273"/>
                </a:lnTo>
                <a:lnTo>
                  <a:pt x="281424" y="1275273"/>
                </a:lnTo>
                <a:lnTo>
                  <a:pt x="289297" y="1251657"/>
                </a:lnTo>
                <a:lnTo>
                  <a:pt x="281424" y="1243785"/>
                </a:lnTo>
                <a:lnTo>
                  <a:pt x="273552" y="1243785"/>
                </a:lnTo>
                <a:lnTo>
                  <a:pt x="261744" y="1226073"/>
                </a:lnTo>
                <a:lnTo>
                  <a:pt x="257808" y="1210329"/>
                </a:lnTo>
                <a:lnTo>
                  <a:pt x="265680" y="1202456"/>
                </a:lnTo>
                <a:lnTo>
                  <a:pt x="277488" y="1169000"/>
                </a:lnTo>
                <a:lnTo>
                  <a:pt x="289297" y="1161128"/>
                </a:lnTo>
                <a:lnTo>
                  <a:pt x="293233" y="1137512"/>
                </a:lnTo>
                <a:lnTo>
                  <a:pt x="310945" y="1115864"/>
                </a:lnTo>
                <a:lnTo>
                  <a:pt x="326689" y="1127672"/>
                </a:lnTo>
                <a:lnTo>
                  <a:pt x="348337" y="1115864"/>
                </a:lnTo>
                <a:lnTo>
                  <a:pt x="368017" y="1104056"/>
                </a:lnTo>
                <a:lnTo>
                  <a:pt x="387698" y="1111928"/>
                </a:lnTo>
                <a:lnTo>
                  <a:pt x="409346" y="1078471"/>
                </a:lnTo>
                <a:lnTo>
                  <a:pt x="409346" y="1058791"/>
                </a:lnTo>
                <a:lnTo>
                  <a:pt x="391633" y="1035175"/>
                </a:lnTo>
                <a:lnTo>
                  <a:pt x="395570" y="1033207"/>
                </a:lnTo>
                <a:lnTo>
                  <a:pt x="409346" y="1033207"/>
                </a:lnTo>
                <a:lnTo>
                  <a:pt x="409346" y="1013527"/>
                </a:lnTo>
                <a:lnTo>
                  <a:pt x="387698" y="1005655"/>
                </a:lnTo>
                <a:lnTo>
                  <a:pt x="375890" y="1017463"/>
                </a:lnTo>
                <a:lnTo>
                  <a:pt x="360145" y="1021399"/>
                </a:lnTo>
                <a:lnTo>
                  <a:pt x="348337" y="1035175"/>
                </a:lnTo>
                <a:lnTo>
                  <a:pt x="322753" y="1033207"/>
                </a:lnTo>
                <a:lnTo>
                  <a:pt x="307009" y="1025335"/>
                </a:lnTo>
                <a:lnTo>
                  <a:pt x="285361" y="1033207"/>
                </a:lnTo>
                <a:lnTo>
                  <a:pt x="257808" y="1033207"/>
                </a:lnTo>
                <a:lnTo>
                  <a:pt x="232224" y="993847"/>
                </a:lnTo>
                <a:lnTo>
                  <a:pt x="249936" y="993847"/>
                </a:lnTo>
                <a:lnTo>
                  <a:pt x="257808" y="989911"/>
                </a:lnTo>
                <a:lnTo>
                  <a:pt x="249936" y="980071"/>
                </a:lnTo>
                <a:lnTo>
                  <a:pt x="232224" y="980071"/>
                </a:lnTo>
                <a:lnTo>
                  <a:pt x="220416" y="980071"/>
                </a:lnTo>
                <a:lnTo>
                  <a:pt x="204672" y="964326"/>
                </a:lnTo>
                <a:lnTo>
                  <a:pt x="224352" y="944646"/>
                </a:lnTo>
                <a:lnTo>
                  <a:pt x="236160" y="942678"/>
                </a:lnTo>
                <a:lnTo>
                  <a:pt x="240096" y="926934"/>
                </a:lnTo>
                <a:lnTo>
                  <a:pt x="261744" y="922998"/>
                </a:lnTo>
                <a:lnTo>
                  <a:pt x="269616" y="911190"/>
                </a:lnTo>
                <a:lnTo>
                  <a:pt x="293233" y="907254"/>
                </a:lnTo>
                <a:lnTo>
                  <a:pt x="318817" y="903318"/>
                </a:lnTo>
                <a:lnTo>
                  <a:pt x="314881" y="919062"/>
                </a:lnTo>
                <a:lnTo>
                  <a:pt x="314881" y="930870"/>
                </a:lnTo>
                <a:lnTo>
                  <a:pt x="342433" y="926934"/>
                </a:lnTo>
                <a:lnTo>
                  <a:pt x="375890" y="938742"/>
                </a:lnTo>
                <a:lnTo>
                  <a:pt x="387698" y="926934"/>
                </a:lnTo>
                <a:lnTo>
                  <a:pt x="399506" y="926934"/>
                </a:lnTo>
                <a:lnTo>
                  <a:pt x="405410" y="907254"/>
                </a:lnTo>
                <a:lnTo>
                  <a:pt x="432962" y="903318"/>
                </a:lnTo>
                <a:lnTo>
                  <a:pt x="440834" y="899382"/>
                </a:lnTo>
                <a:lnTo>
                  <a:pt x="432962" y="889542"/>
                </a:lnTo>
                <a:lnTo>
                  <a:pt x="409346" y="889542"/>
                </a:lnTo>
                <a:lnTo>
                  <a:pt x="395570" y="899382"/>
                </a:lnTo>
                <a:lnTo>
                  <a:pt x="375890" y="885606"/>
                </a:lnTo>
                <a:lnTo>
                  <a:pt x="383761" y="877734"/>
                </a:lnTo>
                <a:lnTo>
                  <a:pt x="387698" y="869862"/>
                </a:lnTo>
                <a:lnTo>
                  <a:pt x="375890" y="865926"/>
                </a:lnTo>
                <a:lnTo>
                  <a:pt x="368017" y="869862"/>
                </a:lnTo>
                <a:lnTo>
                  <a:pt x="342433" y="869862"/>
                </a:lnTo>
                <a:lnTo>
                  <a:pt x="330625" y="865926"/>
                </a:lnTo>
                <a:lnTo>
                  <a:pt x="318817" y="865926"/>
                </a:lnTo>
                <a:lnTo>
                  <a:pt x="314881" y="846245"/>
                </a:lnTo>
                <a:lnTo>
                  <a:pt x="289297" y="832469"/>
                </a:lnTo>
                <a:lnTo>
                  <a:pt x="265680" y="820661"/>
                </a:lnTo>
                <a:lnTo>
                  <a:pt x="249936" y="812789"/>
                </a:lnTo>
                <a:lnTo>
                  <a:pt x="236160" y="804917"/>
                </a:lnTo>
                <a:lnTo>
                  <a:pt x="246000" y="804917"/>
                </a:lnTo>
                <a:lnTo>
                  <a:pt x="249936" y="787205"/>
                </a:lnTo>
                <a:lnTo>
                  <a:pt x="307009" y="787205"/>
                </a:lnTo>
                <a:lnTo>
                  <a:pt x="334562" y="771461"/>
                </a:lnTo>
                <a:lnTo>
                  <a:pt x="346369" y="741941"/>
                </a:lnTo>
                <a:lnTo>
                  <a:pt x="360145" y="722260"/>
                </a:lnTo>
                <a:lnTo>
                  <a:pt x="387698" y="714388"/>
                </a:lnTo>
                <a:lnTo>
                  <a:pt x="399506" y="714388"/>
                </a:lnTo>
                <a:lnTo>
                  <a:pt x="425090" y="700613"/>
                </a:lnTo>
                <a:lnTo>
                  <a:pt x="454610" y="684869"/>
                </a:lnTo>
                <a:lnTo>
                  <a:pt x="458546" y="688805"/>
                </a:lnTo>
                <a:lnTo>
                  <a:pt x="490034" y="688805"/>
                </a:lnTo>
                <a:lnTo>
                  <a:pt x="527427" y="663220"/>
                </a:lnTo>
                <a:lnTo>
                  <a:pt x="543171" y="671093"/>
                </a:lnTo>
                <a:lnTo>
                  <a:pt x="554979" y="671093"/>
                </a:lnTo>
                <a:lnTo>
                  <a:pt x="535299" y="682900"/>
                </a:lnTo>
                <a:lnTo>
                  <a:pt x="551043" y="688805"/>
                </a:lnTo>
                <a:lnTo>
                  <a:pt x="556947" y="688805"/>
                </a:lnTo>
                <a:lnTo>
                  <a:pt x="560883" y="682900"/>
                </a:lnTo>
                <a:lnTo>
                  <a:pt x="576627" y="676997"/>
                </a:lnTo>
                <a:lnTo>
                  <a:pt x="600244" y="692741"/>
                </a:lnTo>
                <a:lnTo>
                  <a:pt x="617956" y="684869"/>
                </a:lnTo>
                <a:lnTo>
                  <a:pt x="645508" y="684869"/>
                </a:lnTo>
                <a:lnTo>
                  <a:pt x="637636" y="692741"/>
                </a:lnTo>
                <a:lnTo>
                  <a:pt x="667156" y="700613"/>
                </a:lnTo>
                <a:lnTo>
                  <a:pt x="653380" y="706516"/>
                </a:lnTo>
                <a:lnTo>
                  <a:pt x="667156" y="710452"/>
                </a:lnTo>
                <a:lnTo>
                  <a:pt x="686836" y="706516"/>
                </a:lnTo>
                <a:lnTo>
                  <a:pt x="716357" y="702580"/>
                </a:lnTo>
                <a:lnTo>
                  <a:pt x="743909" y="702580"/>
                </a:lnTo>
                <a:lnTo>
                  <a:pt x="765557" y="714388"/>
                </a:lnTo>
                <a:lnTo>
                  <a:pt x="800982" y="722260"/>
                </a:lnTo>
                <a:lnTo>
                  <a:pt x="808853" y="718324"/>
                </a:lnTo>
                <a:lnTo>
                  <a:pt x="826566" y="718324"/>
                </a:lnTo>
                <a:lnTo>
                  <a:pt x="861990" y="730132"/>
                </a:lnTo>
                <a:lnTo>
                  <a:pt x="895446" y="726196"/>
                </a:lnTo>
                <a:lnTo>
                  <a:pt x="921030" y="726196"/>
                </a:lnTo>
                <a:lnTo>
                  <a:pt x="928902" y="730132"/>
                </a:lnTo>
                <a:lnTo>
                  <a:pt x="940710" y="734068"/>
                </a:lnTo>
                <a:lnTo>
                  <a:pt x="974167" y="749813"/>
                </a:lnTo>
                <a:lnTo>
                  <a:pt x="974167" y="1275273"/>
                </a:lnTo>
                <a:lnTo>
                  <a:pt x="1005547" y="1292925"/>
                </a:lnTo>
                <a:lnTo>
                  <a:pt x="976127" y="1275272"/>
                </a:lnTo>
                <a:lnTo>
                  <a:pt x="976127" y="747844"/>
                </a:lnTo>
                <a:lnTo>
                  <a:pt x="983999" y="747844"/>
                </a:lnTo>
                <a:lnTo>
                  <a:pt x="989903" y="747844"/>
                </a:lnTo>
                <a:lnTo>
                  <a:pt x="1021391" y="747844"/>
                </a:lnTo>
                <a:lnTo>
                  <a:pt x="1043039" y="763588"/>
                </a:lnTo>
                <a:lnTo>
                  <a:pt x="1070591" y="773428"/>
                </a:lnTo>
                <a:lnTo>
                  <a:pt x="1090272" y="773428"/>
                </a:lnTo>
                <a:lnTo>
                  <a:pt x="1107984" y="785236"/>
                </a:lnTo>
                <a:lnTo>
                  <a:pt x="1135536" y="789172"/>
                </a:lnTo>
                <a:lnTo>
                  <a:pt x="1143408" y="785236"/>
                </a:lnTo>
                <a:lnTo>
                  <a:pt x="1143408" y="781300"/>
                </a:lnTo>
                <a:lnTo>
                  <a:pt x="1123728" y="773428"/>
                </a:lnTo>
                <a:lnTo>
                  <a:pt x="1119792" y="767524"/>
                </a:lnTo>
                <a:lnTo>
                  <a:pt x="1135536" y="759652"/>
                </a:lnTo>
                <a:lnTo>
                  <a:pt x="1143408" y="759652"/>
                </a:lnTo>
                <a:lnTo>
                  <a:pt x="1157184" y="743908"/>
                </a:lnTo>
                <a:lnTo>
                  <a:pt x="1180800" y="747844"/>
                </a:lnTo>
                <a:lnTo>
                  <a:pt x="1176864" y="751780"/>
                </a:lnTo>
                <a:lnTo>
                  <a:pt x="1194576" y="751780"/>
                </a:lnTo>
                <a:lnTo>
                  <a:pt x="1198512" y="747844"/>
                </a:lnTo>
                <a:lnTo>
                  <a:pt x="1218192" y="736036"/>
                </a:lnTo>
                <a:lnTo>
                  <a:pt x="1233937" y="736036"/>
                </a:lnTo>
                <a:lnTo>
                  <a:pt x="1249681" y="728164"/>
                </a:lnTo>
                <a:lnTo>
                  <a:pt x="1259521" y="728164"/>
                </a:lnTo>
                <a:lnTo>
                  <a:pt x="1275265" y="718324"/>
                </a:lnTo>
                <a:lnTo>
                  <a:pt x="1283137" y="722260"/>
                </a:lnTo>
                <a:lnTo>
                  <a:pt x="1298881" y="718324"/>
                </a:lnTo>
                <a:lnTo>
                  <a:pt x="1298881" y="724228"/>
                </a:lnTo>
                <a:lnTo>
                  <a:pt x="1259521" y="743908"/>
                </a:lnTo>
                <a:lnTo>
                  <a:pt x="1245745" y="743908"/>
                </a:lnTo>
                <a:lnTo>
                  <a:pt x="1218192" y="751780"/>
                </a:lnTo>
                <a:lnTo>
                  <a:pt x="1218192" y="759652"/>
                </a:lnTo>
                <a:lnTo>
                  <a:pt x="1198512" y="767524"/>
                </a:lnTo>
                <a:lnTo>
                  <a:pt x="1202448" y="771460"/>
                </a:lnTo>
                <a:lnTo>
                  <a:pt x="1192608" y="773428"/>
                </a:lnTo>
                <a:lnTo>
                  <a:pt x="1194576" y="781300"/>
                </a:lnTo>
                <a:lnTo>
                  <a:pt x="1210320" y="777364"/>
                </a:lnTo>
                <a:lnTo>
                  <a:pt x="1218192" y="771460"/>
                </a:lnTo>
                <a:lnTo>
                  <a:pt x="1251649" y="751780"/>
                </a:lnTo>
                <a:lnTo>
                  <a:pt x="1259521" y="755716"/>
                </a:lnTo>
                <a:lnTo>
                  <a:pt x="1275265" y="739972"/>
                </a:lnTo>
                <a:lnTo>
                  <a:pt x="1304785" y="732100"/>
                </a:lnTo>
                <a:lnTo>
                  <a:pt x="1320529" y="728164"/>
                </a:lnTo>
                <a:lnTo>
                  <a:pt x="1316593" y="736036"/>
                </a:lnTo>
                <a:lnTo>
                  <a:pt x="1336273" y="724228"/>
                </a:lnTo>
                <a:lnTo>
                  <a:pt x="1336273" y="716356"/>
                </a:lnTo>
                <a:lnTo>
                  <a:pt x="1348081" y="716356"/>
                </a:lnTo>
                <a:lnTo>
                  <a:pt x="1352017" y="710452"/>
                </a:lnTo>
                <a:lnTo>
                  <a:pt x="1340209" y="706516"/>
                </a:lnTo>
                <a:lnTo>
                  <a:pt x="1340209" y="694708"/>
                </a:lnTo>
                <a:lnTo>
                  <a:pt x="1375634" y="718324"/>
                </a:lnTo>
                <a:lnTo>
                  <a:pt x="1375634" y="736036"/>
                </a:lnTo>
                <a:lnTo>
                  <a:pt x="1399250" y="751780"/>
                </a:lnTo>
                <a:lnTo>
                  <a:pt x="1416962" y="755716"/>
                </a:lnTo>
                <a:lnTo>
                  <a:pt x="1416962" y="743908"/>
                </a:lnTo>
                <a:lnTo>
                  <a:pt x="1426802" y="743908"/>
                </a:lnTo>
                <a:lnTo>
                  <a:pt x="1420898" y="722260"/>
                </a:lnTo>
                <a:lnTo>
                  <a:pt x="1444514" y="718324"/>
                </a:lnTo>
                <a:lnTo>
                  <a:pt x="1450418" y="728164"/>
                </a:lnTo>
                <a:lnTo>
                  <a:pt x="1444514" y="728164"/>
                </a:lnTo>
                <a:lnTo>
                  <a:pt x="1438610" y="736036"/>
                </a:lnTo>
                <a:lnTo>
                  <a:pt x="1454354" y="743908"/>
                </a:lnTo>
                <a:lnTo>
                  <a:pt x="1444514" y="751780"/>
                </a:lnTo>
                <a:lnTo>
                  <a:pt x="1450418" y="755716"/>
                </a:lnTo>
                <a:lnTo>
                  <a:pt x="1466162" y="755716"/>
                </a:lnTo>
                <a:lnTo>
                  <a:pt x="1485843" y="743908"/>
                </a:lnTo>
                <a:lnTo>
                  <a:pt x="1485843" y="732100"/>
                </a:lnTo>
                <a:lnTo>
                  <a:pt x="1515363" y="728164"/>
                </a:lnTo>
                <a:lnTo>
                  <a:pt x="1564564" y="755716"/>
                </a:lnTo>
                <a:lnTo>
                  <a:pt x="1576372" y="755716"/>
                </a:lnTo>
                <a:lnTo>
                  <a:pt x="1603924" y="759652"/>
                </a:lnTo>
                <a:lnTo>
                  <a:pt x="1629509" y="773428"/>
                </a:lnTo>
                <a:lnTo>
                  <a:pt x="1645253" y="773428"/>
                </a:lnTo>
                <a:lnTo>
                  <a:pt x="1664933" y="777364"/>
                </a:lnTo>
                <a:lnTo>
                  <a:pt x="1678709" y="777364"/>
                </a:lnTo>
                <a:lnTo>
                  <a:pt x="1682645" y="773428"/>
                </a:lnTo>
                <a:lnTo>
                  <a:pt x="1702326" y="771460"/>
                </a:lnTo>
                <a:lnTo>
                  <a:pt x="1743654" y="800980"/>
                </a:lnTo>
                <a:lnTo>
                  <a:pt x="1720038" y="804916"/>
                </a:lnTo>
                <a:lnTo>
                  <a:pt x="1718070" y="808852"/>
                </a:lnTo>
                <a:lnTo>
                  <a:pt x="1706262" y="812789"/>
                </a:lnTo>
                <a:lnTo>
                  <a:pt x="1698389" y="820661"/>
                </a:lnTo>
                <a:lnTo>
                  <a:pt x="1702326" y="826565"/>
                </a:lnTo>
                <a:lnTo>
                  <a:pt x="1731846" y="826565"/>
                </a:lnTo>
                <a:lnTo>
                  <a:pt x="1743654" y="830501"/>
                </a:lnTo>
                <a:lnTo>
                  <a:pt x="1792855" y="834437"/>
                </a:lnTo>
                <a:lnTo>
                  <a:pt x="1816471" y="830501"/>
                </a:lnTo>
                <a:lnTo>
                  <a:pt x="1853864" y="820661"/>
                </a:lnTo>
                <a:lnTo>
                  <a:pt x="1861736" y="822629"/>
                </a:lnTo>
                <a:lnTo>
                  <a:pt x="1877480" y="830501"/>
                </a:lnTo>
                <a:lnTo>
                  <a:pt x="1887320" y="838373"/>
                </a:lnTo>
                <a:lnTo>
                  <a:pt x="1895192" y="838373"/>
                </a:lnTo>
                <a:lnTo>
                  <a:pt x="1910936" y="854117"/>
                </a:lnTo>
                <a:lnTo>
                  <a:pt x="1899128" y="861989"/>
                </a:lnTo>
                <a:lnTo>
                  <a:pt x="1910936" y="867893"/>
                </a:lnTo>
                <a:lnTo>
                  <a:pt x="1926680" y="879701"/>
                </a:lnTo>
                <a:lnTo>
                  <a:pt x="1926680" y="865925"/>
                </a:lnTo>
                <a:lnTo>
                  <a:pt x="1938489" y="858053"/>
                </a:lnTo>
                <a:lnTo>
                  <a:pt x="1926680" y="850181"/>
                </a:lnTo>
                <a:lnTo>
                  <a:pt x="1914872" y="830501"/>
                </a:lnTo>
                <a:lnTo>
                  <a:pt x="1918809" y="816725"/>
                </a:lnTo>
                <a:lnTo>
                  <a:pt x="1944393" y="816725"/>
                </a:lnTo>
                <a:lnTo>
                  <a:pt x="1968009" y="800980"/>
                </a:lnTo>
                <a:lnTo>
                  <a:pt x="1971945" y="797044"/>
                </a:lnTo>
                <a:lnTo>
                  <a:pt x="1979817" y="793108"/>
                </a:lnTo>
                <a:lnTo>
                  <a:pt x="1987689" y="793108"/>
                </a:lnTo>
                <a:lnTo>
                  <a:pt x="1987689" y="800980"/>
                </a:lnTo>
                <a:lnTo>
                  <a:pt x="2009337" y="812789"/>
                </a:lnTo>
                <a:lnTo>
                  <a:pt x="2021146" y="816725"/>
                </a:lnTo>
                <a:lnTo>
                  <a:pt x="2046730" y="816725"/>
                </a:lnTo>
                <a:lnTo>
                  <a:pt x="2058538" y="826565"/>
                </a:lnTo>
                <a:lnTo>
                  <a:pt x="2086090" y="830501"/>
                </a:lnTo>
                <a:lnTo>
                  <a:pt x="2095931" y="826565"/>
                </a:lnTo>
                <a:lnTo>
                  <a:pt x="2111675" y="830501"/>
                </a:lnTo>
                <a:lnTo>
                  <a:pt x="2143163" y="822629"/>
                </a:lnTo>
                <a:lnTo>
                  <a:pt x="2160875" y="826565"/>
                </a:lnTo>
                <a:lnTo>
                  <a:pt x="2172684" y="830501"/>
                </a:lnTo>
                <a:lnTo>
                  <a:pt x="2180556" y="800980"/>
                </a:lnTo>
                <a:lnTo>
                  <a:pt x="2200236" y="800980"/>
                </a:lnTo>
                <a:lnTo>
                  <a:pt x="2206140" y="797044"/>
                </a:lnTo>
                <a:lnTo>
                  <a:pt x="2221884" y="800980"/>
                </a:lnTo>
                <a:lnTo>
                  <a:pt x="2241564" y="808852"/>
                </a:lnTo>
                <a:lnTo>
                  <a:pt x="2255340" y="812789"/>
                </a:lnTo>
                <a:lnTo>
                  <a:pt x="2255340" y="822629"/>
                </a:lnTo>
                <a:lnTo>
                  <a:pt x="2249437" y="826565"/>
                </a:lnTo>
                <a:lnTo>
                  <a:pt x="2251405" y="842309"/>
                </a:lnTo>
                <a:lnTo>
                  <a:pt x="2275021" y="850181"/>
                </a:lnTo>
                <a:lnTo>
                  <a:pt x="2282893" y="838373"/>
                </a:lnTo>
                <a:lnTo>
                  <a:pt x="2263213" y="826565"/>
                </a:lnTo>
                <a:lnTo>
                  <a:pt x="2267149" y="820661"/>
                </a:lnTo>
                <a:lnTo>
                  <a:pt x="2282893" y="812789"/>
                </a:lnTo>
                <a:lnTo>
                  <a:pt x="2298637" y="812789"/>
                </a:lnTo>
                <a:lnTo>
                  <a:pt x="2308477" y="804916"/>
                </a:lnTo>
                <a:lnTo>
                  <a:pt x="2320285" y="793108"/>
                </a:lnTo>
                <a:lnTo>
                  <a:pt x="2324221" y="781300"/>
                </a:lnTo>
                <a:lnTo>
                  <a:pt x="2320285" y="773428"/>
                </a:lnTo>
                <a:lnTo>
                  <a:pt x="2312414" y="777364"/>
                </a:lnTo>
                <a:lnTo>
                  <a:pt x="2302573" y="781300"/>
                </a:lnTo>
                <a:lnTo>
                  <a:pt x="2294701" y="777364"/>
                </a:lnTo>
                <a:lnTo>
                  <a:pt x="2302573" y="759652"/>
                </a:lnTo>
                <a:lnTo>
                  <a:pt x="2324221" y="751780"/>
                </a:lnTo>
                <a:lnTo>
                  <a:pt x="2320285" y="743908"/>
                </a:lnTo>
                <a:lnTo>
                  <a:pt x="2308477" y="747844"/>
                </a:lnTo>
                <a:lnTo>
                  <a:pt x="2294701" y="743908"/>
                </a:lnTo>
                <a:lnTo>
                  <a:pt x="2290765" y="736036"/>
                </a:lnTo>
                <a:lnTo>
                  <a:pt x="2282893" y="736036"/>
                </a:lnTo>
                <a:lnTo>
                  <a:pt x="2267149" y="732100"/>
                </a:lnTo>
                <a:lnTo>
                  <a:pt x="2251405" y="724228"/>
                </a:lnTo>
                <a:lnTo>
                  <a:pt x="2237628" y="718324"/>
                </a:lnTo>
                <a:lnTo>
                  <a:pt x="2245501" y="694708"/>
                </a:lnTo>
                <a:lnTo>
                  <a:pt x="2255340" y="694708"/>
                </a:lnTo>
                <a:lnTo>
                  <a:pt x="2255340" y="692740"/>
                </a:lnTo>
                <a:lnTo>
                  <a:pt x="2249437" y="692740"/>
                </a:lnTo>
                <a:lnTo>
                  <a:pt x="2237628" y="682900"/>
                </a:lnTo>
                <a:lnTo>
                  <a:pt x="2249437" y="655348"/>
                </a:lnTo>
                <a:lnTo>
                  <a:pt x="2255340" y="655348"/>
                </a:lnTo>
                <a:lnTo>
                  <a:pt x="2263213" y="655348"/>
                </a:lnTo>
                <a:lnTo>
                  <a:pt x="2271085" y="647476"/>
                </a:lnTo>
                <a:lnTo>
                  <a:pt x="2263213" y="643540"/>
                </a:lnTo>
                <a:lnTo>
                  <a:pt x="2271085" y="635668"/>
                </a:lnTo>
                <a:lnTo>
                  <a:pt x="2282893" y="635668"/>
                </a:lnTo>
                <a:close/>
                <a:moveTo>
                  <a:pt x="9129614" y="594341"/>
                </a:moveTo>
                <a:lnTo>
                  <a:pt x="9135518" y="598280"/>
                </a:lnTo>
                <a:lnTo>
                  <a:pt x="9127646" y="610085"/>
                </a:lnTo>
                <a:lnTo>
                  <a:pt x="9117806" y="614022"/>
                </a:lnTo>
                <a:lnTo>
                  <a:pt x="9117806" y="608120"/>
                </a:lnTo>
                <a:lnTo>
                  <a:pt x="9125678" y="602213"/>
                </a:lnTo>
                <a:lnTo>
                  <a:pt x="9111902" y="602213"/>
                </a:lnTo>
                <a:lnTo>
                  <a:pt x="9113870" y="598280"/>
                </a:lnTo>
                <a:close/>
                <a:moveTo>
                  <a:pt x="7159628" y="582534"/>
                </a:moveTo>
                <a:lnTo>
                  <a:pt x="7169468" y="584501"/>
                </a:lnTo>
                <a:lnTo>
                  <a:pt x="7169468" y="588440"/>
                </a:lnTo>
                <a:lnTo>
                  <a:pt x="7153724" y="596312"/>
                </a:lnTo>
                <a:lnTo>
                  <a:pt x="7134044" y="596312"/>
                </a:lnTo>
                <a:lnTo>
                  <a:pt x="7134044" y="590405"/>
                </a:lnTo>
                <a:close/>
                <a:moveTo>
                  <a:pt x="2233699" y="554979"/>
                </a:moveTo>
                <a:lnTo>
                  <a:pt x="2241571" y="564819"/>
                </a:lnTo>
                <a:lnTo>
                  <a:pt x="2237635" y="570723"/>
                </a:lnTo>
                <a:lnTo>
                  <a:pt x="2225827" y="568756"/>
                </a:lnTo>
                <a:lnTo>
                  <a:pt x="2225827" y="560884"/>
                </a:lnTo>
                <a:close/>
                <a:moveTo>
                  <a:pt x="7208829" y="553013"/>
                </a:moveTo>
                <a:lnTo>
                  <a:pt x="7218669" y="554982"/>
                </a:lnTo>
                <a:lnTo>
                  <a:pt x="7220637" y="562854"/>
                </a:lnTo>
                <a:lnTo>
                  <a:pt x="7212765" y="570726"/>
                </a:lnTo>
                <a:lnTo>
                  <a:pt x="7197021" y="568760"/>
                </a:lnTo>
                <a:lnTo>
                  <a:pt x="7195053" y="562854"/>
                </a:lnTo>
                <a:close/>
                <a:moveTo>
                  <a:pt x="7075004" y="549081"/>
                </a:moveTo>
                <a:lnTo>
                  <a:pt x="7086812" y="549081"/>
                </a:lnTo>
                <a:lnTo>
                  <a:pt x="7084844" y="554982"/>
                </a:lnTo>
                <a:lnTo>
                  <a:pt x="7073036" y="554982"/>
                </a:lnTo>
                <a:lnTo>
                  <a:pt x="7069100" y="551046"/>
                </a:lnTo>
                <a:close/>
                <a:moveTo>
                  <a:pt x="1714141" y="547109"/>
                </a:moveTo>
                <a:lnTo>
                  <a:pt x="1733821" y="549076"/>
                </a:lnTo>
                <a:lnTo>
                  <a:pt x="1739726" y="560885"/>
                </a:lnTo>
                <a:lnTo>
                  <a:pt x="1725949" y="576629"/>
                </a:lnTo>
                <a:lnTo>
                  <a:pt x="1729885" y="588437"/>
                </a:lnTo>
                <a:lnTo>
                  <a:pt x="1739726" y="580565"/>
                </a:lnTo>
                <a:lnTo>
                  <a:pt x="1747597" y="584501"/>
                </a:lnTo>
                <a:lnTo>
                  <a:pt x="1759406" y="580565"/>
                </a:lnTo>
                <a:lnTo>
                  <a:pt x="1755470" y="568757"/>
                </a:lnTo>
                <a:lnTo>
                  <a:pt x="1767278" y="564821"/>
                </a:lnTo>
                <a:lnTo>
                  <a:pt x="1812542" y="576629"/>
                </a:lnTo>
                <a:lnTo>
                  <a:pt x="1816479" y="592373"/>
                </a:lnTo>
                <a:lnTo>
                  <a:pt x="1800734" y="598277"/>
                </a:lnTo>
                <a:lnTo>
                  <a:pt x="1800734" y="606149"/>
                </a:lnTo>
                <a:lnTo>
                  <a:pt x="1820415" y="606149"/>
                </a:lnTo>
                <a:lnTo>
                  <a:pt x="1824351" y="596308"/>
                </a:lnTo>
                <a:lnTo>
                  <a:pt x="1834191" y="588437"/>
                </a:lnTo>
                <a:lnTo>
                  <a:pt x="1849935" y="596308"/>
                </a:lnTo>
                <a:lnTo>
                  <a:pt x="1853871" y="588437"/>
                </a:lnTo>
                <a:lnTo>
                  <a:pt x="1845999" y="576629"/>
                </a:lnTo>
                <a:lnTo>
                  <a:pt x="1842063" y="564821"/>
                </a:lnTo>
                <a:lnTo>
                  <a:pt x="1861743" y="564821"/>
                </a:lnTo>
                <a:lnTo>
                  <a:pt x="1887328" y="588437"/>
                </a:lnTo>
                <a:lnTo>
                  <a:pt x="1891264" y="606149"/>
                </a:lnTo>
                <a:lnTo>
                  <a:pt x="1899136" y="633701"/>
                </a:lnTo>
                <a:lnTo>
                  <a:pt x="1910944" y="641573"/>
                </a:lnTo>
                <a:lnTo>
                  <a:pt x="1930624" y="621893"/>
                </a:lnTo>
                <a:lnTo>
                  <a:pt x="1922752" y="610085"/>
                </a:lnTo>
                <a:lnTo>
                  <a:pt x="1914880" y="592373"/>
                </a:lnTo>
                <a:lnTo>
                  <a:pt x="1918816" y="576629"/>
                </a:lnTo>
                <a:lnTo>
                  <a:pt x="1910944" y="560885"/>
                </a:lnTo>
                <a:lnTo>
                  <a:pt x="1910944" y="549076"/>
                </a:lnTo>
                <a:lnTo>
                  <a:pt x="1918816" y="547109"/>
                </a:lnTo>
                <a:lnTo>
                  <a:pt x="1930624" y="549076"/>
                </a:lnTo>
                <a:lnTo>
                  <a:pt x="1940464" y="553012"/>
                </a:lnTo>
                <a:lnTo>
                  <a:pt x="1956209" y="549076"/>
                </a:lnTo>
                <a:lnTo>
                  <a:pt x="1968017" y="556949"/>
                </a:lnTo>
                <a:lnTo>
                  <a:pt x="1968017" y="560885"/>
                </a:lnTo>
                <a:lnTo>
                  <a:pt x="1989665" y="572693"/>
                </a:lnTo>
                <a:lnTo>
                  <a:pt x="1989665" y="606149"/>
                </a:lnTo>
                <a:lnTo>
                  <a:pt x="2001474" y="629765"/>
                </a:lnTo>
                <a:lnTo>
                  <a:pt x="2017218" y="649445"/>
                </a:lnTo>
                <a:lnTo>
                  <a:pt x="2013281" y="671093"/>
                </a:lnTo>
                <a:lnTo>
                  <a:pt x="2050674" y="692741"/>
                </a:lnTo>
                <a:lnTo>
                  <a:pt x="2058546" y="684869"/>
                </a:lnTo>
                <a:lnTo>
                  <a:pt x="2074290" y="688806"/>
                </a:lnTo>
                <a:lnTo>
                  <a:pt x="2078226" y="704549"/>
                </a:lnTo>
                <a:lnTo>
                  <a:pt x="2115619" y="722261"/>
                </a:lnTo>
                <a:lnTo>
                  <a:pt x="2115619" y="730133"/>
                </a:lnTo>
                <a:lnTo>
                  <a:pt x="2111683" y="734069"/>
                </a:lnTo>
                <a:lnTo>
                  <a:pt x="2099875" y="734069"/>
                </a:lnTo>
                <a:lnTo>
                  <a:pt x="2088067" y="738005"/>
                </a:lnTo>
                <a:lnTo>
                  <a:pt x="2078226" y="734069"/>
                </a:lnTo>
                <a:lnTo>
                  <a:pt x="2066418" y="741941"/>
                </a:lnTo>
                <a:lnTo>
                  <a:pt x="2046738" y="738005"/>
                </a:lnTo>
                <a:lnTo>
                  <a:pt x="2042802" y="741941"/>
                </a:lnTo>
                <a:lnTo>
                  <a:pt x="2046738" y="757686"/>
                </a:lnTo>
                <a:lnTo>
                  <a:pt x="2066418" y="749814"/>
                </a:lnTo>
                <a:lnTo>
                  <a:pt x="2078226" y="753750"/>
                </a:lnTo>
                <a:lnTo>
                  <a:pt x="2084131" y="771462"/>
                </a:lnTo>
                <a:lnTo>
                  <a:pt x="2066418" y="775398"/>
                </a:lnTo>
                <a:lnTo>
                  <a:pt x="2038866" y="779334"/>
                </a:lnTo>
                <a:lnTo>
                  <a:pt x="2017218" y="779334"/>
                </a:lnTo>
                <a:lnTo>
                  <a:pt x="2001474" y="783270"/>
                </a:lnTo>
                <a:lnTo>
                  <a:pt x="1989665" y="771462"/>
                </a:lnTo>
                <a:lnTo>
                  <a:pt x="1964080" y="765558"/>
                </a:lnTo>
                <a:lnTo>
                  <a:pt x="1960145" y="753750"/>
                </a:lnTo>
                <a:lnTo>
                  <a:pt x="1948336" y="753750"/>
                </a:lnTo>
                <a:lnTo>
                  <a:pt x="1944400" y="767526"/>
                </a:lnTo>
                <a:lnTo>
                  <a:pt x="1926688" y="779334"/>
                </a:lnTo>
                <a:lnTo>
                  <a:pt x="1891264" y="779334"/>
                </a:lnTo>
                <a:lnTo>
                  <a:pt x="1861743" y="791142"/>
                </a:lnTo>
                <a:lnTo>
                  <a:pt x="1845999" y="791142"/>
                </a:lnTo>
                <a:lnTo>
                  <a:pt x="1771214" y="795078"/>
                </a:lnTo>
                <a:lnTo>
                  <a:pt x="1751534" y="783270"/>
                </a:lnTo>
                <a:lnTo>
                  <a:pt x="1751534" y="765558"/>
                </a:lnTo>
                <a:lnTo>
                  <a:pt x="1739726" y="757686"/>
                </a:lnTo>
                <a:lnTo>
                  <a:pt x="1702333" y="757686"/>
                </a:lnTo>
                <a:lnTo>
                  <a:pt x="1672813" y="753750"/>
                </a:lnTo>
                <a:lnTo>
                  <a:pt x="1645260" y="734069"/>
                </a:lnTo>
                <a:lnTo>
                  <a:pt x="1645260" y="722261"/>
                </a:lnTo>
                <a:lnTo>
                  <a:pt x="1668877" y="716357"/>
                </a:lnTo>
                <a:lnTo>
                  <a:pt x="1733821" y="708485"/>
                </a:lnTo>
                <a:lnTo>
                  <a:pt x="1767278" y="712421"/>
                </a:lnTo>
                <a:lnTo>
                  <a:pt x="1800734" y="708485"/>
                </a:lnTo>
                <a:lnTo>
                  <a:pt x="1804671" y="704549"/>
                </a:lnTo>
                <a:lnTo>
                  <a:pt x="1771214" y="696678"/>
                </a:lnTo>
                <a:lnTo>
                  <a:pt x="1759406" y="692741"/>
                </a:lnTo>
                <a:lnTo>
                  <a:pt x="1733821" y="688806"/>
                </a:lnTo>
                <a:lnTo>
                  <a:pt x="1694461" y="696678"/>
                </a:lnTo>
                <a:lnTo>
                  <a:pt x="1664940" y="696678"/>
                </a:lnTo>
                <a:lnTo>
                  <a:pt x="1639356" y="688806"/>
                </a:lnTo>
                <a:lnTo>
                  <a:pt x="1619676" y="671093"/>
                </a:lnTo>
                <a:lnTo>
                  <a:pt x="1645260" y="663221"/>
                </a:lnTo>
                <a:lnTo>
                  <a:pt x="1676748" y="663221"/>
                </a:lnTo>
                <a:lnTo>
                  <a:pt x="1690525" y="649445"/>
                </a:lnTo>
                <a:lnTo>
                  <a:pt x="1680684" y="645509"/>
                </a:lnTo>
                <a:lnTo>
                  <a:pt x="1645260" y="649445"/>
                </a:lnTo>
                <a:lnTo>
                  <a:pt x="1635420" y="657317"/>
                </a:lnTo>
                <a:lnTo>
                  <a:pt x="1627548" y="653381"/>
                </a:lnTo>
                <a:lnTo>
                  <a:pt x="1631484" y="641573"/>
                </a:lnTo>
                <a:lnTo>
                  <a:pt x="1607868" y="641573"/>
                </a:lnTo>
                <a:lnTo>
                  <a:pt x="1607868" y="617958"/>
                </a:lnTo>
                <a:lnTo>
                  <a:pt x="1631484" y="614021"/>
                </a:lnTo>
                <a:lnTo>
                  <a:pt x="1627548" y="606149"/>
                </a:lnTo>
                <a:lnTo>
                  <a:pt x="1611803" y="598277"/>
                </a:lnTo>
                <a:lnTo>
                  <a:pt x="1623612" y="580565"/>
                </a:lnTo>
                <a:lnTo>
                  <a:pt x="1645260" y="576629"/>
                </a:lnTo>
                <a:lnTo>
                  <a:pt x="1657069" y="572693"/>
                </a:lnTo>
                <a:lnTo>
                  <a:pt x="1690525" y="549076"/>
                </a:lnTo>
                <a:close/>
                <a:moveTo>
                  <a:pt x="6533799" y="541206"/>
                </a:moveTo>
                <a:lnTo>
                  <a:pt x="6559383" y="553013"/>
                </a:lnTo>
                <a:lnTo>
                  <a:pt x="6545607" y="578600"/>
                </a:lnTo>
                <a:lnTo>
                  <a:pt x="6527895" y="580570"/>
                </a:lnTo>
                <a:lnTo>
                  <a:pt x="6525927" y="625831"/>
                </a:lnTo>
                <a:lnTo>
                  <a:pt x="6535767" y="643542"/>
                </a:lnTo>
                <a:lnTo>
                  <a:pt x="6584967" y="675031"/>
                </a:lnTo>
                <a:lnTo>
                  <a:pt x="6581031" y="686840"/>
                </a:lnTo>
                <a:lnTo>
                  <a:pt x="6561351" y="688809"/>
                </a:lnTo>
                <a:lnTo>
                  <a:pt x="6527895" y="692743"/>
                </a:lnTo>
                <a:lnTo>
                  <a:pt x="6500343" y="682903"/>
                </a:lnTo>
                <a:lnTo>
                  <a:pt x="6478695" y="680935"/>
                </a:lnTo>
                <a:lnTo>
                  <a:pt x="6476727" y="669129"/>
                </a:lnTo>
                <a:lnTo>
                  <a:pt x="6488535" y="653382"/>
                </a:lnTo>
                <a:lnTo>
                  <a:pt x="6468855" y="647479"/>
                </a:lnTo>
                <a:lnTo>
                  <a:pt x="6449174" y="643542"/>
                </a:lnTo>
                <a:lnTo>
                  <a:pt x="6447206" y="635671"/>
                </a:lnTo>
                <a:lnTo>
                  <a:pt x="6435398" y="643542"/>
                </a:lnTo>
                <a:lnTo>
                  <a:pt x="6421622" y="639610"/>
                </a:lnTo>
                <a:lnTo>
                  <a:pt x="6417686" y="629769"/>
                </a:lnTo>
                <a:lnTo>
                  <a:pt x="6423590" y="608120"/>
                </a:lnTo>
                <a:lnTo>
                  <a:pt x="6441302" y="606151"/>
                </a:lnTo>
                <a:lnTo>
                  <a:pt x="6453110" y="596312"/>
                </a:lnTo>
                <a:lnTo>
                  <a:pt x="6455078" y="580570"/>
                </a:lnTo>
                <a:lnTo>
                  <a:pt x="6443270" y="570726"/>
                </a:lnTo>
                <a:lnTo>
                  <a:pt x="6453110" y="562854"/>
                </a:lnTo>
                <a:lnTo>
                  <a:pt x="6462951" y="560887"/>
                </a:lnTo>
                <a:lnTo>
                  <a:pt x="6474759" y="543173"/>
                </a:lnTo>
                <a:close/>
                <a:moveTo>
                  <a:pt x="7122236" y="537272"/>
                </a:moveTo>
                <a:lnTo>
                  <a:pt x="7141916" y="541206"/>
                </a:lnTo>
                <a:lnTo>
                  <a:pt x="7136012" y="547111"/>
                </a:lnTo>
                <a:lnTo>
                  <a:pt x="7126172" y="543173"/>
                </a:lnTo>
                <a:close/>
                <a:moveTo>
                  <a:pt x="6970699" y="527431"/>
                </a:moveTo>
                <a:lnTo>
                  <a:pt x="6990379" y="539241"/>
                </a:lnTo>
                <a:lnTo>
                  <a:pt x="6972667" y="547111"/>
                </a:lnTo>
                <a:lnTo>
                  <a:pt x="6960859" y="553013"/>
                </a:lnTo>
                <a:lnTo>
                  <a:pt x="6949051" y="547111"/>
                </a:lnTo>
                <a:lnTo>
                  <a:pt x="6949051" y="539241"/>
                </a:lnTo>
                <a:close/>
                <a:moveTo>
                  <a:pt x="7112396" y="523494"/>
                </a:moveTo>
                <a:lnTo>
                  <a:pt x="7126172" y="525462"/>
                </a:lnTo>
                <a:lnTo>
                  <a:pt x="7126172" y="527431"/>
                </a:lnTo>
                <a:lnTo>
                  <a:pt x="7108460" y="535301"/>
                </a:lnTo>
                <a:close/>
                <a:moveTo>
                  <a:pt x="2704058" y="523491"/>
                </a:moveTo>
                <a:lnTo>
                  <a:pt x="2711929" y="527428"/>
                </a:lnTo>
                <a:lnTo>
                  <a:pt x="2749322" y="523491"/>
                </a:lnTo>
                <a:lnTo>
                  <a:pt x="2780811" y="537267"/>
                </a:lnTo>
                <a:lnTo>
                  <a:pt x="2792618" y="537267"/>
                </a:lnTo>
                <a:lnTo>
                  <a:pt x="2804427" y="549075"/>
                </a:lnTo>
                <a:lnTo>
                  <a:pt x="2800491" y="560884"/>
                </a:lnTo>
                <a:lnTo>
                  <a:pt x="2822139" y="568756"/>
                </a:lnTo>
                <a:lnTo>
                  <a:pt x="2818203" y="576628"/>
                </a:lnTo>
                <a:lnTo>
                  <a:pt x="2780811" y="568756"/>
                </a:lnTo>
                <a:lnTo>
                  <a:pt x="2735546" y="572691"/>
                </a:lnTo>
                <a:lnTo>
                  <a:pt x="2731610" y="578596"/>
                </a:lnTo>
                <a:lnTo>
                  <a:pt x="2719802" y="582532"/>
                </a:lnTo>
                <a:lnTo>
                  <a:pt x="2704058" y="576628"/>
                </a:lnTo>
                <a:lnTo>
                  <a:pt x="2702090" y="545140"/>
                </a:lnTo>
                <a:lnTo>
                  <a:pt x="2692249" y="541204"/>
                </a:lnTo>
                <a:lnTo>
                  <a:pt x="2684377" y="527428"/>
                </a:lnTo>
                <a:close/>
                <a:moveTo>
                  <a:pt x="8566761" y="521526"/>
                </a:moveTo>
                <a:lnTo>
                  <a:pt x="8574633" y="521526"/>
                </a:lnTo>
                <a:lnTo>
                  <a:pt x="8578569" y="523494"/>
                </a:lnTo>
                <a:lnTo>
                  <a:pt x="8572665" y="525462"/>
                </a:lnTo>
                <a:close/>
                <a:moveTo>
                  <a:pt x="1981790" y="519556"/>
                </a:moveTo>
                <a:lnTo>
                  <a:pt x="1993599" y="521524"/>
                </a:lnTo>
                <a:lnTo>
                  <a:pt x="2005407" y="525460"/>
                </a:lnTo>
                <a:lnTo>
                  <a:pt x="2009343" y="529396"/>
                </a:lnTo>
                <a:lnTo>
                  <a:pt x="1993599" y="560884"/>
                </a:lnTo>
                <a:lnTo>
                  <a:pt x="1985727" y="560884"/>
                </a:lnTo>
                <a:lnTo>
                  <a:pt x="1964078" y="549076"/>
                </a:lnTo>
                <a:lnTo>
                  <a:pt x="1940461" y="537268"/>
                </a:lnTo>
                <a:lnTo>
                  <a:pt x="1948334" y="521524"/>
                </a:lnTo>
                <a:close/>
                <a:moveTo>
                  <a:pt x="2115618" y="515620"/>
                </a:moveTo>
                <a:lnTo>
                  <a:pt x="2127427" y="515620"/>
                </a:lnTo>
                <a:lnTo>
                  <a:pt x="2135298" y="519556"/>
                </a:lnTo>
                <a:lnTo>
                  <a:pt x="2149075" y="515620"/>
                </a:lnTo>
                <a:lnTo>
                  <a:pt x="2164819" y="521525"/>
                </a:lnTo>
                <a:lnTo>
                  <a:pt x="2184499" y="521525"/>
                </a:lnTo>
                <a:lnTo>
                  <a:pt x="2196308" y="519556"/>
                </a:lnTo>
                <a:lnTo>
                  <a:pt x="2206147" y="515620"/>
                </a:lnTo>
                <a:lnTo>
                  <a:pt x="2229764" y="515620"/>
                </a:lnTo>
                <a:lnTo>
                  <a:pt x="2225828" y="529397"/>
                </a:lnTo>
                <a:lnTo>
                  <a:pt x="2214020" y="533333"/>
                </a:lnTo>
                <a:lnTo>
                  <a:pt x="2210084" y="537268"/>
                </a:lnTo>
                <a:lnTo>
                  <a:pt x="2196308" y="560885"/>
                </a:lnTo>
                <a:lnTo>
                  <a:pt x="2188435" y="568757"/>
                </a:lnTo>
                <a:lnTo>
                  <a:pt x="2210084" y="568757"/>
                </a:lnTo>
                <a:lnTo>
                  <a:pt x="2221892" y="572693"/>
                </a:lnTo>
                <a:lnTo>
                  <a:pt x="2221892" y="582533"/>
                </a:lnTo>
                <a:lnTo>
                  <a:pt x="2237636" y="582533"/>
                </a:lnTo>
                <a:lnTo>
                  <a:pt x="2241572" y="586469"/>
                </a:lnTo>
                <a:lnTo>
                  <a:pt x="2249444" y="598278"/>
                </a:lnTo>
                <a:lnTo>
                  <a:pt x="2237636" y="606150"/>
                </a:lnTo>
                <a:lnTo>
                  <a:pt x="2241572" y="625830"/>
                </a:lnTo>
                <a:lnTo>
                  <a:pt x="2237636" y="637639"/>
                </a:lnTo>
                <a:lnTo>
                  <a:pt x="2202211" y="645511"/>
                </a:lnTo>
                <a:lnTo>
                  <a:pt x="2188435" y="637639"/>
                </a:lnTo>
                <a:lnTo>
                  <a:pt x="2188435" y="645511"/>
                </a:lnTo>
                <a:lnTo>
                  <a:pt x="2196308" y="649446"/>
                </a:lnTo>
                <a:lnTo>
                  <a:pt x="2196308" y="655351"/>
                </a:lnTo>
                <a:lnTo>
                  <a:pt x="2164819" y="659287"/>
                </a:lnTo>
                <a:lnTo>
                  <a:pt x="2149075" y="629766"/>
                </a:lnTo>
                <a:lnTo>
                  <a:pt x="2131362" y="625830"/>
                </a:lnTo>
                <a:lnTo>
                  <a:pt x="2123490" y="614022"/>
                </a:lnTo>
                <a:lnTo>
                  <a:pt x="2099873" y="610085"/>
                </a:lnTo>
                <a:lnTo>
                  <a:pt x="2095938" y="606150"/>
                </a:lnTo>
                <a:lnTo>
                  <a:pt x="2074289" y="594342"/>
                </a:lnTo>
                <a:lnTo>
                  <a:pt x="2070353" y="580565"/>
                </a:lnTo>
                <a:lnTo>
                  <a:pt x="2074289" y="568757"/>
                </a:lnTo>
                <a:lnTo>
                  <a:pt x="2088065" y="564821"/>
                </a:lnTo>
                <a:lnTo>
                  <a:pt x="2119554" y="582533"/>
                </a:lnTo>
                <a:lnTo>
                  <a:pt x="2127427" y="582533"/>
                </a:lnTo>
                <a:lnTo>
                  <a:pt x="2143171" y="576629"/>
                </a:lnTo>
                <a:lnTo>
                  <a:pt x="2131362" y="556950"/>
                </a:lnTo>
                <a:lnTo>
                  <a:pt x="2139234" y="556950"/>
                </a:lnTo>
                <a:lnTo>
                  <a:pt x="2139234" y="553013"/>
                </a:lnTo>
                <a:lnTo>
                  <a:pt x="2119554" y="549077"/>
                </a:lnTo>
                <a:lnTo>
                  <a:pt x="2111682" y="545141"/>
                </a:lnTo>
                <a:lnTo>
                  <a:pt x="2111682" y="537268"/>
                </a:lnTo>
                <a:lnTo>
                  <a:pt x="2127427" y="533333"/>
                </a:lnTo>
                <a:lnTo>
                  <a:pt x="2115618" y="525461"/>
                </a:lnTo>
                <a:close/>
                <a:moveTo>
                  <a:pt x="2511190" y="515619"/>
                </a:moveTo>
                <a:lnTo>
                  <a:pt x="2536774" y="515619"/>
                </a:lnTo>
                <a:lnTo>
                  <a:pt x="2544647" y="515619"/>
                </a:lnTo>
                <a:lnTo>
                  <a:pt x="2568263" y="517588"/>
                </a:lnTo>
                <a:lnTo>
                  <a:pt x="2576135" y="521523"/>
                </a:lnTo>
                <a:lnTo>
                  <a:pt x="2560391" y="537267"/>
                </a:lnTo>
                <a:lnTo>
                  <a:pt x="2556454" y="545140"/>
                </a:lnTo>
                <a:lnTo>
                  <a:pt x="2530871" y="574660"/>
                </a:lnTo>
                <a:lnTo>
                  <a:pt x="2530871" y="578596"/>
                </a:lnTo>
                <a:lnTo>
                  <a:pt x="2532838" y="623861"/>
                </a:lnTo>
                <a:lnTo>
                  <a:pt x="2556454" y="635669"/>
                </a:lnTo>
                <a:lnTo>
                  <a:pt x="2556454" y="663220"/>
                </a:lnTo>
                <a:lnTo>
                  <a:pt x="2572199" y="663220"/>
                </a:lnTo>
                <a:lnTo>
                  <a:pt x="2576135" y="643540"/>
                </a:lnTo>
                <a:lnTo>
                  <a:pt x="2560391" y="627797"/>
                </a:lnTo>
                <a:lnTo>
                  <a:pt x="2552519" y="610084"/>
                </a:lnTo>
                <a:lnTo>
                  <a:pt x="2568263" y="602212"/>
                </a:lnTo>
                <a:lnTo>
                  <a:pt x="2587943" y="610084"/>
                </a:lnTo>
                <a:lnTo>
                  <a:pt x="2593847" y="602212"/>
                </a:lnTo>
                <a:lnTo>
                  <a:pt x="2568263" y="590404"/>
                </a:lnTo>
                <a:lnTo>
                  <a:pt x="2560391" y="560884"/>
                </a:lnTo>
                <a:lnTo>
                  <a:pt x="2587943" y="553012"/>
                </a:lnTo>
                <a:lnTo>
                  <a:pt x="2576135" y="545140"/>
                </a:lnTo>
                <a:lnTo>
                  <a:pt x="2589911" y="537267"/>
                </a:lnTo>
                <a:lnTo>
                  <a:pt x="2601720" y="541204"/>
                </a:lnTo>
                <a:lnTo>
                  <a:pt x="2601720" y="529396"/>
                </a:lnTo>
                <a:lnTo>
                  <a:pt x="2643048" y="517588"/>
                </a:lnTo>
                <a:lnTo>
                  <a:pt x="2660760" y="517588"/>
                </a:lnTo>
                <a:lnTo>
                  <a:pt x="2670601" y="521523"/>
                </a:lnTo>
                <a:lnTo>
                  <a:pt x="2670601" y="533332"/>
                </a:lnTo>
                <a:lnTo>
                  <a:pt x="2684377" y="545140"/>
                </a:lnTo>
                <a:lnTo>
                  <a:pt x="2686345" y="564819"/>
                </a:lnTo>
                <a:lnTo>
                  <a:pt x="2690281" y="570724"/>
                </a:lnTo>
                <a:lnTo>
                  <a:pt x="2696185" y="582532"/>
                </a:lnTo>
                <a:lnTo>
                  <a:pt x="2684377" y="590404"/>
                </a:lnTo>
                <a:lnTo>
                  <a:pt x="2682409" y="617956"/>
                </a:lnTo>
                <a:lnTo>
                  <a:pt x="2690281" y="617956"/>
                </a:lnTo>
                <a:lnTo>
                  <a:pt x="2690281" y="606148"/>
                </a:lnTo>
                <a:lnTo>
                  <a:pt x="2707993" y="602212"/>
                </a:lnTo>
                <a:lnTo>
                  <a:pt x="2725705" y="602212"/>
                </a:lnTo>
                <a:lnTo>
                  <a:pt x="2729642" y="610084"/>
                </a:lnTo>
                <a:lnTo>
                  <a:pt x="2735546" y="623861"/>
                </a:lnTo>
                <a:lnTo>
                  <a:pt x="2751290" y="623861"/>
                </a:lnTo>
                <a:lnTo>
                  <a:pt x="2755226" y="606148"/>
                </a:lnTo>
                <a:lnTo>
                  <a:pt x="2767035" y="606148"/>
                </a:lnTo>
                <a:lnTo>
                  <a:pt x="2767035" y="598276"/>
                </a:lnTo>
                <a:lnTo>
                  <a:pt x="2747354" y="594340"/>
                </a:lnTo>
                <a:lnTo>
                  <a:pt x="2759162" y="582532"/>
                </a:lnTo>
                <a:lnTo>
                  <a:pt x="2792618" y="582532"/>
                </a:lnTo>
                <a:lnTo>
                  <a:pt x="2804427" y="586468"/>
                </a:lnTo>
                <a:lnTo>
                  <a:pt x="2820171" y="582532"/>
                </a:lnTo>
                <a:lnTo>
                  <a:pt x="2845755" y="594340"/>
                </a:lnTo>
                <a:lnTo>
                  <a:pt x="2831979" y="614020"/>
                </a:lnTo>
                <a:lnTo>
                  <a:pt x="2841819" y="623861"/>
                </a:lnTo>
                <a:lnTo>
                  <a:pt x="2857563" y="614020"/>
                </a:lnTo>
                <a:lnTo>
                  <a:pt x="2869372" y="617956"/>
                </a:lnTo>
                <a:lnTo>
                  <a:pt x="2849692" y="635669"/>
                </a:lnTo>
                <a:lnTo>
                  <a:pt x="2845755" y="647476"/>
                </a:lnTo>
                <a:lnTo>
                  <a:pt x="2857563" y="651413"/>
                </a:lnTo>
                <a:lnTo>
                  <a:pt x="2869372" y="635669"/>
                </a:lnTo>
                <a:lnTo>
                  <a:pt x="2881180" y="639604"/>
                </a:lnTo>
                <a:lnTo>
                  <a:pt x="2873308" y="651413"/>
                </a:lnTo>
                <a:lnTo>
                  <a:pt x="2881180" y="659284"/>
                </a:lnTo>
                <a:lnTo>
                  <a:pt x="2887084" y="651413"/>
                </a:lnTo>
                <a:lnTo>
                  <a:pt x="2894956" y="659284"/>
                </a:lnTo>
                <a:lnTo>
                  <a:pt x="2906764" y="651413"/>
                </a:lnTo>
                <a:lnTo>
                  <a:pt x="2910700" y="635669"/>
                </a:lnTo>
                <a:lnTo>
                  <a:pt x="2934317" y="635669"/>
                </a:lnTo>
                <a:lnTo>
                  <a:pt x="2948093" y="647476"/>
                </a:lnTo>
                <a:lnTo>
                  <a:pt x="2955965" y="671093"/>
                </a:lnTo>
                <a:lnTo>
                  <a:pt x="2922509" y="678965"/>
                </a:lnTo>
                <a:lnTo>
                  <a:pt x="2934317" y="688805"/>
                </a:lnTo>
                <a:lnTo>
                  <a:pt x="2952029" y="678965"/>
                </a:lnTo>
                <a:lnTo>
                  <a:pt x="2955965" y="682900"/>
                </a:lnTo>
                <a:lnTo>
                  <a:pt x="2948093" y="690773"/>
                </a:lnTo>
                <a:lnTo>
                  <a:pt x="2944157" y="702580"/>
                </a:lnTo>
                <a:lnTo>
                  <a:pt x="2955965" y="702580"/>
                </a:lnTo>
                <a:lnTo>
                  <a:pt x="2971710" y="682900"/>
                </a:lnTo>
                <a:lnTo>
                  <a:pt x="2993358" y="682900"/>
                </a:lnTo>
                <a:lnTo>
                  <a:pt x="3024846" y="694709"/>
                </a:lnTo>
                <a:lnTo>
                  <a:pt x="3005166" y="710452"/>
                </a:lnTo>
                <a:lnTo>
                  <a:pt x="2983518" y="718324"/>
                </a:lnTo>
                <a:lnTo>
                  <a:pt x="3005166" y="720292"/>
                </a:lnTo>
                <a:lnTo>
                  <a:pt x="3005166" y="728164"/>
                </a:lnTo>
                <a:lnTo>
                  <a:pt x="3024846" y="720292"/>
                </a:lnTo>
                <a:lnTo>
                  <a:pt x="3036654" y="710452"/>
                </a:lnTo>
                <a:lnTo>
                  <a:pt x="3062239" y="728164"/>
                </a:lnTo>
                <a:lnTo>
                  <a:pt x="3058303" y="739973"/>
                </a:lnTo>
                <a:lnTo>
                  <a:pt x="3044526" y="739973"/>
                </a:lnTo>
                <a:lnTo>
                  <a:pt x="3032719" y="743909"/>
                </a:lnTo>
                <a:lnTo>
                  <a:pt x="3070111" y="751781"/>
                </a:lnTo>
                <a:lnTo>
                  <a:pt x="3074047" y="763589"/>
                </a:lnTo>
                <a:lnTo>
                  <a:pt x="3032719" y="763589"/>
                </a:lnTo>
                <a:lnTo>
                  <a:pt x="3044526" y="771461"/>
                </a:lnTo>
                <a:lnTo>
                  <a:pt x="3040590" y="777365"/>
                </a:lnTo>
                <a:lnTo>
                  <a:pt x="3005166" y="773429"/>
                </a:lnTo>
                <a:lnTo>
                  <a:pt x="3001230" y="781301"/>
                </a:lnTo>
                <a:lnTo>
                  <a:pt x="3040590" y="789173"/>
                </a:lnTo>
                <a:lnTo>
                  <a:pt x="3066175" y="804917"/>
                </a:lnTo>
                <a:lnTo>
                  <a:pt x="3081919" y="826565"/>
                </a:lnTo>
                <a:lnTo>
                  <a:pt x="3095695" y="820661"/>
                </a:lnTo>
                <a:lnTo>
                  <a:pt x="3119312" y="816725"/>
                </a:lnTo>
                <a:lnTo>
                  <a:pt x="3119312" y="826565"/>
                </a:lnTo>
                <a:lnTo>
                  <a:pt x="3131120" y="830501"/>
                </a:lnTo>
                <a:lnTo>
                  <a:pt x="3142928" y="834437"/>
                </a:lnTo>
                <a:lnTo>
                  <a:pt x="3138992" y="854117"/>
                </a:lnTo>
                <a:lnTo>
                  <a:pt x="3168513" y="850181"/>
                </a:lnTo>
                <a:lnTo>
                  <a:pt x="3180320" y="858053"/>
                </a:lnTo>
                <a:lnTo>
                  <a:pt x="3168513" y="861989"/>
                </a:lnTo>
                <a:lnTo>
                  <a:pt x="3172449" y="869861"/>
                </a:lnTo>
                <a:lnTo>
                  <a:pt x="3198033" y="854117"/>
                </a:lnTo>
                <a:lnTo>
                  <a:pt x="3213777" y="861989"/>
                </a:lnTo>
                <a:lnTo>
                  <a:pt x="3213777" y="865925"/>
                </a:lnTo>
                <a:lnTo>
                  <a:pt x="3225585" y="869861"/>
                </a:lnTo>
                <a:lnTo>
                  <a:pt x="3221650" y="899382"/>
                </a:lnTo>
                <a:lnTo>
                  <a:pt x="3194097" y="899382"/>
                </a:lnTo>
                <a:lnTo>
                  <a:pt x="3201969" y="940710"/>
                </a:lnTo>
                <a:lnTo>
                  <a:pt x="3180320" y="952518"/>
                </a:lnTo>
                <a:lnTo>
                  <a:pt x="3164576" y="940710"/>
                </a:lnTo>
                <a:lnTo>
                  <a:pt x="3164576" y="956454"/>
                </a:lnTo>
                <a:lnTo>
                  <a:pt x="3172449" y="978102"/>
                </a:lnTo>
                <a:lnTo>
                  <a:pt x="3164576" y="997782"/>
                </a:lnTo>
                <a:lnTo>
                  <a:pt x="3152769" y="982038"/>
                </a:lnTo>
                <a:lnTo>
                  <a:pt x="3138992" y="978102"/>
                </a:lnTo>
                <a:lnTo>
                  <a:pt x="3131120" y="972198"/>
                </a:lnTo>
                <a:lnTo>
                  <a:pt x="3107503" y="944646"/>
                </a:lnTo>
                <a:lnTo>
                  <a:pt x="3123248" y="922998"/>
                </a:lnTo>
                <a:lnTo>
                  <a:pt x="3119312" y="915126"/>
                </a:lnTo>
                <a:lnTo>
                  <a:pt x="3095695" y="915126"/>
                </a:lnTo>
                <a:lnTo>
                  <a:pt x="3089791" y="903318"/>
                </a:lnTo>
                <a:lnTo>
                  <a:pt x="3070111" y="879702"/>
                </a:lnTo>
                <a:lnTo>
                  <a:pt x="3044526" y="891510"/>
                </a:lnTo>
                <a:lnTo>
                  <a:pt x="3054367" y="915126"/>
                </a:lnTo>
                <a:lnTo>
                  <a:pt x="3062239" y="922998"/>
                </a:lnTo>
                <a:lnTo>
                  <a:pt x="3046494" y="932838"/>
                </a:lnTo>
                <a:lnTo>
                  <a:pt x="3032719" y="915126"/>
                </a:lnTo>
                <a:lnTo>
                  <a:pt x="3024846" y="928902"/>
                </a:lnTo>
                <a:lnTo>
                  <a:pt x="3044526" y="952518"/>
                </a:lnTo>
                <a:lnTo>
                  <a:pt x="3058303" y="964326"/>
                </a:lnTo>
                <a:lnTo>
                  <a:pt x="3062239" y="976134"/>
                </a:lnTo>
                <a:lnTo>
                  <a:pt x="3081919" y="1001718"/>
                </a:lnTo>
                <a:lnTo>
                  <a:pt x="3095695" y="1005655"/>
                </a:lnTo>
                <a:lnTo>
                  <a:pt x="3119312" y="1031239"/>
                </a:lnTo>
                <a:lnTo>
                  <a:pt x="3119312" y="1043047"/>
                </a:lnTo>
                <a:lnTo>
                  <a:pt x="3127184" y="1046983"/>
                </a:lnTo>
                <a:lnTo>
                  <a:pt x="3127184" y="1058791"/>
                </a:lnTo>
                <a:lnTo>
                  <a:pt x="3142928" y="1078471"/>
                </a:lnTo>
                <a:lnTo>
                  <a:pt x="3142928" y="1092247"/>
                </a:lnTo>
                <a:lnTo>
                  <a:pt x="3123248" y="1092247"/>
                </a:lnTo>
                <a:lnTo>
                  <a:pt x="3119312" y="1100119"/>
                </a:lnTo>
                <a:lnTo>
                  <a:pt x="3135056" y="1111927"/>
                </a:lnTo>
                <a:lnTo>
                  <a:pt x="3127184" y="1127671"/>
                </a:lnTo>
                <a:lnTo>
                  <a:pt x="3127184" y="1145384"/>
                </a:lnTo>
                <a:lnTo>
                  <a:pt x="3111440" y="1145384"/>
                </a:lnTo>
                <a:lnTo>
                  <a:pt x="3095695" y="1119799"/>
                </a:lnTo>
                <a:lnTo>
                  <a:pt x="3074047" y="1092247"/>
                </a:lnTo>
                <a:lnTo>
                  <a:pt x="3058303" y="1096183"/>
                </a:lnTo>
                <a:lnTo>
                  <a:pt x="3046494" y="1080439"/>
                </a:lnTo>
                <a:lnTo>
                  <a:pt x="3036654" y="1084375"/>
                </a:lnTo>
                <a:lnTo>
                  <a:pt x="3020910" y="1062727"/>
                </a:lnTo>
                <a:lnTo>
                  <a:pt x="3013038" y="1066663"/>
                </a:lnTo>
                <a:lnTo>
                  <a:pt x="3009102" y="1078471"/>
                </a:lnTo>
                <a:lnTo>
                  <a:pt x="3040590" y="1119799"/>
                </a:lnTo>
                <a:lnTo>
                  <a:pt x="3054367" y="1137511"/>
                </a:lnTo>
                <a:lnTo>
                  <a:pt x="3085855" y="1161128"/>
                </a:lnTo>
                <a:lnTo>
                  <a:pt x="3095695" y="1184744"/>
                </a:lnTo>
                <a:lnTo>
                  <a:pt x="3077983" y="1186712"/>
                </a:lnTo>
                <a:lnTo>
                  <a:pt x="3036654" y="1172936"/>
                </a:lnTo>
                <a:lnTo>
                  <a:pt x="3016974" y="1172936"/>
                </a:lnTo>
                <a:lnTo>
                  <a:pt x="2993358" y="1157192"/>
                </a:lnTo>
                <a:lnTo>
                  <a:pt x="2997294" y="1133575"/>
                </a:lnTo>
                <a:lnTo>
                  <a:pt x="2983518" y="1129639"/>
                </a:lnTo>
                <a:lnTo>
                  <a:pt x="2971710" y="1133575"/>
                </a:lnTo>
                <a:lnTo>
                  <a:pt x="2944157" y="1107991"/>
                </a:lnTo>
                <a:lnTo>
                  <a:pt x="2934317" y="1104055"/>
                </a:lnTo>
                <a:lnTo>
                  <a:pt x="2926444" y="1088311"/>
                </a:lnTo>
                <a:lnTo>
                  <a:pt x="2940221" y="1088311"/>
                </a:lnTo>
                <a:lnTo>
                  <a:pt x="2938253" y="1074535"/>
                </a:lnTo>
                <a:lnTo>
                  <a:pt x="2918573" y="1070599"/>
                </a:lnTo>
                <a:lnTo>
                  <a:pt x="2894956" y="1050919"/>
                </a:lnTo>
                <a:lnTo>
                  <a:pt x="2891020" y="1025335"/>
                </a:lnTo>
                <a:lnTo>
                  <a:pt x="2869372" y="1025335"/>
                </a:lnTo>
                <a:lnTo>
                  <a:pt x="2865436" y="1017463"/>
                </a:lnTo>
                <a:lnTo>
                  <a:pt x="2853628" y="1013527"/>
                </a:lnTo>
                <a:lnTo>
                  <a:pt x="2853628" y="1029271"/>
                </a:lnTo>
                <a:lnTo>
                  <a:pt x="2849692" y="1035175"/>
                </a:lnTo>
                <a:lnTo>
                  <a:pt x="2828043" y="1013527"/>
                </a:lnTo>
                <a:lnTo>
                  <a:pt x="2820171" y="1017463"/>
                </a:lnTo>
                <a:lnTo>
                  <a:pt x="2800491" y="1039111"/>
                </a:lnTo>
                <a:lnTo>
                  <a:pt x="2774906" y="1039111"/>
                </a:lnTo>
                <a:lnTo>
                  <a:pt x="2751290" y="1021399"/>
                </a:lnTo>
                <a:lnTo>
                  <a:pt x="2751290" y="997782"/>
                </a:lnTo>
                <a:lnTo>
                  <a:pt x="2770970" y="982038"/>
                </a:lnTo>
                <a:lnTo>
                  <a:pt x="2770970" y="972198"/>
                </a:lnTo>
                <a:lnTo>
                  <a:pt x="2782779" y="960390"/>
                </a:lnTo>
                <a:lnTo>
                  <a:pt x="2792618" y="968262"/>
                </a:lnTo>
                <a:lnTo>
                  <a:pt x="2804427" y="976134"/>
                </a:lnTo>
                <a:lnTo>
                  <a:pt x="2837883" y="972198"/>
                </a:lnTo>
                <a:lnTo>
                  <a:pt x="2861500" y="960390"/>
                </a:lnTo>
                <a:lnTo>
                  <a:pt x="2877244" y="964326"/>
                </a:lnTo>
                <a:lnTo>
                  <a:pt x="2877244" y="944646"/>
                </a:lnTo>
                <a:lnTo>
                  <a:pt x="2857563" y="928902"/>
                </a:lnTo>
                <a:lnTo>
                  <a:pt x="2853628" y="911190"/>
                </a:lnTo>
                <a:lnTo>
                  <a:pt x="2891020" y="879702"/>
                </a:lnTo>
                <a:lnTo>
                  <a:pt x="2902828" y="865925"/>
                </a:lnTo>
                <a:lnTo>
                  <a:pt x="2914637" y="861989"/>
                </a:lnTo>
                <a:lnTo>
                  <a:pt x="2914637" y="838373"/>
                </a:lnTo>
                <a:lnTo>
                  <a:pt x="2906764" y="834437"/>
                </a:lnTo>
                <a:lnTo>
                  <a:pt x="2906764" y="822629"/>
                </a:lnTo>
                <a:lnTo>
                  <a:pt x="2902828" y="816725"/>
                </a:lnTo>
                <a:lnTo>
                  <a:pt x="2885116" y="804917"/>
                </a:lnTo>
                <a:lnTo>
                  <a:pt x="2877244" y="789173"/>
                </a:lnTo>
                <a:lnTo>
                  <a:pt x="2857563" y="793109"/>
                </a:lnTo>
                <a:lnTo>
                  <a:pt x="2845755" y="777365"/>
                </a:lnTo>
                <a:lnTo>
                  <a:pt x="2853628" y="771461"/>
                </a:lnTo>
                <a:lnTo>
                  <a:pt x="2841819" y="771461"/>
                </a:lnTo>
                <a:lnTo>
                  <a:pt x="2820171" y="777365"/>
                </a:lnTo>
                <a:lnTo>
                  <a:pt x="2808362" y="785237"/>
                </a:lnTo>
                <a:lnTo>
                  <a:pt x="2792618" y="781301"/>
                </a:lnTo>
                <a:lnTo>
                  <a:pt x="2792618" y="773429"/>
                </a:lnTo>
                <a:lnTo>
                  <a:pt x="2828043" y="763589"/>
                </a:lnTo>
                <a:lnTo>
                  <a:pt x="2824107" y="759653"/>
                </a:lnTo>
                <a:lnTo>
                  <a:pt x="2792618" y="747845"/>
                </a:lnTo>
                <a:lnTo>
                  <a:pt x="2786714" y="732100"/>
                </a:lnTo>
                <a:lnTo>
                  <a:pt x="2770970" y="728164"/>
                </a:lnTo>
                <a:lnTo>
                  <a:pt x="2774906" y="714388"/>
                </a:lnTo>
                <a:lnTo>
                  <a:pt x="2759162" y="698645"/>
                </a:lnTo>
                <a:lnTo>
                  <a:pt x="2747354" y="698645"/>
                </a:lnTo>
                <a:lnTo>
                  <a:pt x="2735546" y="690773"/>
                </a:lnTo>
                <a:lnTo>
                  <a:pt x="2721769" y="694709"/>
                </a:lnTo>
                <a:lnTo>
                  <a:pt x="2721769" y="698645"/>
                </a:lnTo>
                <a:lnTo>
                  <a:pt x="2743418" y="714388"/>
                </a:lnTo>
                <a:lnTo>
                  <a:pt x="2735546" y="720292"/>
                </a:lnTo>
                <a:lnTo>
                  <a:pt x="2713898" y="724228"/>
                </a:lnTo>
                <a:lnTo>
                  <a:pt x="2690281" y="714388"/>
                </a:lnTo>
                <a:lnTo>
                  <a:pt x="2678473" y="718324"/>
                </a:lnTo>
                <a:lnTo>
                  <a:pt x="2684377" y="720292"/>
                </a:lnTo>
                <a:lnTo>
                  <a:pt x="2678473" y="728164"/>
                </a:lnTo>
                <a:lnTo>
                  <a:pt x="2658792" y="720292"/>
                </a:lnTo>
                <a:lnTo>
                  <a:pt x="2646985" y="714388"/>
                </a:lnTo>
                <a:lnTo>
                  <a:pt x="2635176" y="710452"/>
                </a:lnTo>
                <a:lnTo>
                  <a:pt x="2633208" y="714388"/>
                </a:lnTo>
                <a:lnTo>
                  <a:pt x="2635176" y="718324"/>
                </a:lnTo>
                <a:lnTo>
                  <a:pt x="2646985" y="724228"/>
                </a:lnTo>
                <a:lnTo>
                  <a:pt x="2646985" y="732100"/>
                </a:lnTo>
                <a:lnTo>
                  <a:pt x="2633208" y="728164"/>
                </a:lnTo>
                <a:lnTo>
                  <a:pt x="2617464" y="724228"/>
                </a:lnTo>
                <a:lnTo>
                  <a:pt x="2605655" y="724228"/>
                </a:lnTo>
                <a:lnTo>
                  <a:pt x="2587943" y="718324"/>
                </a:lnTo>
                <a:lnTo>
                  <a:pt x="2572199" y="718324"/>
                </a:lnTo>
                <a:lnTo>
                  <a:pt x="2548583" y="718324"/>
                </a:lnTo>
                <a:lnTo>
                  <a:pt x="2532838" y="714388"/>
                </a:lnTo>
                <a:lnTo>
                  <a:pt x="2532838" y="702580"/>
                </a:lnTo>
                <a:lnTo>
                  <a:pt x="2522998" y="698645"/>
                </a:lnTo>
                <a:lnTo>
                  <a:pt x="2507254" y="710452"/>
                </a:lnTo>
                <a:lnTo>
                  <a:pt x="2487574" y="710452"/>
                </a:lnTo>
                <a:lnTo>
                  <a:pt x="2477734" y="698645"/>
                </a:lnTo>
                <a:lnTo>
                  <a:pt x="2458053" y="688805"/>
                </a:lnTo>
                <a:lnTo>
                  <a:pt x="2446245" y="678965"/>
                </a:lnTo>
                <a:lnTo>
                  <a:pt x="2442309" y="665188"/>
                </a:lnTo>
                <a:lnTo>
                  <a:pt x="2454117" y="665188"/>
                </a:lnTo>
                <a:lnTo>
                  <a:pt x="2473797" y="671093"/>
                </a:lnTo>
                <a:lnTo>
                  <a:pt x="2487574" y="671093"/>
                </a:lnTo>
                <a:lnTo>
                  <a:pt x="2503318" y="671093"/>
                </a:lnTo>
                <a:lnTo>
                  <a:pt x="2499382" y="665188"/>
                </a:lnTo>
                <a:lnTo>
                  <a:pt x="2473797" y="659284"/>
                </a:lnTo>
                <a:lnTo>
                  <a:pt x="2438373" y="655349"/>
                </a:lnTo>
                <a:lnTo>
                  <a:pt x="2424597" y="639604"/>
                </a:lnTo>
                <a:lnTo>
                  <a:pt x="2430501" y="627797"/>
                </a:lnTo>
                <a:lnTo>
                  <a:pt x="2428533" y="614020"/>
                </a:lnTo>
                <a:lnTo>
                  <a:pt x="2438373" y="606148"/>
                </a:lnTo>
                <a:lnTo>
                  <a:pt x="2428533" y="598276"/>
                </a:lnTo>
                <a:lnTo>
                  <a:pt x="2430501" y="590404"/>
                </a:lnTo>
                <a:lnTo>
                  <a:pt x="2446245" y="578596"/>
                </a:lnTo>
                <a:lnTo>
                  <a:pt x="2446245" y="556948"/>
                </a:lnTo>
                <a:lnTo>
                  <a:pt x="2473797" y="537267"/>
                </a:lnTo>
                <a:lnTo>
                  <a:pt x="2477734" y="533332"/>
                </a:lnTo>
                <a:close/>
                <a:moveTo>
                  <a:pt x="8545113" y="511685"/>
                </a:moveTo>
                <a:lnTo>
                  <a:pt x="8537241" y="517592"/>
                </a:lnTo>
                <a:lnTo>
                  <a:pt x="8537241" y="523494"/>
                </a:lnTo>
                <a:lnTo>
                  <a:pt x="8529369" y="521524"/>
                </a:lnTo>
                <a:lnTo>
                  <a:pt x="8533305" y="513653"/>
                </a:lnTo>
                <a:close/>
                <a:moveTo>
                  <a:pt x="8978076" y="499877"/>
                </a:moveTo>
                <a:lnTo>
                  <a:pt x="9013501" y="499877"/>
                </a:lnTo>
                <a:lnTo>
                  <a:pt x="9015469" y="503812"/>
                </a:lnTo>
                <a:lnTo>
                  <a:pt x="9037117" y="515622"/>
                </a:lnTo>
                <a:lnTo>
                  <a:pt x="9050893" y="527431"/>
                </a:lnTo>
                <a:lnTo>
                  <a:pt x="9043021" y="541205"/>
                </a:lnTo>
                <a:lnTo>
                  <a:pt x="9003661" y="537272"/>
                </a:lnTo>
                <a:lnTo>
                  <a:pt x="8983980" y="535301"/>
                </a:lnTo>
                <a:lnTo>
                  <a:pt x="8978076" y="531365"/>
                </a:lnTo>
                <a:lnTo>
                  <a:pt x="8956428" y="529396"/>
                </a:lnTo>
                <a:lnTo>
                  <a:pt x="8954460" y="523494"/>
                </a:lnTo>
                <a:lnTo>
                  <a:pt x="8966268" y="519556"/>
                </a:lnTo>
                <a:lnTo>
                  <a:pt x="8966268" y="511685"/>
                </a:lnTo>
                <a:close/>
                <a:moveTo>
                  <a:pt x="8488040" y="499877"/>
                </a:moveTo>
                <a:lnTo>
                  <a:pt x="8497880" y="499877"/>
                </a:lnTo>
                <a:lnTo>
                  <a:pt x="8503784" y="503812"/>
                </a:lnTo>
                <a:lnTo>
                  <a:pt x="8493944" y="501845"/>
                </a:lnTo>
                <a:lnTo>
                  <a:pt x="8484104" y="503812"/>
                </a:lnTo>
                <a:close/>
                <a:moveTo>
                  <a:pt x="2182530" y="499874"/>
                </a:moveTo>
                <a:lnTo>
                  <a:pt x="2202211" y="499874"/>
                </a:lnTo>
                <a:lnTo>
                  <a:pt x="2206147" y="503809"/>
                </a:lnTo>
                <a:lnTo>
                  <a:pt x="2198274" y="515618"/>
                </a:lnTo>
                <a:lnTo>
                  <a:pt x="2182530" y="519553"/>
                </a:lnTo>
                <a:lnTo>
                  <a:pt x="2168754" y="515618"/>
                </a:lnTo>
                <a:lnTo>
                  <a:pt x="2168754" y="507745"/>
                </a:lnTo>
                <a:close/>
                <a:moveTo>
                  <a:pt x="7344622" y="495942"/>
                </a:moveTo>
                <a:lnTo>
                  <a:pt x="7356430" y="495942"/>
                </a:lnTo>
                <a:lnTo>
                  <a:pt x="7358398" y="497911"/>
                </a:lnTo>
                <a:lnTo>
                  <a:pt x="7348558" y="499877"/>
                </a:lnTo>
                <a:close/>
                <a:moveTo>
                  <a:pt x="2338005" y="493971"/>
                </a:moveTo>
                <a:lnTo>
                  <a:pt x="2357685" y="503811"/>
                </a:lnTo>
                <a:lnTo>
                  <a:pt x="2371461" y="499874"/>
                </a:lnTo>
                <a:lnTo>
                  <a:pt x="2410822" y="503811"/>
                </a:lnTo>
                <a:lnTo>
                  <a:pt x="2414758" y="519555"/>
                </a:lnTo>
                <a:lnTo>
                  <a:pt x="2361621" y="580563"/>
                </a:lnTo>
                <a:lnTo>
                  <a:pt x="2349813" y="576627"/>
                </a:lnTo>
                <a:lnTo>
                  <a:pt x="2326197" y="576627"/>
                </a:lnTo>
                <a:lnTo>
                  <a:pt x="2316356" y="576627"/>
                </a:lnTo>
                <a:lnTo>
                  <a:pt x="2304548" y="576627"/>
                </a:lnTo>
                <a:lnTo>
                  <a:pt x="2322261" y="596307"/>
                </a:lnTo>
                <a:lnTo>
                  <a:pt x="2304548" y="621891"/>
                </a:lnTo>
                <a:lnTo>
                  <a:pt x="2288804" y="621891"/>
                </a:lnTo>
                <a:lnTo>
                  <a:pt x="2280931" y="621891"/>
                </a:lnTo>
                <a:lnTo>
                  <a:pt x="2273060" y="592371"/>
                </a:lnTo>
                <a:lnTo>
                  <a:pt x="2263219" y="572691"/>
                </a:lnTo>
                <a:lnTo>
                  <a:pt x="2267155" y="568755"/>
                </a:lnTo>
                <a:lnTo>
                  <a:pt x="2267155" y="519555"/>
                </a:lnTo>
                <a:lnTo>
                  <a:pt x="2273060" y="519555"/>
                </a:lnTo>
                <a:lnTo>
                  <a:pt x="2284868" y="519555"/>
                </a:lnTo>
                <a:lnTo>
                  <a:pt x="2284868" y="515618"/>
                </a:lnTo>
                <a:lnTo>
                  <a:pt x="2269124" y="507747"/>
                </a:lnTo>
                <a:lnTo>
                  <a:pt x="2296676" y="497906"/>
                </a:lnTo>
                <a:lnTo>
                  <a:pt x="2312420" y="497906"/>
                </a:lnTo>
                <a:close/>
                <a:moveTo>
                  <a:pt x="7305262" y="490037"/>
                </a:moveTo>
                <a:lnTo>
                  <a:pt x="7315102" y="490037"/>
                </a:lnTo>
                <a:lnTo>
                  <a:pt x="7309198" y="492005"/>
                </a:lnTo>
                <a:lnTo>
                  <a:pt x="7295422" y="492005"/>
                </a:lnTo>
                <a:close/>
                <a:moveTo>
                  <a:pt x="7319038" y="488071"/>
                </a:moveTo>
                <a:lnTo>
                  <a:pt x="7338718" y="488071"/>
                </a:lnTo>
                <a:lnTo>
                  <a:pt x="7328878" y="492005"/>
                </a:lnTo>
                <a:close/>
                <a:moveTo>
                  <a:pt x="7387919" y="486103"/>
                </a:moveTo>
                <a:lnTo>
                  <a:pt x="7397759" y="486103"/>
                </a:lnTo>
                <a:lnTo>
                  <a:pt x="7403663" y="488071"/>
                </a:lnTo>
                <a:lnTo>
                  <a:pt x="7385951" y="490037"/>
                </a:lnTo>
                <a:close/>
                <a:moveTo>
                  <a:pt x="8804891" y="478231"/>
                </a:moveTo>
                <a:lnTo>
                  <a:pt x="8818667" y="480197"/>
                </a:lnTo>
                <a:lnTo>
                  <a:pt x="8838347" y="493972"/>
                </a:lnTo>
                <a:lnTo>
                  <a:pt x="8836379" y="497911"/>
                </a:lnTo>
                <a:close/>
                <a:moveTo>
                  <a:pt x="8960364" y="472324"/>
                </a:moveTo>
                <a:lnTo>
                  <a:pt x="8976108" y="478231"/>
                </a:lnTo>
                <a:lnTo>
                  <a:pt x="8972172" y="484132"/>
                </a:lnTo>
                <a:lnTo>
                  <a:pt x="8978076" y="486103"/>
                </a:lnTo>
                <a:lnTo>
                  <a:pt x="8976108" y="492005"/>
                </a:lnTo>
                <a:lnTo>
                  <a:pt x="8960364" y="501845"/>
                </a:lnTo>
                <a:lnTo>
                  <a:pt x="8944620" y="490037"/>
                </a:lnTo>
                <a:lnTo>
                  <a:pt x="8946588" y="480197"/>
                </a:lnTo>
                <a:close/>
                <a:moveTo>
                  <a:pt x="8261718" y="468391"/>
                </a:moveTo>
                <a:lnTo>
                  <a:pt x="8269590" y="470357"/>
                </a:lnTo>
                <a:lnTo>
                  <a:pt x="8257782" y="480197"/>
                </a:lnTo>
                <a:lnTo>
                  <a:pt x="8257782" y="486103"/>
                </a:lnTo>
                <a:lnTo>
                  <a:pt x="8249910" y="486103"/>
                </a:lnTo>
                <a:lnTo>
                  <a:pt x="8245974" y="480197"/>
                </a:lnTo>
                <a:lnTo>
                  <a:pt x="8253846" y="472324"/>
                </a:lnTo>
                <a:close/>
                <a:moveTo>
                  <a:pt x="1515369" y="466420"/>
                </a:moveTo>
                <a:lnTo>
                  <a:pt x="1538985" y="466420"/>
                </a:lnTo>
                <a:lnTo>
                  <a:pt x="1568506" y="488068"/>
                </a:lnTo>
                <a:lnTo>
                  <a:pt x="1576378" y="495940"/>
                </a:lnTo>
                <a:lnTo>
                  <a:pt x="1584250" y="488068"/>
                </a:lnTo>
                <a:lnTo>
                  <a:pt x="1592122" y="488068"/>
                </a:lnTo>
                <a:lnTo>
                  <a:pt x="1596058" y="499875"/>
                </a:lnTo>
                <a:lnTo>
                  <a:pt x="1603930" y="495940"/>
                </a:lnTo>
                <a:lnTo>
                  <a:pt x="1603930" y="488068"/>
                </a:lnTo>
                <a:lnTo>
                  <a:pt x="1637387" y="488068"/>
                </a:lnTo>
                <a:lnTo>
                  <a:pt x="1694460" y="527428"/>
                </a:lnTo>
                <a:lnTo>
                  <a:pt x="1694460" y="537268"/>
                </a:lnTo>
                <a:lnTo>
                  <a:pt x="1682652" y="537268"/>
                </a:lnTo>
                <a:lnTo>
                  <a:pt x="1674780" y="545140"/>
                </a:lnTo>
                <a:lnTo>
                  <a:pt x="1629515" y="568756"/>
                </a:lnTo>
                <a:lnTo>
                  <a:pt x="1615739" y="576628"/>
                </a:lnTo>
                <a:lnTo>
                  <a:pt x="1588186" y="588436"/>
                </a:lnTo>
                <a:lnTo>
                  <a:pt x="1584250" y="606149"/>
                </a:lnTo>
                <a:lnTo>
                  <a:pt x="1576378" y="606149"/>
                </a:lnTo>
                <a:lnTo>
                  <a:pt x="1572442" y="602212"/>
                </a:lnTo>
                <a:lnTo>
                  <a:pt x="1554729" y="610084"/>
                </a:lnTo>
                <a:lnTo>
                  <a:pt x="1554729" y="641572"/>
                </a:lnTo>
                <a:lnTo>
                  <a:pt x="1535049" y="653380"/>
                </a:lnTo>
                <a:lnTo>
                  <a:pt x="1527177" y="649444"/>
                </a:lnTo>
                <a:lnTo>
                  <a:pt x="1503561" y="663220"/>
                </a:lnTo>
                <a:lnTo>
                  <a:pt x="1489785" y="671092"/>
                </a:lnTo>
                <a:lnTo>
                  <a:pt x="1474040" y="671092"/>
                </a:lnTo>
                <a:lnTo>
                  <a:pt x="1466168" y="645509"/>
                </a:lnTo>
                <a:lnTo>
                  <a:pt x="1420903" y="625828"/>
                </a:lnTo>
                <a:lnTo>
                  <a:pt x="1405159" y="621892"/>
                </a:lnTo>
                <a:lnTo>
                  <a:pt x="1409095" y="602212"/>
                </a:lnTo>
                <a:lnTo>
                  <a:pt x="1432711" y="592372"/>
                </a:lnTo>
                <a:lnTo>
                  <a:pt x="1428775" y="584501"/>
                </a:lnTo>
                <a:lnTo>
                  <a:pt x="1420903" y="576628"/>
                </a:lnTo>
                <a:lnTo>
                  <a:pt x="1420903" y="564820"/>
                </a:lnTo>
                <a:lnTo>
                  <a:pt x="1432711" y="568756"/>
                </a:lnTo>
                <a:lnTo>
                  <a:pt x="1444520" y="560884"/>
                </a:lnTo>
                <a:lnTo>
                  <a:pt x="1428775" y="553012"/>
                </a:lnTo>
                <a:lnTo>
                  <a:pt x="1428775" y="541204"/>
                </a:lnTo>
                <a:lnTo>
                  <a:pt x="1454360" y="523492"/>
                </a:lnTo>
                <a:lnTo>
                  <a:pt x="1436647" y="476259"/>
                </a:lnTo>
                <a:lnTo>
                  <a:pt x="1497656" y="472323"/>
                </a:lnTo>
                <a:close/>
                <a:moveTo>
                  <a:pt x="8143637" y="464453"/>
                </a:moveTo>
                <a:lnTo>
                  <a:pt x="8161349" y="464453"/>
                </a:lnTo>
                <a:lnTo>
                  <a:pt x="8182997" y="464453"/>
                </a:lnTo>
                <a:lnTo>
                  <a:pt x="8184965" y="468391"/>
                </a:lnTo>
                <a:lnTo>
                  <a:pt x="8173157" y="476262"/>
                </a:lnTo>
                <a:lnTo>
                  <a:pt x="8173157" y="482165"/>
                </a:lnTo>
                <a:lnTo>
                  <a:pt x="8155445" y="490037"/>
                </a:lnTo>
                <a:lnTo>
                  <a:pt x="8141669" y="478231"/>
                </a:lnTo>
                <a:lnTo>
                  <a:pt x="8129861" y="476262"/>
                </a:lnTo>
                <a:lnTo>
                  <a:pt x="8137733" y="468391"/>
                </a:lnTo>
                <a:close/>
                <a:moveTo>
                  <a:pt x="7417439" y="434933"/>
                </a:moveTo>
                <a:lnTo>
                  <a:pt x="7427279" y="438872"/>
                </a:lnTo>
                <a:lnTo>
                  <a:pt x="7421375" y="442805"/>
                </a:lnTo>
                <a:lnTo>
                  <a:pt x="7409567" y="440837"/>
                </a:lnTo>
                <a:lnTo>
                  <a:pt x="7409567" y="436902"/>
                </a:lnTo>
                <a:close/>
                <a:moveTo>
                  <a:pt x="7277709" y="405413"/>
                </a:moveTo>
                <a:lnTo>
                  <a:pt x="7289517" y="407382"/>
                </a:lnTo>
                <a:lnTo>
                  <a:pt x="7295421" y="417222"/>
                </a:lnTo>
                <a:lnTo>
                  <a:pt x="7283613" y="423124"/>
                </a:lnTo>
                <a:lnTo>
                  <a:pt x="7265901" y="413284"/>
                </a:lnTo>
                <a:close/>
                <a:moveTo>
                  <a:pt x="9127646" y="401477"/>
                </a:moveTo>
                <a:lnTo>
                  <a:pt x="9135518" y="403445"/>
                </a:lnTo>
                <a:lnTo>
                  <a:pt x="9151262" y="411316"/>
                </a:lnTo>
                <a:lnTo>
                  <a:pt x="9188654" y="411316"/>
                </a:lnTo>
                <a:lnTo>
                  <a:pt x="9196527" y="415253"/>
                </a:lnTo>
                <a:lnTo>
                  <a:pt x="9220143" y="417222"/>
                </a:lnTo>
                <a:lnTo>
                  <a:pt x="9249663" y="423124"/>
                </a:lnTo>
                <a:lnTo>
                  <a:pt x="9257535" y="430996"/>
                </a:lnTo>
                <a:lnTo>
                  <a:pt x="9251631" y="440837"/>
                </a:lnTo>
                <a:lnTo>
                  <a:pt x="9222111" y="448712"/>
                </a:lnTo>
                <a:lnTo>
                  <a:pt x="9196527" y="448712"/>
                </a:lnTo>
                <a:lnTo>
                  <a:pt x="9167006" y="434933"/>
                </a:lnTo>
                <a:lnTo>
                  <a:pt x="9149294" y="427063"/>
                </a:lnTo>
                <a:lnTo>
                  <a:pt x="9147326" y="417222"/>
                </a:lnTo>
                <a:lnTo>
                  <a:pt x="9129614" y="407382"/>
                </a:lnTo>
                <a:close/>
                <a:moveTo>
                  <a:pt x="7287550" y="381796"/>
                </a:moveTo>
                <a:lnTo>
                  <a:pt x="7299358" y="387702"/>
                </a:lnTo>
                <a:lnTo>
                  <a:pt x="7299358" y="391636"/>
                </a:lnTo>
                <a:lnTo>
                  <a:pt x="7283614" y="391636"/>
                </a:lnTo>
                <a:lnTo>
                  <a:pt x="7277710" y="383764"/>
                </a:lnTo>
                <a:close/>
                <a:moveTo>
                  <a:pt x="7293454" y="379828"/>
                </a:moveTo>
                <a:lnTo>
                  <a:pt x="7311166" y="379828"/>
                </a:lnTo>
                <a:lnTo>
                  <a:pt x="7322974" y="383764"/>
                </a:lnTo>
                <a:lnTo>
                  <a:pt x="7317070" y="387702"/>
                </a:lnTo>
                <a:lnTo>
                  <a:pt x="7305262" y="387702"/>
                </a:lnTo>
                <a:close/>
                <a:moveTo>
                  <a:pt x="9304768" y="373924"/>
                </a:moveTo>
                <a:lnTo>
                  <a:pt x="9316576" y="373924"/>
                </a:lnTo>
                <a:lnTo>
                  <a:pt x="9312640" y="375894"/>
                </a:lnTo>
                <a:close/>
                <a:moveTo>
                  <a:pt x="7716577" y="373924"/>
                </a:moveTo>
                <a:lnTo>
                  <a:pt x="7720513" y="375894"/>
                </a:lnTo>
                <a:lnTo>
                  <a:pt x="7716577" y="377862"/>
                </a:lnTo>
                <a:lnTo>
                  <a:pt x="7708705" y="375894"/>
                </a:lnTo>
                <a:close/>
                <a:moveTo>
                  <a:pt x="8989885" y="369988"/>
                </a:moveTo>
                <a:lnTo>
                  <a:pt x="8997757" y="373924"/>
                </a:lnTo>
                <a:lnTo>
                  <a:pt x="9005629" y="381796"/>
                </a:lnTo>
                <a:lnTo>
                  <a:pt x="9021373" y="387702"/>
                </a:lnTo>
                <a:lnTo>
                  <a:pt x="9039086" y="387702"/>
                </a:lnTo>
                <a:lnTo>
                  <a:pt x="9044990" y="387702"/>
                </a:lnTo>
                <a:lnTo>
                  <a:pt x="9064670" y="397542"/>
                </a:lnTo>
                <a:lnTo>
                  <a:pt x="9086318" y="399512"/>
                </a:lnTo>
                <a:lnTo>
                  <a:pt x="9092222" y="405413"/>
                </a:lnTo>
                <a:lnTo>
                  <a:pt x="9074510" y="411316"/>
                </a:lnTo>
                <a:lnTo>
                  <a:pt x="9080414" y="413284"/>
                </a:lnTo>
                <a:lnTo>
                  <a:pt x="9060734" y="429031"/>
                </a:lnTo>
                <a:lnTo>
                  <a:pt x="9048926" y="423124"/>
                </a:lnTo>
                <a:lnTo>
                  <a:pt x="9031213" y="427063"/>
                </a:lnTo>
                <a:lnTo>
                  <a:pt x="9015469" y="417222"/>
                </a:lnTo>
                <a:lnTo>
                  <a:pt x="9015469" y="407382"/>
                </a:lnTo>
                <a:lnTo>
                  <a:pt x="9025309" y="403445"/>
                </a:lnTo>
                <a:lnTo>
                  <a:pt x="9023341" y="397542"/>
                </a:lnTo>
                <a:lnTo>
                  <a:pt x="9013501" y="397542"/>
                </a:lnTo>
                <a:lnTo>
                  <a:pt x="9001693" y="407382"/>
                </a:lnTo>
                <a:lnTo>
                  <a:pt x="9007597" y="423124"/>
                </a:lnTo>
                <a:lnTo>
                  <a:pt x="9029245" y="432964"/>
                </a:lnTo>
                <a:lnTo>
                  <a:pt x="9044990" y="432964"/>
                </a:lnTo>
                <a:lnTo>
                  <a:pt x="9023341" y="444773"/>
                </a:lnTo>
                <a:lnTo>
                  <a:pt x="9005629" y="442805"/>
                </a:lnTo>
                <a:lnTo>
                  <a:pt x="9001693" y="430996"/>
                </a:lnTo>
                <a:lnTo>
                  <a:pt x="8989885" y="430996"/>
                </a:lnTo>
                <a:lnTo>
                  <a:pt x="8968237" y="442805"/>
                </a:lnTo>
                <a:lnTo>
                  <a:pt x="8944621" y="442805"/>
                </a:lnTo>
                <a:lnTo>
                  <a:pt x="8942653" y="434933"/>
                </a:lnTo>
                <a:lnTo>
                  <a:pt x="8936749" y="432964"/>
                </a:lnTo>
                <a:lnTo>
                  <a:pt x="8926909" y="436902"/>
                </a:lnTo>
                <a:lnTo>
                  <a:pt x="8932813" y="450678"/>
                </a:lnTo>
                <a:lnTo>
                  <a:pt x="8922973" y="458552"/>
                </a:lnTo>
                <a:lnTo>
                  <a:pt x="8885580" y="446742"/>
                </a:lnTo>
                <a:lnTo>
                  <a:pt x="8887548" y="438872"/>
                </a:lnTo>
                <a:lnTo>
                  <a:pt x="8877708" y="432964"/>
                </a:lnTo>
                <a:lnTo>
                  <a:pt x="8865900" y="432964"/>
                </a:lnTo>
                <a:lnTo>
                  <a:pt x="8854092" y="417222"/>
                </a:lnTo>
                <a:lnTo>
                  <a:pt x="8865900" y="411316"/>
                </a:lnTo>
                <a:lnTo>
                  <a:pt x="8859996" y="397542"/>
                </a:lnTo>
                <a:lnTo>
                  <a:pt x="8861964" y="393604"/>
                </a:lnTo>
                <a:lnTo>
                  <a:pt x="8873772" y="391636"/>
                </a:lnTo>
                <a:lnTo>
                  <a:pt x="8869836" y="385733"/>
                </a:lnTo>
                <a:lnTo>
                  <a:pt x="8869836" y="381796"/>
                </a:lnTo>
                <a:lnTo>
                  <a:pt x="8887548" y="381796"/>
                </a:lnTo>
                <a:lnTo>
                  <a:pt x="8887548" y="379828"/>
                </a:lnTo>
                <a:lnTo>
                  <a:pt x="8907228" y="371955"/>
                </a:lnTo>
                <a:lnTo>
                  <a:pt x="8940685" y="381796"/>
                </a:lnTo>
                <a:lnTo>
                  <a:pt x="8932813" y="385733"/>
                </a:lnTo>
                <a:lnTo>
                  <a:pt x="8932813" y="387702"/>
                </a:lnTo>
                <a:lnTo>
                  <a:pt x="8946589" y="391636"/>
                </a:lnTo>
                <a:lnTo>
                  <a:pt x="8946589" y="397542"/>
                </a:lnTo>
                <a:lnTo>
                  <a:pt x="8954461" y="401476"/>
                </a:lnTo>
                <a:lnTo>
                  <a:pt x="8972173" y="401476"/>
                </a:lnTo>
                <a:lnTo>
                  <a:pt x="8972173" y="381796"/>
                </a:lnTo>
                <a:lnTo>
                  <a:pt x="8980045" y="371955"/>
                </a:lnTo>
                <a:close/>
                <a:moveTo>
                  <a:pt x="7698865" y="366053"/>
                </a:moveTo>
                <a:lnTo>
                  <a:pt x="7696897" y="371955"/>
                </a:lnTo>
                <a:lnTo>
                  <a:pt x="7690993" y="373924"/>
                </a:lnTo>
                <a:lnTo>
                  <a:pt x="7665409" y="369988"/>
                </a:lnTo>
                <a:lnTo>
                  <a:pt x="7669345" y="368022"/>
                </a:lnTo>
                <a:lnTo>
                  <a:pt x="7685089" y="368022"/>
                </a:lnTo>
                <a:close/>
                <a:moveTo>
                  <a:pt x="8175126" y="356213"/>
                </a:moveTo>
                <a:lnTo>
                  <a:pt x="8179062" y="358183"/>
                </a:lnTo>
                <a:lnTo>
                  <a:pt x="8173158" y="362115"/>
                </a:lnTo>
                <a:close/>
                <a:moveTo>
                  <a:pt x="8145605" y="350309"/>
                </a:moveTo>
                <a:lnTo>
                  <a:pt x="8153477" y="352276"/>
                </a:lnTo>
                <a:lnTo>
                  <a:pt x="8165285" y="358183"/>
                </a:lnTo>
                <a:lnTo>
                  <a:pt x="8157413" y="358183"/>
                </a:lnTo>
                <a:lnTo>
                  <a:pt x="8141669" y="352276"/>
                </a:lnTo>
                <a:close/>
                <a:moveTo>
                  <a:pt x="7689025" y="346373"/>
                </a:moveTo>
                <a:lnTo>
                  <a:pt x="7696897" y="348343"/>
                </a:lnTo>
                <a:lnTo>
                  <a:pt x="7696897" y="352276"/>
                </a:lnTo>
                <a:lnTo>
                  <a:pt x="7683121" y="348343"/>
                </a:lnTo>
                <a:close/>
                <a:moveTo>
                  <a:pt x="7657537" y="344403"/>
                </a:moveTo>
                <a:lnTo>
                  <a:pt x="7665409" y="344403"/>
                </a:lnTo>
                <a:lnTo>
                  <a:pt x="7665409" y="350309"/>
                </a:lnTo>
                <a:lnTo>
                  <a:pt x="7657537" y="350309"/>
                </a:lnTo>
                <a:close/>
                <a:moveTo>
                  <a:pt x="7647697" y="344403"/>
                </a:moveTo>
                <a:lnTo>
                  <a:pt x="7649665" y="348343"/>
                </a:lnTo>
                <a:lnTo>
                  <a:pt x="7639825" y="350309"/>
                </a:lnTo>
                <a:lnTo>
                  <a:pt x="7635889" y="352276"/>
                </a:lnTo>
                <a:lnTo>
                  <a:pt x="7631953" y="350309"/>
                </a:lnTo>
                <a:close/>
                <a:moveTo>
                  <a:pt x="9210303" y="342436"/>
                </a:moveTo>
                <a:lnTo>
                  <a:pt x="9210303" y="348343"/>
                </a:lnTo>
                <a:lnTo>
                  <a:pt x="9188655" y="350309"/>
                </a:lnTo>
                <a:lnTo>
                  <a:pt x="9190623" y="344403"/>
                </a:lnTo>
                <a:close/>
                <a:moveTo>
                  <a:pt x="6876234" y="328662"/>
                </a:moveTo>
                <a:lnTo>
                  <a:pt x="6911658" y="334564"/>
                </a:lnTo>
                <a:lnTo>
                  <a:pt x="6915594" y="348343"/>
                </a:lnTo>
                <a:lnTo>
                  <a:pt x="6901818" y="358183"/>
                </a:lnTo>
                <a:lnTo>
                  <a:pt x="6905754" y="366053"/>
                </a:lnTo>
                <a:lnTo>
                  <a:pt x="6878202" y="371956"/>
                </a:lnTo>
                <a:lnTo>
                  <a:pt x="6840810" y="381796"/>
                </a:lnTo>
                <a:lnTo>
                  <a:pt x="6801449" y="387702"/>
                </a:lnTo>
                <a:lnTo>
                  <a:pt x="6791609" y="391636"/>
                </a:lnTo>
                <a:lnTo>
                  <a:pt x="6760121" y="395573"/>
                </a:lnTo>
                <a:lnTo>
                  <a:pt x="6758153" y="403445"/>
                </a:lnTo>
                <a:lnTo>
                  <a:pt x="6732569" y="407382"/>
                </a:lnTo>
                <a:lnTo>
                  <a:pt x="6718792" y="411316"/>
                </a:lnTo>
                <a:lnTo>
                  <a:pt x="6705016" y="421156"/>
                </a:lnTo>
                <a:lnTo>
                  <a:pt x="6673528" y="432965"/>
                </a:lnTo>
                <a:lnTo>
                  <a:pt x="6673528" y="442805"/>
                </a:lnTo>
                <a:lnTo>
                  <a:pt x="6661720" y="444773"/>
                </a:lnTo>
                <a:lnTo>
                  <a:pt x="6661720" y="456582"/>
                </a:lnTo>
                <a:lnTo>
                  <a:pt x="6634168" y="456582"/>
                </a:lnTo>
                <a:lnTo>
                  <a:pt x="6628264" y="466421"/>
                </a:lnTo>
                <a:lnTo>
                  <a:pt x="6616456" y="466421"/>
                </a:lnTo>
                <a:lnTo>
                  <a:pt x="6616456" y="480201"/>
                </a:lnTo>
                <a:lnTo>
                  <a:pt x="6604647" y="488071"/>
                </a:lnTo>
                <a:lnTo>
                  <a:pt x="6596775" y="488071"/>
                </a:lnTo>
                <a:lnTo>
                  <a:pt x="6592839" y="509721"/>
                </a:lnTo>
                <a:lnTo>
                  <a:pt x="6565287" y="541206"/>
                </a:lnTo>
                <a:lnTo>
                  <a:pt x="6541671" y="535301"/>
                </a:lnTo>
                <a:lnTo>
                  <a:pt x="6537735" y="531365"/>
                </a:lnTo>
                <a:lnTo>
                  <a:pt x="6504278" y="533334"/>
                </a:lnTo>
                <a:lnTo>
                  <a:pt x="6502310" y="525462"/>
                </a:lnTo>
                <a:lnTo>
                  <a:pt x="6514119" y="517592"/>
                </a:lnTo>
                <a:lnTo>
                  <a:pt x="6529863" y="513653"/>
                </a:lnTo>
                <a:lnTo>
                  <a:pt x="6527895" y="509721"/>
                </a:lnTo>
                <a:lnTo>
                  <a:pt x="6496406" y="515622"/>
                </a:lnTo>
                <a:lnTo>
                  <a:pt x="6478694" y="505782"/>
                </a:lnTo>
                <a:lnTo>
                  <a:pt x="6484598" y="499880"/>
                </a:lnTo>
                <a:lnTo>
                  <a:pt x="6502310" y="499880"/>
                </a:lnTo>
                <a:lnTo>
                  <a:pt x="6506247" y="488071"/>
                </a:lnTo>
                <a:lnTo>
                  <a:pt x="6516087" y="484134"/>
                </a:lnTo>
                <a:lnTo>
                  <a:pt x="6520023" y="486103"/>
                </a:lnTo>
                <a:lnTo>
                  <a:pt x="6531831" y="488071"/>
                </a:lnTo>
                <a:lnTo>
                  <a:pt x="6535767" y="488071"/>
                </a:lnTo>
                <a:lnTo>
                  <a:pt x="6539703" y="488071"/>
                </a:lnTo>
                <a:lnTo>
                  <a:pt x="6541671" y="486103"/>
                </a:lnTo>
                <a:lnTo>
                  <a:pt x="6529863" y="474293"/>
                </a:lnTo>
                <a:lnTo>
                  <a:pt x="6533799" y="466421"/>
                </a:lnTo>
                <a:lnTo>
                  <a:pt x="6551511" y="464453"/>
                </a:lnTo>
                <a:lnTo>
                  <a:pt x="6539703" y="456582"/>
                </a:lnTo>
                <a:lnTo>
                  <a:pt x="6547575" y="452645"/>
                </a:lnTo>
                <a:lnTo>
                  <a:pt x="6555447" y="448712"/>
                </a:lnTo>
                <a:lnTo>
                  <a:pt x="6539703" y="442805"/>
                </a:lnTo>
                <a:lnTo>
                  <a:pt x="6537735" y="429031"/>
                </a:lnTo>
                <a:lnTo>
                  <a:pt x="6529863" y="425093"/>
                </a:lnTo>
                <a:lnTo>
                  <a:pt x="6541671" y="423124"/>
                </a:lnTo>
                <a:lnTo>
                  <a:pt x="6557415" y="425093"/>
                </a:lnTo>
                <a:lnTo>
                  <a:pt x="6577095" y="419191"/>
                </a:lnTo>
                <a:lnTo>
                  <a:pt x="6577095" y="413284"/>
                </a:lnTo>
                <a:lnTo>
                  <a:pt x="6598743" y="413284"/>
                </a:lnTo>
                <a:lnTo>
                  <a:pt x="6608583" y="397542"/>
                </a:lnTo>
                <a:lnTo>
                  <a:pt x="6620392" y="397542"/>
                </a:lnTo>
                <a:lnTo>
                  <a:pt x="6620392" y="391636"/>
                </a:lnTo>
                <a:lnTo>
                  <a:pt x="6644008" y="387702"/>
                </a:lnTo>
                <a:lnTo>
                  <a:pt x="6661720" y="377862"/>
                </a:lnTo>
                <a:lnTo>
                  <a:pt x="6679432" y="375894"/>
                </a:lnTo>
                <a:lnTo>
                  <a:pt x="6679432" y="381796"/>
                </a:lnTo>
                <a:lnTo>
                  <a:pt x="6695176" y="379832"/>
                </a:lnTo>
                <a:lnTo>
                  <a:pt x="6681400" y="373924"/>
                </a:lnTo>
                <a:lnTo>
                  <a:pt x="6691240" y="366053"/>
                </a:lnTo>
                <a:lnTo>
                  <a:pt x="6720760" y="366053"/>
                </a:lnTo>
                <a:lnTo>
                  <a:pt x="6724696" y="371956"/>
                </a:lnTo>
                <a:lnTo>
                  <a:pt x="6754217" y="364084"/>
                </a:lnTo>
                <a:lnTo>
                  <a:pt x="6825065" y="350309"/>
                </a:lnTo>
                <a:lnTo>
                  <a:pt x="6829001" y="336534"/>
                </a:lnTo>
                <a:lnTo>
                  <a:pt x="6850650" y="334564"/>
                </a:lnTo>
                <a:close/>
                <a:moveTo>
                  <a:pt x="7482383" y="320788"/>
                </a:moveTo>
                <a:lnTo>
                  <a:pt x="7484351" y="322755"/>
                </a:lnTo>
                <a:lnTo>
                  <a:pt x="7480415" y="328662"/>
                </a:lnTo>
                <a:lnTo>
                  <a:pt x="7476479" y="328662"/>
                </a:lnTo>
                <a:lnTo>
                  <a:pt x="7476479" y="322755"/>
                </a:lnTo>
                <a:close/>
                <a:moveTo>
                  <a:pt x="7704769" y="318822"/>
                </a:moveTo>
                <a:lnTo>
                  <a:pt x="7704769" y="324724"/>
                </a:lnTo>
                <a:lnTo>
                  <a:pt x="7679185" y="330627"/>
                </a:lnTo>
                <a:lnTo>
                  <a:pt x="7667377" y="328662"/>
                </a:lnTo>
                <a:lnTo>
                  <a:pt x="7669345" y="322755"/>
                </a:lnTo>
                <a:close/>
                <a:moveTo>
                  <a:pt x="8015716" y="308982"/>
                </a:moveTo>
                <a:lnTo>
                  <a:pt x="8023588" y="310947"/>
                </a:lnTo>
                <a:lnTo>
                  <a:pt x="8017684" y="318822"/>
                </a:lnTo>
                <a:lnTo>
                  <a:pt x="8003908" y="318822"/>
                </a:lnTo>
                <a:lnTo>
                  <a:pt x="8007844" y="314884"/>
                </a:lnTo>
                <a:close/>
                <a:moveTo>
                  <a:pt x="7505999" y="308982"/>
                </a:moveTo>
                <a:lnTo>
                  <a:pt x="7511903" y="314884"/>
                </a:lnTo>
                <a:lnTo>
                  <a:pt x="7500095" y="320788"/>
                </a:lnTo>
                <a:lnTo>
                  <a:pt x="7488287" y="314884"/>
                </a:lnTo>
                <a:lnTo>
                  <a:pt x="7490255" y="310947"/>
                </a:lnTo>
                <a:close/>
                <a:moveTo>
                  <a:pt x="8001940" y="301108"/>
                </a:moveTo>
                <a:lnTo>
                  <a:pt x="8001940" y="305044"/>
                </a:lnTo>
                <a:lnTo>
                  <a:pt x="7988164" y="305044"/>
                </a:lnTo>
                <a:lnTo>
                  <a:pt x="7988164" y="303076"/>
                </a:lnTo>
                <a:close/>
                <a:moveTo>
                  <a:pt x="7289518" y="301108"/>
                </a:moveTo>
                <a:lnTo>
                  <a:pt x="7303294" y="301108"/>
                </a:lnTo>
                <a:lnTo>
                  <a:pt x="7305262" y="307013"/>
                </a:lnTo>
                <a:lnTo>
                  <a:pt x="7295422" y="305044"/>
                </a:lnTo>
                <a:close/>
                <a:moveTo>
                  <a:pt x="7917315" y="289302"/>
                </a:moveTo>
                <a:lnTo>
                  <a:pt x="7948803" y="299143"/>
                </a:lnTo>
                <a:lnTo>
                  <a:pt x="7966516" y="295204"/>
                </a:lnTo>
                <a:lnTo>
                  <a:pt x="7976356" y="305044"/>
                </a:lnTo>
                <a:lnTo>
                  <a:pt x="7960612" y="316854"/>
                </a:lnTo>
                <a:lnTo>
                  <a:pt x="7929123" y="318822"/>
                </a:lnTo>
                <a:lnTo>
                  <a:pt x="7929123" y="322756"/>
                </a:lnTo>
                <a:lnTo>
                  <a:pt x="7956676" y="324724"/>
                </a:lnTo>
                <a:lnTo>
                  <a:pt x="7956676" y="332597"/>
                </a:lnTo>
                <a:lnTo>
                  <a:pt x="7968484" y="334564"/>
                </a:lnTo>
                <a:lnTo>
                  <a:pt x="7982260" y="326694"/>
                </a:lnTo>
                <a:lnTo>
                  <a:pt x="8003908" y="330629"/>
                </a:lnTo>
                <a:lnTo>
                  <a:pt x="7999972" y="342436"/>
                </a:lnTo>
                <a:lnTo>
                  <a:pt x="7978324" y="352276"/>
                </a:lnTo>
                <a:lnTo>
                  <a:pt x="7994068" y="356213"/>
                </a:lnTo>
                <a:lnTo>
                  <a:pt x="8019652" y="354244"/>
                </a:lnTo>
                <a:lnTo>
                  <a:pt x="8027524" y="348343"/>
                </a:lnTo>
                <a:lnTo>
                  <a:pt x="8106245" y="342436"/>
                </a:lnTo>
                <a:lnTo>
                  <a:pt x="8118053" y="348343"/>
                </a:lnTo>
                <a:lnTo>
                  <a:pt x="8129861" y="350309"/>
                </a:lnTo>
                <a:lnTo>
                  <a:pt x="8159381" y="366053"/>
                </a:lnTo>
                <a:lnTo>
                  <a:pt x="8153477" y="373924"/>
                </a:lnTo>
                <a:lnTo>
                  <a:pt x="8159381" y="375894"/>
                </a:lnTo>
                <a:lnTo>
                  <a:pt x="8175125" y="366053"/>
                </a:lnTo>
                <a:lnTo>
                  <a:pt x="8186934" y="368022"/>
                </a:lnTo>
                <a:lnTo>
                  <a:pt x="8184966" y="383765"/>
                </a:lnTo>
                <a:lnTo>
                  <a:pt x="8194806" y="385733"/>
                </a:lnTo>
                <a:lnTo>
                  <a:pt x="8194806" y="401477"/>
                </a:lnTo>
                <a:lnTo>
                  <a:pt x="8171189" y="397542"/>
                </a:lnTo>
                <a:lnTo>
                  <a:pt x="8159381" y="387702"/>
                </a:lnTo>
                <a:lnTo>
                  <a:pt x="8153477" y="387702"/>
                </a:lnTo>
                <a:lnTo>
                  <a:pt x="8153477" y="391636"/>
                </a:lnTo>
                <a:lnTo>
                  <a:pt x="8157413" y="399512"/>
                </a:lnTo>
                <a:lnTo>
                  <a:pt x="8186934" y="411316"/>
                </a:lnTo>
                <a:lnTo>
                  <a:pt x="8173157" y="425093"/>
                </a:lnTo>
                <a:lnTo>
                  <a:pt x="8147573" y="442805"/>
                </a:lnTo>
                <a:lnTo>
                  <a:pt x="8145605" y="452645"/>
                </a:lnTo>
                <a:lnTo>
                  <a:pt x="8121989" y="452645"/>
                </a:lnTo>
                <a:lnTo>
                  <a:pt x="8084597" y="476262"/>
                </a:lnTo>
                <a:lnTo>
                  <a:pt x="8082629" y="484134"/>
                </a:lnTo>
                <a:lnTo>
                  <a:pt x="8070821" y="486103"/>
                </a:lnTo>
                <a:lnTo>
                  <a:pt x="8043269" y="497911"/>
                </a:lnTo>
                <a:lnTo>
                  <a:pt x="8027524" y="515622"/>
                </a:lnTo>
                <a:lnTo>
                  <a:pt x="8007844" y="515622"/>
                </a:lnTo>
                <a:lnTo>
                  <a:pt x="7994068" y="519560"/>
                </a:lnTo>
                <a:lnTo>
                  <a:pt x="7994068" y="533334"/>
                </a:lnTo>
                <a:lnTo>
                  <a:pt x="7982260" y="533334"/>
                </a:lnTo>
                <a:lnTo>
                  <a:pt x="7968484" y="541206"/>
                </a:lnTo>
                <a:lnTo>
                  <a:pt x="7968484" y="554982"/>
                </a:lnTo>
                <a:lnTo>
                  <a:pt x="7946835" y="568760"/>
                </a:lnTo>
                <a:lnTo>
                  <a:pt x="7964548" y="568760"/>
                </a:lnTo>
                <a:lnTo>
                  <a:pt x="7990132" y="558920"/>
                </a:lnTo>
                <a:lnTo>
                  <a:pt x="7994068" y="547111"/>
                </a:lnTo>
                <a:lnTo>
                  <a:pt x="8027524" y="547111"/>
                </a:lnTo>
                <a:lnTo>
                  <a:pt x="8027524" y="541206"/>
                </a:lnTo>
                <a:lnTo>
                  <a:pt x="8043269" y="533334"/>
                </a:lnTo>
                <a:lnTo>
                  <a:pt x="8059013" y="533334"/>
                </a:lnTo>
                <a:lnTo>
                  <a:pt x="8066885" y="529400"/>
                </a:lnTo>
                <a:lnTo>
                  <a:pt x="8084597" y="529400"/>
                </a:lnTo>
                <a:lnTo>
                  <a:pt x="8106245" y="509721"/>
                </a:lnTo>
                <a:lnTo>
                  <a:pt x="8090501" y="513654"/>
                </a:lnTo>
                <a:lnTo>
                  <a:pt x="8076725" y="513654"/>
                </a:lnTo>
                <a:lnTo>
                  <a:pt x="8072789" y="503813"/>
                </a:lnTo>
                <a:lnTo>
                  <a:pt x="8088533" y="493973"/>
                </a:lnTo>
                <a:lnTo>
                  <a:pt x="8106245" y="497911"/>
                </a:lnTo>
                <a:lnTo>
                  <a:pt x="8125925" y="493973"/>
                </a:lnTo>
                <a:lnTo>
                  <a:pt x="8123957" y="507751"/>
                </a:lnTo>
                <a:lnTo>
                  <a:pt x="8149541" y="513654"/>
                </a:lnTo>
                <a:lnTo>
                  <a:pt x="8167253" y="511686"/>
                </a:lnTo>
                <a:lnTo>
                  <a:pt x="8167253" y="497911"/>
                </a:lnTo>
                <a:lnTo>
                  <a:pt x="8182998" y="501846"/>
                </a:lnTo>
                <a:lnTo>
                  <a:pt x="8188902" y="509721"/>
                </a:lnTo>
                <a:lnTo>
                  <a:pt x="8184966" y="517592"/>
                </a:lnTo>
                <a:lnTo>
                  <a:pt x="8173157" y="525462"/>
                </a:lnTo>
                <a:lnTo>
                  <a:pt x="8179062" y="533334"/>
                </a:lnTo>
                <a:lnTo>
                  <a:pt x="8194806" y="531366"/>
                </a:lnTo>
                <a:lnTo>
                  <a:pt x="8196774" y="519560"/>
                </a:lnTo>
                <a:lnTo>
                  <a:pt x="8245974" y="511686"/>
                </a:lnTo>
                <a:lnTo>
                  <a:pt x="8267623" y="515622"/>
                </a:lnTo>
                <a:lnTo>
                  <a:pt x="8312887" y="517592"/>
                </a:lnTo>
                <a:lnTo>
                  <a:pt x="8340439" y="519560"/>
                </a:lnTo>
                <a:lnTo>
                  <a:pt x="8344375" y="525462"/>
                </a:lnTo>
                <a:lnTo>
                  <a:pt x="8326663" y="527431"/>
                </a:lnTo>
                <a:lnTo>
                  <a:pt x="8318791" y="529400"/>
                </a:lnTo>
                <a:lnTo>
                  <a:pt x="8318791" y="541206"/>
                </a:lnTo>
                <a:lnTo>
                  <a:pt x="8373895" y="554982"/>
                </a:lnTo>
                <a:lnTo>
                  <a:pt x="8383735" y="551046"/>
                </a:lnTo>
                <a:lnTo>
                  <a:pt x="8399479" y="551046"/>
                </a:lnTo>
                <a:lnTo>
                  <a:pt x="8423096" y="558920"/>
                </a:lnTo>
                <a:lnTo>
                  <a:pt x="8440808" y="558920"/>
                </a:lnTo>
                <a:lnTo>
                  <a:pt x="8450648" y="549081"/>
                </a:lnTo>
                <a:lnTo>
                  <a:pt x="8462456" y="549081"/>
                </a:lnTo>
                <a:lnTo>
                  <a:pt x="8474264" y="547111"/>
                </a:lnTo>
                <a:lnTo>
                  <a:pt x="8474264" y="531366"/>
                </a:lnTo>
                <a:lnTo>
                  <a:pt x="8468360" y="525462"/>
                </a:lnTo>
                <a:lnTo>
                  <a:pt x="8468360" y="515622"/>
                </a:lnTo>
                <a:lnTo>
                  <a:pt x="8472296" y="511686"/>
                </a:lnTo>
                <a:lnTo>
                  <a:pt x="8484104" y="513654"/>
                </a:lnTo>
                <a:lnTo>
                  <a:pt x="8490009" y="509721"/>
                </a:lnTo>
                <a:lnTo>
                  <a:pt x="8519529" y="515622"/>
                </a:lnTo>
                <a:lnTo>
                  <a:pt x="8517561" y="521526"/>
                </a:lnTo>
                <a:lnTo>
                  <a:pt x="8531337" y="529400"/>
                </a:lnTo>
                <a:lnTo>
                  <a:pt x="8549049" y="521526"/>
                </a:lnTo>
                <a:lnTo>
                  <a:pt x="8566761" y="535301"/>
                </a:lnTo>
                <a:lnTo>
                  <a:pt x="8584473" y="525462"/>
                </a:lnTo>
                <a:lnTo>
                  <a:pt x="8598249" y="529400"/>
                </a:lnTo>
                <a:lnTo>
                  <a:pt x="8627769" y="554982"/>
                </a:lnTo>
                <a:lnTo>
                  <a:pt x="8627769" y="564822"/>
                </a:lnTo>
                <a:lnTo>
                  <a:pt x="8643514" y="568760"/>
                </a:lnTo>
                <a:lnTo>
                  <a:pt x="8629738" y="580570"/>
                </a:lnTo>
                <a:lnTo>
                  <a:pt x="8610057" y="576630"/>
                </a:lnTo>
                <a:lnTo>
                  <a:pt x="8610057" y="582534"/>
                </a:lnTo>
                <a:lnTo>
                  <a:pt x="8617929" y="586471"/>
                </a:lnTo>
                <a:lnTo>
                  <a:pt x="8641546" y="590410"/>
                </a:lnTo>
                <a:lnTo>
                  <a:pt x="8639578" y="606151"/>
                </a:lnTo>
                <a:lnTo>
                  <a:pt x="8627769" y="606151"/>
                </a:lnTo>
                <a:lnTo>
                  <a:pt x="8608089" y="598280"/>
                </a:lnTo>
                <a:lnTo>
                  <a:pt x="8610057" y="610089"/>
                </a:lnTo>
                <a:lnTo>
                  <a:pt x="8621865" y="619929"/>
                </a:lnTo>
                <a:lnTo>
                  <a:pt x="8629738" y="614022"/>
                </a:lnTo>
                <a:lnTo>
                  <a:pt x="8639578" y="623863"/>
                </a:lnTo>
                <a:lnTo>
                  <a:pt x="8629738" y="627800"/>
                </a:lnTo>
                <a:lnTo>
                  <a:pt x="8635642" y="639610"/>
                </a:lnTo>
                <a:lnTo>
                  <a:pt x="8694682" y="673063"/>
                </a:lnTo>
                <a:lnTo>
                  <a:pt x="8708458" y="661255"/>
                </a:lnTo>
                <a:lnTo>
                  <a:pt x="8718299" y="631734"/>
                </a:lnTo>
                <a:lnTo>
                  <a:pt x="8734043" y="614022"/>
                </a:lnTo>
                <a:lnTo>
                  <a:pt x="8741915" y="623863"/>
                </a:lnTo>
                <a:lnTo>
                  <a:pt x="8767499" y="639610"/>
                </a:lnTo>
                <a:lnTo>
                  <a:pt x="8789147" y="641575"/>
                </a:lnTo>
                <a:lnTo>
                  <a:pt x="8816699" y="629769"/>
                </a:lnTo>
                <a:lnTo>
                  <a:pt x="8850155" y="631734"/>
                </a:lnTo>
                <a:lnTo>
                  <a:pt x="8875740" y="647479"/>
                </a:lnTo>
                <a:lnTo>
                  <a:pt x="8891484" y="647479"/>
                </a:lnTo>
                <a:lnTo>
                  <a:pt x="8893452" y="633702"/>
                </a:lnTo>
                <a:lnTo>
                  <a:pt x="8903292" y="625831"/>
                </a:lnTo>
                <a:lnTo>
                  <a:pt x="8917068" y="629769"/>
                </a:lnTo>
                <a:lnTo>
                  <a:pt x="8921004" y="639610"/>
                </a:lnTo>
                <a:lnTo>
                  <a:pt x="8946589" y="631734"/>
                </a:lnTo>
                <a:lnTo>
                  <a:pt x="8934780" y="619929"/>
                </a:lnTo>
                <a:lnTo>
                  <a:pt x="8938717" y="600249"/>
                </a:lnTo>
                <a:lnTo>
                  <a:pt x="8946589" y="594343"/>
                </a:lnTo>
                <a:lnTo>
                  <a:pt x="8921004" y="594343"/>
                </a:lnTo>
                <a:lnTo>
                  <a:pt x="8924940" y="580570"/>
                </a:lnTo>
                <a:lnTo>
                  <a:pt x="8934780" y="582534"/>
                </a:lnTo>
                <a:lnTo>
                  <a:pt x="8952493" y="582534"/>
                </a:lnTo>
                <a:lnTo>
                  <a:pt x="8974141" y="572695"/>
                </a:lnTo>
                <a:lnTo>
                  <a:pt x="8970205" y="564822"/>
                </a:lnTo>
                <a:lnTo>
                  <a:pt x="8972173" y="560890"/>
                </a:lnTo>
                <a:lnTo>
                  <a:pt x="8980045" y="562854"/>
                </a:lnTo>
                <a:lnTo>
                  <a:pt x="8985949" y="566791"/>
                </a:lnTo>
                <a:lnTo>
                  <a:pt x="9007597" y="566791"/>
                </a:lnTo>
                <a:lnTo>
                  <a:pt x="9043021" y="572695"/>
                </a:lnTo>
                <a:lnTo>
                  <a:pt x="9070573" y="574662"/>
                </a:lnTo>
                <a:lnTo>
                  <a:pt x="9125678" y="590410"/>
                </a:lnTo>
                <a:lnTo>
                  <a:pt x="9098126" y="586471"/>
                </a:lnTo>
                <a:lnTo>
                  <a:pt x="9070573" y="586471"/>
                </a:lnTo>
                <a:lnTo>
                  <a:pt x="9058765" y="596312"/>
                </a:lnTo>
                <a:lnTo>
                  <a:pt x="9068605" y="600249"/>
                </a:lnTo>
                <a:lnTo>
                  <a:pt x="9102062" y="598280"/>
                </a:lnTo>
                <a:lnTo>
                  <a:pt x="9098126" y="612054"/>
                </a:lnTo>
                <a:lnTo>
                  <a:pt x="9076477" y="612054"/>
                </a:lnTo>
                <a:lnTo>
                  <a:pt x="9082382" y="627800"/>
                </a:lnTo>
                <a:lnTo>
                  <a:pt x="9111902" y="623863"/>
                </a:lnTo>
                <a:lnTo>
                  <a:pt x="9135518" y="612054"/>
                </a:lnTo>
                <a:lnTo>
                  <a:pt x="9151262" y="594343"/>
                </a:lnTo>
                <a:lnTo>
                  <a:pt x="9194559" y="594343"/>
                </a:lnTo>
                <a:lnTo>
                  <a:pt x="9216207" y="604182"/>
                </a:lnTo>
                <a:lnTo>
                  <a:pt x="9229983" y="606151"/>
                </a:lnTo>
                <a:lnTo>
                  <a:pt x="9228015" y="621895"/>
                </a:lnTo>
                <a:lnTo>
                  <a:pt x="9214239" y="615991"/>
                </a:lnTo>
                <a:lnTo>
                  <a:pt x="9202431" y="615991"/>
                </a:lnTo>
                <a:lnTo>
                  <a:pt x="9206367" y="625831"/>
                </a:lnTo>
                <a:lnTo>
                  <a:pt x="9231951" y="629769"/>
                </a:lnTo>
                <a:lnTo>
                  <a:pt x="9261471" y="641575"/>
                </a:lnTo>
                <a:lnTo>
                  <a:pt x="9285087" y="655351"/>
                </a:lnTo>
                <a:lnTo>
                  <a:pt x="9287055" y="663223"/>
                </a:lnTo>
                <a:lnTo>
                  <a:pt x="9304768" y="673063"/>
                </a:lnTo>
                <a:lnTo>
                  <a:pt x="9340192" y="669129"/>
                </a:lnTo>
                <a:lnTo>
                  <a:pt x="9391361" y="655351"/>
                </a:lnTo>
                <a:lnTo>
                  <a:pt x="9420881" y="653383"/>
                </a:lnTo>
                <a:lnTo>
                  <a:pt x="9450401" y="659289"/>
                </a:lnTo>
                <a:lnTo>
                  <a:pt x="9470081" y="661255"/>
                </a:lnTo>
                <a:lnTo>
                  <a:pt x="9507473" y="676999"/>
                </a:lnTo>
                <a:lnTo>
                  <a:pt x="9511409" y="696680"/>
                </a:lnTo>
                <a:lnTo>
                  <a:pt x="9499601" y="708486"/>
                </a:lnTo>
                <a:lnTo>
                  <a:pt x="9503537" y="720294"/>
                </a:lnTo>
                <a:lnTo>
                  <a:pt x="9523217" y="732102"/>
                </a:lnTo>
                <a:lnTo>
                  <a:pt x="9531090" y="728166"/>
                </a:lnTo>
                <a:lnTo>
                  <a:pt x="9538962" y="732102"/>
                </a:lnTo>
                <a:lnTo>
                  <a:pt x="9544866" y="732102"/>
                </a:lnTo>
                <a:lnTo>
                  <a:pt x="9554706" y="732102"/>
                </a:lnTo>
                <a:lnTo>
                  <a:pt x="9560610" y="732102"/>
                </a:lnTo>
                <a:lnTo>
                  <a:pt x="9572418" y="732102"/>
                </a:lnTo>
                <a:lnTo>
                  <a:pt x="9590130" y="722262"/>
                </a:lnTo>
                <a:lnTo>
                  <a:pt x="9607842" y="728166"/>
                </a:lnTo>
                <a:lnTo>
                  <a:pt x="9621619" y="720294"/>
                </a:lnTo>
                <a:lnTo>
                  <a:pt x="9649171" y="732102"/>
                </a:lnTo>
                <a:lnTo>
                  <a:pt x="9706243" y="736038"/>
                </a:lnTo>
                <a:lnTo>
                  <a:pt x="9725923" y="722262"/>
                </a:lnTo>
                <a:lnTo>
                  <a:pt x="9733795" y="732102"/>
                </a:lnTo>
                <a:lnTo>
                  <a:pt x="9747571" y="747846"/>
                </a:lnTo>
                <a:lnTo>
                  <a:pt x="9773156" y="751782"/>
                </a:lnTo>
                <a:lnTo>
                  <a:pt x="9777092" y="765558"/>
                </a:lnTo>
                <a:lnTo>
                  <a:pt x="9816452" y="765558"/>
                </a:lnTo>
                <a:lnTo>
                  <a:pt x="9824324" y="747846"/>
                </a:lnTo>
                <a:lnTo>
                  <a:pt x="9792836" y="732102"/>
                </a:lnTo>
                <a:lnTo>
                  <a:pt x="9794804" y="722262"/>
                </a:lnTo>
                <a:lnTo>
                  <a:pt x="9802676" y="720294"/>
                </a:lnTo>
                <a:lnTo>
                  <a:pt x="9810548" y="718326"/>
                </a:lnTo>
                <a:lnTo>
                  <a:pt x="9798740" y="710454"/>
                </a:lnTo>
                <a:lnTo>
                  <a:pt x="9808580" y="704549"/>
                </a:lnTo>
                <a:lnTo>
                  <a:pt x="9871557" y="716358"/>
                </a:lnTo>
                <a:lnTo>
                  <a:pt x="9887301" y="718326"/>
                </a:lnTo>
                <a:lnTo>
                  <a:pt x="9899109" y="716358"/>
                </a:lnTo>
                <a:lnTo>
                  <a:pt x="9920757" y="718326"/>
                </a:lnTo>
                <a:lnTo>
                  <a:pt x="9938469" y="718326"/>
                </a:lnTo>
                <a:lnTo>
                  <a:pt x="9952245" y="720294"/>
                </a:lnTo>
                <a:lnTo>
                  <a:pt x="9958149" y="720294"/>
                </a:lnTo>
                <a:lnTo>
                  <a:pt x="9993573" y="732102"/>
                </a:lnTo>
                <a:lnTo>
                  <a:pt x="10007350" y="732102"/>
                </a:lnTo>
                <a:lnTo>
                  <a:pt x="10028998" y="739974"/>
                </a:lnTo>
                <a:lnTo>
                  <a:pt x="10046710" y="741942"/>
                </a:lnTo>
                <a:lnTo>
                  <a:pt x="10072295" y="755718"/>
                </a:lnTo>
                <a:lnTo>
                  <a:pt x="10072295" y="765558"/>
                </a:lnTo>
                <a:lnTo>
                  <a:pt x="10093943" y="765558"/>
                </a:lnTo>
                <a:lnTo>
                  <a:pt x="10107719" y="771462"/>
                </a:lnTo>
                <a:lnTo>
                  <a:pt x="10107719" y="779334"/>
                </a:lnTo>
                <a:lnTo>
                  <a:pt x="10147079" y="797046"/>
                </a:lnTo>
                <a:lnTo>
                  <a:pt x="10164791" y="800982"/>
                </a:lnTo>
                <a:lnTo>
                  <a:pt x="10164791" y="806886"/>
                </a:lnTo>
                <a:lnTo>
                  <a:pt x="10178567" y="810822"/>
                </a:lnTo>
                <a:lnTo>
                  <a:pt x="10178567" y="818694"/>
                </a:lnTo>
                <a:lnTo>
                  <a:pt x="10194311" y="816726"/>
                </a:lnTo>
                <a:lnTo>
                  <a:pt x="10219895" y="834439"/>
                </a:lnTo>
                <a:lnTo>
                  <a:pt x="10223832" y="852151"/>
                </a:lnTo>
                <a:lnTo>
                  <a:pt x="10212023" y="861991"/>
                </a:lnTo>
                <a:lnTo>
                  <a:pt x="10237608" y="877735"/>
                </a:lnTo>
                <a:lnTo>
                  <a:pt x="10243512" y="869863"/>
                </a:lnTo>
                <a:lnTo>
                  <a:pt x="10235640" y="865927"/>
                </a:lnTo>
                <a:lnTo>
                  <a:pt x="10237608" y="858055"/>
                </a:lnTo>
                <a:lnTo>
                  <a:pt x="10233672" y="844279"/>
                </a:lnTo>
                <a:lnTo>
                  <a:pt x="10259256" y="844279"/>
                </a:lnTo>
                <a:lnTo>
                  <a:pt x="10275000" y="848215"/>
                </a:lnTo>
                <a:lnTo>
                  <a:pt x="10292713" y="846247"/>
                </a:lnTo>
                <a:lnTo>
                  <a:pt x="10328137" y="869863"/>
                </a:lnTo>
                <a:lnTo>
                  <a:pt x="10361593" y="889543"/>
                </a:lnTo>
                <a:lnTo>
                  <a:pt x="10355689" y="901351"/>
                </a:lnTo>
                <a:lnTo>
                  <a:pt x="10337977" y="903319"/>
                </a:lnTo>
                <a:lnTo>
                  <a:pt x="10336009" y="919063"/>
                </a:lnTo>
                <a:lnTo>
                  <a:pt x="10328137" y="928903"/>
                </a:lnTo>
                <a:lnTo>
                  <a:pt x="10290745" y="936775"/>
                </a:lnTo>
                <a:lnTo>
                  <a:pt x="10286809" y="946616"/>
                </a:lnTo>
                <a:lnTo>
                  <a:pt x="10280905" y="954488"/>
                </a:lnTo>
                <a:lnTo>
                  <a:pt x="10290745" y="964328"/>
                </a:lnTo>
                <a:lnTo>
                  <a:pt x="10271064" y="980072"/>
                </a:lnTo>
                <a:lnTo>
                  <a:pt x="10271064" y="995816"/>
                </a:lnTo>
                <a:lnTo>
                  <a:pt x="10284841" y="1007624"/>
                </a:lnTo>
                <a:lnTo>
                  <a:pt x="10257288" y="1019432"/>
                </a:lnTo>
                <a:lnTo>
                  <a:pt x="10241544" y="1009592"/>
                </a:lnTo>
                <a:lnTo>
                  <a:pt x="10227768" y="989912"/>
                </a:lnTo>
                <a:lnTo>
                  <a:pt x="10213991" y="980072"/>
                </a:lnTo>
                <a:lnTo>
                  <a:pt x="10190375" y="984008"/>
                </a:lnTo>
                <a:lnTo>
                  <a:pt x="10188407" y="950552"/>
                </a:lnTo>
                <a:lnTo>
                  <a:pt x="10180535" y="942680"/>
                </a:lnTo>
                <a:lnTo>
                  <a:pt x="10160855" y="934807"/>
                </a:lnTo>
                <a:lnTo>
                  <a:pt x="10141175" y="936775"/>
                </a:lnTo>
                <a:lnTo>
                  <a:pt x="10119527" y="940712"/>
                </a:lnTo>
                <a:lnTo>
                  <a:pt x="10111655" y="928903"/>
                </a:lnTo>
                <a:lnTo>
                  <a:pt x="10113623" y="907255"/>
                </a:lnTo>
                <a:lnTo>
                  <a:pt x="10115591" y="895447"/>
                </a:lnTo>
                <a:lnTo>
                  <a:pt x="10113623" y="881671"/>
                </a:lnTo>
                <a:lnTo>
                  <a:pt x="10099847" y="889543"/>
                </a:lnTo>
                <a:lnTo>
                  <a:pt x="10093943" y="885607"/>
                </a:lnTo>
                <a:lnTo>
                  <a:pt x="10076231" y="895447"/>
                </a:lnTo>
                <a:lnTo>
                  <a:pt x="10086071" y="926935"/>
                </a:lnTo>
                <a:lnTo>
                  <a:pt x="10093943" y="942680"/>
                </a:lnTo>
                <a:lnTo>
                  <a:pt x="10072295" y="968264"/>
                </a:lnTo>
                <a:lnTo>
                  <a:pt x="10062455" y="974168"/>
                </a:lnTo>
                <a:lnTo>
                  <a:pt x="10050646" y="989912"/>
                </a:lnTo>
                <a:lnTo>
                  <a:pt x="10013254" y="991880"/>
                </a:lnTo>
                <a:lnTo>
                  <a:pt x="10005382" y="978104"/>
                </a:lnTo>
                <a:lnTo>
                  <a:pt x="9991605" y="962360"/>
                </a:lnTo>
                <a:lnTo>
                  <a:pt x="9981765" y="968264"/>
                </a:lnTo>
                <a:lnTo>
                  <a:pt x="9991605" y="980072"/>
                </a:lnTo>
                <a:lnTo>
                  <a:pt x="9987669" y="987944"/>
                </a:lnTo>
                <a:lnTo>
                  <a:pt x="9981765" y="976136"/>
                </a:lnTo>
                <a:lnTo>
                  <a:pt x="9967989" y="976136"/>
                </a:lnTo>
                <a:lnTo>
                  <a:pt x="9973893" y="993848"/>
                </a:lnTo>
                <a:lnTo>
                  <a:pt x="9991605" y="997784"/>
                </a:lnTo>
                <a:lnTo>
                  <a:pt x="10001446" y="1005656"/>
                </a:lnTo>
                <a:lnTo>
                  <a:pt x="10019158" y="1019432"/>
                </a:lnTo>
                <a:lnTo>
                  <a:pt x="10021126" y="1007624"/>
                </a:lnTo>
                <a:lnTo>
                  <a:pt x="10032934" y="1009592"/>
                </a:lnTo>
                <a:lnTo>
                  <a:pt x="10030966" y="1023368"/>
                </a:lnTo>
                <a:lnTo>
                  <a:pt x="10042774" y="1029272"/>
                </a:lnTo>
                <a:lnTo>
                  <a:pt x="10042774" y="1064697"/>
                </a:lnTo>
                <a:lnTo>
                  <a:pt x="10052615" y="1074537"/>
                </a:lnTo>
                <a:lnTo>
                  <a:pt x="10054583" y="1102089"/>
                </a:lnTo>
                <a:lnTo>
                  <a:pt x="10062455" y="1107993"/>
                </a:lnTo>
                <a:lnTo>
                  <a:pt x="10054583" y="1127673"/>
                </a:lnTo>
                <a:lnTo>
                  <a:pt x="10052615" y="1139481"/>
                </a:lnTo>
                <a:lnTo>
                  <a:pt x="10025062" y="1135545"/>
                </a:lnTo>
                <a:lnTo>
                  <a:pt x="10011286" y="1123737"/>
                </a:lnTo>
                <a:lnTo>
                  <a:pt x="9979797" y="1129641"/>
                </a:lnTo>
                <a:lnTo>
                  <a:pt x="9967989" y="1149321"/>
                </a:lnTo>
                <a:lnTo>
                  <a:pt x="9932565" y="1155225"/>
                </a:lnTo>
                <a:lnTo>
                  <a:pt x="9910917" y="1174906"/>
                </a:lnTo>
                <a:lnTo>
                  <a:pt x="9893205" y="1176874"/>
                </a:lnTo>
                <a:lnTo>
                  <a:pt x="9891237" y="1182778"/>
                </a:lnTo>
                <a:lnTo>
                  <a:pt x="9877461" y="1198522"/>
                </a:lnTo>
                <a:lnTo>
                  <a:pt x="9863685" y="1202458"/>
                </a:lnTo>
                <a:lnTo>
                  <a:pt x="9855813" y="1218202"/>
                </a:lnTo>
                <a:lnTo>
                  <a:pt x="9826292" y="1233946"/>
                </a:lnTo>
                <a:lnTo>
                  <a:pt x="9808580" y="1253626"/>
                </a:lnTo>
                <a:lnTo>
                  <a:pt x="9802676" y="1267402"/>
                </a:lnTo>
                <a:lnTo>
                  <a:pt x="9790868" y="1277242"/>
                </a:lnTo>
                <a:lnTo>
                  <a:pt x="9786932" y="1261498"/>
                </a:lnTo>
                <a:lnTo>
                  <a:pt x="9781028" y="1247722"/>
                </a:lnTo>
                <a:lnTo>
                  <a:pt x="9755443" y="1233946"/>
                </a:lnTo>
                <a:lnTo>
                  <a:pt x="9704275" y="1255594"/>
                </a:lnTo>
                <a:lnTo>
                  <a:pt x="9694435" y="1281178"/>
                </a:lnTo>
                <a:lnTo>
                  <a:pt x="9678691" y="1292987"/>
                </a:lnTo>
                <a:lnTo>
                  <a:pt x="9678691" y="1271338"/>
                </a:lnTo>
                <a:lnTo>
                  <a:pt x="9688531" y="1251658"/>
                </a:lnTo>
                <a:lnTo>
                  <a:pt x="9684595" y="1245754"/>
                </a:lnTo>
                <a:lnTo>
                  <a:pt x="9670819" y="1259530"/>
                </a:lnTo>
                <a:lnTo>
                  <a:pt x="9657043" y="1267402"/>
                </a:lnTo>
                <a:lnTo>
                  <a:pt x="9649171" y="1283146"/>
                </a:lnTo>
                <a:lnTo>
                  <a:pt x="9637363" y="1277242"/>
                </a:lnTo>
                <a:lnTo>
                  <a:pt x="9623587" y="1273306"/>
                </a:lnTo>
                <a:lnTo>
                  <a:pt x="9603906" y="1294955"/>
                </a:lnTo>
                <a:lnTo>
                  <a:pt x="9599970" y="1320539"/>
                </a:lnTo>
                <a:lnTo>
                  <a:pt x="9582258" y="1346123"/>
                </a:lnTo>
                <a:lnTo>
                  <a:pt x="9572418" y="1348091"/>
                </a:lnTo>
                <a:lnTo>
                  <a:pt x="9564546" y="1379579"/>
                </a:lnTo>
                <a:lnTo>
                  <a:pt x="9578322" y="1393355"/>
                </a:lnTo>
                <a:lnTo>
                  <a:pt x="9582258" y="1383515"/>
                </a:lnTo>
                <a:lnTo>
                  <a:pt x="9601938" y="1393355"/>
                </a:lnTo>
                <a:lnTo>
                  <a:pt x="9605874" y="1401227"/>
                </a:lnTo>
                <a:lnTo>
                  <a:pt x="9586194" y="1418940"/>
                </a:lnTo>
                <a:lnTo>
                  <a:pt x="9588162" y="1440588"/>
                </a:lnTo>
                <a:lnTo>
                  <a:pt x="9601938" y="1446492"/>
                </a:lnTo>
                <a:lnTo>
                  <a:pt x="9607842" y="1476012"/>
                </a:lnTo>
                <a:lnTo>
                  <a:pt x="9601938" y="1483884"/>
                </a:lnTo>
                <a:lnTo>
                  <a:pt x="9588162" y="1483884"/>
                </a:lnTo>
                <a:lnTo>
                  <a:pt x="9588162" y="1462236"/>
                </a:lnTo>
                <a:lnTo>
                  <a:pt x="9568482" y="1483884"/>
                </a:lnTo>
                <a:lnTo>
                  <a:pt x="9556674" y="1515372"/>
                </a:lnTo>
                <a:lnTo>
                  <a:pt x="9560610" y="1523245"/>
                </a:lnTo>
                <a:lnTo>
                  <a:pt x="9570450" y="1537021"/>
                </a:lnTo>
                <a:lnTo>
                  <a:pt x="9560610" y="1556701"/>
                </a:lnTo>
                <a:lnTo>
                  <a:pt x="9548802" y="1560637"/>
                </a:lnTo>
                <a:lnTo>
                  <a:pt x="9544866" y="1552765"/>
                </a:lnTo>
                <a:lnTo>
                  <a:pt x="9507473" y="1582285"/>
                </a:lnTo>
                <a:lnTo>
                  <a:pt x="9513377" y="1617709"/>
                </a:lnTo>
                <a:lnTo>
                  <a:pt x="9509441" y="1629517"/>
                </a:lnTo>
                <a:lnTo>
                  <a:pt x="9493697" y="1621645"/>
                </a:lnTo>
                <a:lnTo>
                  <a:pt x="9475985" y="1629517"/>
                </a:lnTo>
                <a:lnTo>
                  <a:pt x="9470081" y="1653134"/>
                </a:lnTo>
                <a:lnTo>
                  <a:pt x="9466145" y="1668878"/>
                </a:lnTo>
                <a:lnTo>
                  <a:pt x="9420881" y="1727918"/>
                </a:lnTo>
                <a:lnTo>
                  <a:pt x="9411041" y="1729886"/>
                </a:lnTo>
                <a:lnTo>
                  <a:pt x="9414977" y="1722014"/>
                </a:lnTo>
                <a:lnTo>
                  <a:pt x="9407105" y="1702334"/>
                </a:lnTo>
                <a:lnTo>
                  <a:pt x="9411041" y="1678718"/>
                </a:lnTo>
                <a:lnTo>
                  <a:pt x="9405137" y="1653134"/>
                </a:lnTo>
                <a:lnTo>
                  <a:pt x="9397265" y="1607869"/>
                </a:lnTo>
                <a:lnTo>
                  <a:pt x="9391361" y="1590157"/>
                </a:lnTo>
                <a:lnTo>
                  <a:pt x="9387424" y="1566541"/>
                </a:lnTo>
                <a:lnTo>
                  <a:pt x="9383488" y="1517340"/>
                </a:lnTo>
                <a:lnTo>
                  <a:pt x="9387424" y="1468140"/>
                </a:lnTo>
                <a:lnTo>
                  <a:pt x="9407105" y="1442556"/>
                </a:lnTo>
                <a:lnTo>
                  <a:pt x="9414977" y="1432716"/>
                </a:lnTo>
                <a:lnTo>
                  <a:pt x="9416945" y="1389419"/>
                </a:lnTo>
                <a:lnTo>
                  <a:pt x="9442529" y="1389419"/>
                </a:lnTo>
                <a:lnTo>
                  <a:pt x="9450401" y="1377611"/>
                </a:lnTo>
                <a:lnTo>
                  <a:pt x="9462209" y="1371707"/>
                </a:lnTo>
                <a:lnTo>
                  <a:pt x="9479921" y="1357931"/>
                </a:lnTo>
                <a:lnTo>
                  <a:pt x="9479921" y="1346123"/>
                </a:lnTo>
                <a:lnTo>
                  <a:pt x="9511409" y="1320539"/>
                </a:lnTo>
                <a:lnTo>
                  <a:pt x="9513377" y="1298891"/>
                </a:lnTo>
                <a:lnTo>
                  <a:pt x="9529121" y="1296923"/>
                </a:lnTo>
                <a:lnTo>
                  <a:pt x="9556674" y="1261498"/>
                </a:lnTo>
                <a:lnTo>
                  <a:pt x="9562578" y="1245754"/>
                </a:lnTo>
                <a:lnTo>
                  <a:pt x="9607842" y="1228042"/>
                </a:lnTo>
                <a:lnTo>
                  <a:pt x="9609810" y="1212298"/>
                </a:lnTo>
                <a:lnTo>
                  <a:pt x="9615715" y="1204426"/>
                </a:lnTo>
                <a:lnTo>
                  <a:pt x="9617683" y="1182778"/>
                </a:lnTo>
                <a:lnTo>
                  <a:pt x="9619651" y="1170970"/>
                </a:lnTo>
                <a:lnTo>
                  <a:pt x="9623587" y="1157193"/>
                </a:lnTo>
                <a:lnTo>
                  <a:pt x="9631459" y="1135545"/>
                </a:lnTo>
                <a:lnTo>
                  <a:pt x="9649171" y="1127673"/>
                </a:lnTo>
                <a:lnTo>
                  <a:pt x="9633427" y="1109961"/>
                </a:lnTo>
                <a:lnTo>
                  <a:pt x="9605874" y="1121769"/>
                </a:lnTo>
                <a:lnTo>
                  <a:pt x="9590130" y="1159161"/>
                </a:lnTo>
                <a:lnTo>
                  <a:pt x="9596034" y="1169001"/>
                </a:lnTo>
                <a:lnTo>
                  <a:pt x="9592098" y="1182778"/>
                </a:lnTo>
                <a:lnTo>
                  <a:pt x="9568482" y="1182778"/>
                </a:lnTo>
                <a:lnTo>
                  <a:pt x="9562578" y="1190650"/>
                </a:lnTo>
                <a:lnTo>
                  <a:pt x="9535026" y="1214266"/>
                </a:lnTo>
                <a:lnTo>
                  <a:pt x="9527153" y="1235914"/>
                </a:lnTo>
                <a:lnTo>
                  <a:pt x="9513377" y="1235914"/>
                </a:lnTo>
                <a:lnTo>
                  <a:pt x="9513377" y="1216234"/>
                </a:lnTo>
                <a:lnTo>
                  <a:pt x="9507473" y="1214266"/>
                </a:lnTo>
                <a:lnTo>
                  <a:pt x="9499601" y="1204426"/>
                </a:lnTo>
                <a:lnTo>
                  <a:pt x="9513377" y="1188682"/>
                </a:lnTo>
                <a:lnTo>
                  <a:pt x="9515345" y="1182778"/>
                </a:lnTo>
                <a:lnTo>
                  <a:pt x="9519281" y="1169001"/>
                </a:lnTo>
                <a:lnTo>
                  <a:pt x="9507473" y="1159161"/>
                </a:lnTo>
                <a:lnTo>
                  <a:pt x="9499601" y="1169001"/>
                </a:lnTo>
                <a:lnTo>
                  <a:pt x="9493697" y="1170970"/>
                </a:lnTo>
                <a:lnTo>
                  <a:pt x="9477953" y="1159161"/>
                </a:lnTo>
                <a:lnTo>
                  <a:pt x="9466145" y="1170970"/>
                </a:lnTo>
                <a:lnTo>
                  <a:pt x="9430721" y="1170970"/>
                </a:lnTo>
                <a:lnTo>
                  <a:pt x="9416945" y="1182778"/>
                </a:lnTo>
                <a:lnTo>
                  <a:pt x="9411041" y="1186714"/>
                </a:lnTo>
                <a:lnTo>
                  <a:pt x="9414977" y="1204426"/>
                </a:lnTo>
                <a:lnTo>
                  <a:pt x="9385456" y="1230010"/>
                </a:lnTo>
                <a:lnTo>
                  <a:pt x="9385456" y="1239850"/>
                </a:lnTo>
                <a:lnTo>
                  <a:pt x="9367744" y="1255594"/>
                </a:lnTo>
                <a:lnTo>
                  <a:pt x="9355936" y="1271338"/>
                </a:lnTo>
                <a:lnTo>
                  <a:pt x="9344128" y="1281178"/>
                </a:lnTo>
                <a:lnTo>
                  <a:pt x="9346096" y="1298891"/>
                </a:lnTo>
                <a:lnTo>
                  <a:pt x="9359872" y="1294955"/>
                </a:lnTo>
                <a:lnTo>
                  <a:pt x="9369712" y="1300859"/>
                </a:lnTo>
                <a:lnTo>
                  <a:pt x="9369712" y="1316603"/>
                </a:lnTo>
                <a:lnTo>
                  <a:pt x="9350032" y="1320539"/>
                </a:lnTo>
                <a:lnTo>
                  <a:pt x="9346096" y="1332347"/>
                </a:lnTo>
                <a:lnTo>
                  <a:pt x="9336256" y="1332347"/>
                </a:lnTo>
                <a:lnTo>
                  <a:pt x="9324448" y="1316603"/>
                </a:lnTo>
                <a:lnTo>
                  <a:pt x="9302799" y="1332347"/>
                </a:lnTo>
                <a:lnTo>
                  <a:pt x="9287055" y="1328411"/>
                </a:lnTo>
                <a:lnTo>
                  <a:pt x="9273279" y="1334315"/>
                </a:lnTo>
                <a:lnTo>
                  <a:pt x="9263439" y="1328411"/>
                </a:lnTo>
                <a:lnTo>
                  <a:pt x="9269343" y="1318571"/>
                </a:lnTo>
                <a:lnTo>
                  <a:pt x="9279183" y="1312667"/>
                </a:lnTo>
                <a:lnTo>
                  <a:pt x="9273279" y="1298891"/>
                </a:lnTo>
                <a:lnTo>
                  <a:pt x="9239823" y="1296923"/>
                </a:lnTo>
                <a:lnTo>
                  <a:pt x="9222111" y="1294955"/>
                </a:lnTo>
                <a:lnTo>
                  <a:pt x="9202431" y="1294955"/>
                </a:lnTo>
                <a:lnTo>
                  <a:pt x="9188655" y="1318571"/>
                </a:lnTo>
                <a:lnTo>
                  <a:pt x="9178815" y="1312667"/>
                </a:lnTo>
                <a:lnTo>
                  <a:pt x="9147326" y="1318571"/>
                </a:lnTo>
                <a:lnTo>
                  <a:pt x="9135518" y="1310699"/>
                </a:lnTo>
                <a:lnTo>
                  <a:pt x="9125678" y="1324475"/>
                </a:lnTo>
                <a:lnTo>
                  <a:pt x="9111902" y="1328411"/>
                </a:lnTo>
                <a:lnTo>
                  <a:pt x="9104030" y="1318571"/>
                </a:lnTo>
                <a:lnTo>
                  <a:pt x="9111902" y="1308731"/>
                </a:lnTo>
                <a:lnTo>
                  <a:pt x="9084350" y="1308731"/>
                </a:lnTo>
                <a:lnTo>
                  <a:pt x="9068605" y="1312667"/>
                </a:lnTo>
                <a:lnTo>
                  <a:pt x="9046957" y="1312667"/>
                </a:lnTo>
                <a:lnTo>
                  <a:pt x="9021373" y="1316603"/>
                </a:lnTo>
                <a:lnTo>
                  <a:pt x="8995789" y="1334315"/>
                </a:lnTo>
                <a:lnTo>
                  <a:pt x="8989885" y="1352027"/>
                </a:lnTo>
                <a:lnTo>
                  <a:pt x="8960365" y="1379579"/>
                </a:lnTo>
                <a:lnTo>
                  <a:pt x="8954461" y="1393355"/>
                </a:lnTo>
                <a:lnTo>
                  <a:pt x="8928876" y="1422876"/>
                </a:lnTo>
                <a:lnTo>
                  <a:pt x="8897388" y="1444524"/>
                </a:lnTo>
                <a:lnTo>
                  <a:pt x="8895420" y="1458300"/>
                </a:lnTo>
                <a:lnTo>
                  <a:pt x="8873772" y="1485852"/>
                </a:lnTo>
                <a:lnTo>
                  <a:pt x="8865900" y="1497660"/>
                </a:lnTo>
                <a:lnTo>
                  <a:pt x="8842283" y="1515372"/>
                </a:lnTo>
                <a:lnTo>
                  <a:pt x="8826539" y="1531117"/>
                </a:lnTo>
                <a:lnTo>
                  <a:pt x="8804891" y="1537021"/>
                </a:lnTo>
                <a:lnTo>
                  <a:pt x="8802923" y="1544893"/>
                </a:lnTo>
                <a:lnTo>
                  <a:pt x="8818667" y="1554733"/>
                </a:lnTo>
                <a:lnTo>
                  <a:pt x="8830475" y="1552765"/>
                </a:lnTo>
                <a:lnTo>
                  <a:pt x="8850155" y="1558669"/>
                </a:lnTo>
                <a:lnTo>
                  <a:pt x="8852123" y="1594093"/>
                </a:lnTo>
                <a:lnTo>
                  <a:pt x="8861964" y="1582285"/>
                </a:lnTo>
                <a:lnTo>
                  <a:pt x="8873772" y="1574413"/>
                </a:lnTo>
                <a:lnTo>
                  <a:pt x="8879676" y="1588189"/>
                </a:lnTo>
                <a:lnTo>
                  <a:pt x="8875740" y="1601965"/>
                </a:lnTo>
                <a:lnTo>
                  <a:pt x="8877708" y="1607869"/>
                </a:lnTo>
                <a:lnTo>
                  <a:pt x="8891484" y="1601965"/>
                </a:lnTo>
                <a:lnTo>
                  <a:pt x="8903292" y="1599997"/>
                </a:lnTo>
                <a:lnTo>
                  <a:pt x="8911164" y="1572445"/>
                </a:lnTo>
                <a:lnTo>
                  <a:pt x="8944621" y="1580317"/>
                </a:lnTo>
                <a:lnTo>
                  <a:pt x="8954461" y="1598029"/>
                </a:lnTo>
                <a:lnTo>
                  <a:pt x="8968237" y="1611805"/>
                </a:lnTo>
                <a:lnTo>
                  <a:pt x="8976109" y="1631485"/>
                </a:lnTo>
                <a:lnTo>
                  <a:pt x="8976109" y="1641326"/>
                </a:lnTo>
                <a:lnTo>
                  <a:pt x="8962333" y="1635422"/>
                </a:lnTo>
                <a:lnTo>
                  <a:pt x="8964301" y="1645262"/>
                </a:lnTo>
                <a:lnTo>
                  <a:pt x="8980045" y="1657070"/>
                </a:lnTo>
                <a:lnTo>
                  <a:pt x="8980045" y="1682654"/>
                </a:lnTo>
                <a:lnTo>
                  <a:pt x="8958397" y="1716110"/>
                </a:lnTo>
                <a:lnTo>
                  <a:pt x="8954461" y="1749567"/>
                </a:lnTo>
                <a:lnTo>
                  <a:pt x="8958397" y="1763343"/>
                </a:lnTo>
                <a:lnTo>
                  <a:pt x="8954461" y="1792863"/>
                </a:lnTo>
                <a:lnTo>
                  <a:pt x="8954461" y="1808607"/>
                </a:lnTo>
                <a:lnTo>
                  <a:pt x="8940685" y="1847968"/>
                </a:lnTo>
                <a:lnTo>
                  <a:pt x="8930844" y="1859776"/>
                </a:lnTo>
                <a:lnTo>
                  <a:pt x="8903292" y="1889296"/>
                </a:lnTo>
                <a:lnTo>
                  <a:pt x="8889516" y="1916848"/>
                </a:lnTo>
                <a:lnTo>
                  <a:pt x="8883612" y="1946369"/>
                </a:lnTo>
                <a:lnTo>
                  <a:pt x="8859996" y="1969985"/>
                </a:lnTo>
                <a:lnTo>
                  <a:pt x="8834411" y="1995569"/>
                </a:lnTo>
                <a:lnTo>
                  <a:pt x="8804891" y="2046737"/>
                </a:lnTo>
                <a:lnTo>
                  <a:pt x="8773403" y="2054610"/>
                </a:lnTo>
                <a:lnTo>
                  <a:pt x="8759627" y="2068386"/>
                </a:lnTo>
                <a:lnTo>
                  <a:pt x="8751755" y="2064450"/>
                </a:lnTo>
                <a:lnTo>
                  <a:pt x="8734043" y="2062482"/>
                </a:lnTo>
                <a:lnTo>
                  <a:pt x="8730107" y="2054610"/>
                </a:lnTo>
                <a:lnTo>
                  <a:pt x="8716331" y="2048705"/>
                </a:lnTo>
                <a:lnTo>
                  <a:pt x="8706490" y="2054610"/>
                </a:lnTo>
                <a:lnTo>
                  <a:pt x="8702554" y="2068386"/>
                </a:lnTo>
                <a:lnTo>
                  <a:pt x="8682874" y="2074290"/>
                </a:lnTo>
                <a:lnTo>
                  <a:pt x="8677960" y="2071341"/>
                </a:lnTo>
                <a:lnTo>
                  <a:pt x="8680907" y="2074288"/>
                </a:lnTo>
                <a:lnTo>
                  <a:pt x="8661227" y="2092000"/>
                </a:lnTo>
                <a:lnTo>
                  <a:pt x="8655323" y="2111681"/>
                </a:lnTo>
                <a:lnTo>
                  <a:pt x="8655323" y="2127425"/>
                </a:lnTo>
                <a:lnTo>
                  <a:pt x="8635643" y="2153009"/>
                </a:lnTo>
                <a:lnTo>
                  <a:pt x="8610058" y="2168753"/>
                </a:lnTo>
                <a:lnTo>
                  <a:pt x="8590378" y="2172689"/>
                </a:lnTo>
                <a:lnTo>
                  <a:pt x="8586442" y="2180561"/>
                </a:lnTo>
                <a:lnTo>
                  <a:pt x="8586442" y="2200242"/>
                </a:lnTo>
                <a:lnTo>
                  <a:pt x="8598250" y="2204178"/>
                </a:lnTo>
                <a:lnTo>
                  <a:pt x="8615962" y="2217954"/>
                </a:lnTo>
                <a:lnTo>
                  <a:pt x="8615961" y="2217954"/>
                </a:lnTo>
                <a:lnTo>
                  <a:pt x="8619897" y="2231729"/>
                </a:lnTo>
                <a:lnTo>
                  <a:pt x="8635641" y="2259281"/>
                </a:lnTo>
                <a:lnTo>
                  <a:pt x="8635641" y="2280930"/>
                </a:lnTo>
                <a:lnTo>
                  <a:pt x="8643513" y="2316354"/>
                </a:lnTo>
                <a:lnTo>
                  <a:pt x="8639577" y="2326194"/>
                </a:lnTo>
                <a:lnTo>
                  <a:pt x="8635641" y="2334066"/>
                </a:lnTo>
                <a:lnTo>
                  <a:pt x="8631705" y="2341938"/>
                </a:lnTo>
                <a:lnTo>
                  <a:pt x="8619897" y="2345874"/>
                </a:lnTo>
                <a:lnTo>
                  <a:pt x="8610057" y="2353746"/>
                </a:lnTo>
                <a:lnTo>
                  <a:pt x="8598249" y="2357682"/>
                </a:lnTo>
                <a:lnTo>
                  <a:pt x="8580536" y="2365554"/>
                </a:lnTo>
                <a:lnTo>
                  <a:pt x="8572664" y="2367522"/>
                </a:lnTo>
                <a:lnTo>
                  <a:pt x="8560856" y="2367522"/>
                </a:lnTo>
                <a:lnTo>
                  <a:pt x="8549048" y="2349810"/>
                </a:lnTo>
                <a:lnTo>
                  <a:pt x="8556920" y="2345874"/>
                </a:lnTo>
                <a:lnTo>
                  <a:pt x="8560856" y="2330130"/>
                </a:lnTo>
                <a:lnTo>
                  <a:pt x="8560856" y="2320290"/>
                </a:lnTo>
                <a:lnTo>
                  <a:pt x="8556920" y="2292738"/>
                </a:lnTo>
                <a:lnTo>
                  <a:pt x="8552984" y="2280930"/>
                </a:lnTo>
                <a:lnTo>
                  <a:pt x="8560856" y="2273057"/>
                </a:lnTo>
                <a:lnTo>
                  <a:pt x="8564792" y="2259281"/>
                </a:lnTo>
                <a:lnTo>
                  <a:pt x="8554403" y="2251489"/>
                </a:lnTo>
                <a:lnTo>
                  <a:pt x="8552986" y="2253378"/>
                </a:lnTo>
                <a:lnTo>
                  <a:pt x="8549050" y="2249442"/>
                </a:lnTo>
                <a:lnTo>
                  <a:pt x="8533305" y="2253378"/>
                </a:lnTo>
                <a:lnTo>
                  <a:pt x="8519529" y="2253378"/>
                </a:lnTo>
                <a:lnTo>
                  <a:pt x="8507721" y="2241570"/>
                </a:lnTo>
                <a:lnTo>
                  <a:pt x="8525433" y="2221890"/>
                </a:lnTo>
                <a:lnTo>
                  <a:pt x="8523465" y="2206146"/>
                </a:lnTo>
                <a:lnTo>
                  <a:pt x="8525433" y="2192370"/>
                </a:lnTo>
                <a:lnTo>
                  <a:pt x="8511657" y="2188433"/>
                </a:lnTo>
                <a:lnTo>
                  <a:pt x="8503785" y="2184497"/>
                </a:lnTo>
                <a:lnTo>
                  <a:pt x="8495913" y="2180561"/>
                </a:lnTo>
                <a:lnTo>
                  <a:pt x="8507721" y="2153009"/>
                </a:lnTo>
                <a:lnTo>
                  <a:pt x="8545114" y="2139233"/>
                </a:lnTo>
                <a:lnTo>
                  <a:pt x="8568730" y="2099873"/>
                </a:lnTo>
                <a:lnTo>
                  <a:pt x="8545114" y="2137265"/>
                </a:lnTo>
                <a:lnTo>
                  <a:pt x="8507721" y="2153009"/>
                </a:lnTo>
                <a:lnTo>
                  <a:pt x="8495913" y="2178593"/>
                </a:lnTo>
                <a:lnTo>
                  <a:pt x="8474265" y="2182529"/>
                </a:lnTo>
                <a:lnTo>
                  <a:pt x="8442777" y="2202210"/>
                </a:lnTo>
                <a:lnTo>
                  <a:pt x="8421129" y="2210082"/>
                </a:lnTo>
                <a:lnTo>
                  <a:pt x="8423097" y="2198274"/>
                </a:lnTo>
                <a:lnTo>
                  <a:pt x="8409320" y="2190402"/>
                </a:lnTo>
                <a:lnTo>
                  <a:pt x="8430969" y="2164817"/>
                </a:lnTo>
                <a:lnTo>
                  <a:pt x="8427033" y="2145137"/>
                </a:lnTo>
                <a:lnTo>
                  <a:pt x="8405384" y="2141201"/>
                </a:lnTo>
                <a:lnTo>
                  <a:pt x="8381768" y="2164817"/>
                </a:lnTo>
                <a:lnTo>
                  <a:pt x="8360120" y="2170721"/>
                </a:lnTo>
                <a:lnTo>
                  <a:pt x="8356184" y="2182529"/>
                </a:lnTo>
                <a:lnTo>
                  <a:pt x="8344376" y="2194338"/>
                </a:lnTo>
                <a:lnTo>
                  <a:pt x="8344376" y="2202210"/>
                </a:lnTo>
                <a:lnTo>
                  <a:pt x="8336504" y="2206146"/>
                </a:lnTo>
                <a:lnTo>
                  <a:pt x="8316823" y="2210082"/>
                </a:lnTo>
                <a:lnTo>
                  <a:pt x="8310919" y="2223858"/>
                </a:lnTo>
                <a:lnTo>
                  <a:pt x="8320760" y="2247474"/>
                </a:lnTo>
                <a:lnTo>
                  <a:pt x="8344376" y="2251410"/>
                </a:lnTo>
                <a:lnTo>
                  <a:pt x="8344376" y="2271090"/>
                </a:lnTo>
                <a:lnTo>
                  <a:pt x="8360120" y="2271090"/>
                </a:lnTo>
                <a:lnTo>
                  <a:pt x="8389640" y="2255346"/>
                </a:lnTo>
                <a:lnTo>
                  <a:pt x="8397512" y="2251410"/>
                </a:lnTo>
                <a:lnTo>
                  <a:pt x="8409320" y="2259282"/>
                </a:lnTo>
                <a:lnTo>
                  <a:pt x="8442777" y="2263218"/>
                </a:lnTo>
                <a:lnTo>
                  <a:pt x="8446713" y="2273058"/>
                </a:lnTo>
                <a:lnTo>
                  <a:pt x="8442777" y="2280930"/>
                </a:lnTo>
                <a:lnTo>
                  <a:pt x="8427033" y="2280930"/>
                </a:lnTo>
                <a:lnTo>
                  <a:pt x="8417193" y="2284866"/>
                </a:lnTo>
                <a:lnTo>
                  <a:pt x="8417193" y="2292738"/>
                </a:lnTo>
                <a:lnTo>
                  <a:pt x="8401448" y="2308483"/>
                </a:lnTo>
                <a:lnTo>
                  <a:pt x="8389640" y="2308483"/>
                </a:lnTo>
                <a:lnTo>
                  <a:pt x="8381768" y="2300611"/>
                </a:lnTo>
                <a:lnTo>
                  <a:pt x="8369960" y="2312419"/>
                </a:lnTo>
                <a:lnTo>
                  <a:pt x="8369960" y="2320291"/>
                </a:lnTo>
                <a:lnTo>
                  <a:pt x="8356184" y="2330131"/>
                </a:lnTo>
                <a:lnTo>
                  <a:pt x="8352248" y="2345875"/>
                </a:lnTo>
                <a:lnTo>
                  <a:pt x="8366024" y="2361619"/>
                </a:lnTo>
                <a:lnTo>
                  <a:pt x="8385704" y="2367523"/>
                </a:lnTo>
                <a:lnTo>
                  <a:pt x="8389640" y="2387203"/>
                </a:lnTo>
                <a:lnTo>
                  <a:pt x="8401448" y="2399011"/>
                </a:lnTo>
                <a:lnTo>
                  <a:pt x="8401448" y="2420660"/>
                </a:lnTo>
                <a:lnTo>
                  <a:pt x="8417193" y="2432468"/>
                </a:lnTo>
                <a:lnTo>
                  <a:pt x="8423097" y="2448212"/>
                </a:lnTo>
                <a:lnTo>
                  <a:pt x="8423097" y="2456084"/>
                </a:lnTo>
                <a:lnTo>
                  <a:pt x="8413256" y="2456084"/>
                </a:lnTo>
                <a:lnTo>
                  <a:pt x="8423097" y="2465924"/>
                </a:lnTo>
                <a:lnTo>
                  <a:pt x="8427033" y="2481668"/>
                </a:lnTo>
                <a:lnTo>
                  <a:pt x="8417193" y="2485604"/>
                </a:lnTo>
                <a:lnTo>
                  <a:pt x="8397512" y="2497412"/>
                </a:lnTo>
                <a:lnTo>
                  <a:pt x="8397512" y="2509220"/>
                </a:lnTo>
                <a:lnTo>
                  <a:pt x="8401448" y="2513156"/>
                </a:lnTo>
                <a:lnTo>
                  <a:pt x="8417193" y="2505284"/>
                </a:lnTo>
                <a:lnTo>
                  <a:pt x="8423097" y="2513156"/>
                </a:lnTo>
                <a:lnTo>
                  <a:pt x="8427033" y="2530869"/>
                </a:lnTo>
                <a:lnTo>
                  <a:pt x="8417193" y="2546613"/>
                </a:lnTo>
                <a:lnTo>
                  <a:pt x="8417193" y="2562357"/>
                </a:lnTo>
                <a:lnTo>
                  <a:pt x="8413256" y="2568261"/>
                </a:lnTo>
                <a:lnTo>
                  <a:pt x="8401448" y="2576133"/>
                </a:lnTo>
                <a:lnTo>
                  <a:pt x="8397512" y="2587941"/>
                </a:lnTo>
                <a:lnTo>
                  <a:pt x="8377832" y="2605653"/>
                </a:lnTo>
                <a:lnTo>
                  <a:pt x="8377832" y="2619429"/>
                </a:lnTo>
                <a:lnTo>
                  <a:pt x="8366024" y="2625333"/>
                </a:lnTo>
                <a:lnTo>
                  <a:pt x="8366024" y="2654854"/>
                </a:lnTo>
                <a:lnTo>
                  <a:pt x="8352248" y="2662726"/>
                </a:lnTo>
                <a:lnTo>
                  <a:pt x="8344376" y="2672566"/>
                </a:lnTo>
                <a:lnTo>
                  <a:pt x="8332568" y="2676502"/>
                </a:lnTo>
                <a:lnTo>
                  <a:pt x="8316823" y="2688310"/>
                </a:lnTo>
                <a:lnTo>
                  <a:pt x="8316823" y="2704054"/>
                </a:lnTo>
                <a:lnTo>
                  <a:pt x="8287303" y="2715862"/>
                </a:lnTo>
                <a:lnTo>
                  <a:pt x="8283367" y="2729638"/>
                </a:lnTo>
                <a:lnTo>
                  <a:pt x="8267623" y="2729638"/>
                </a:lnTo>
                <a:lnTo>
                  <a:pt x="8253847" y="2745383"/>
                </a:lnTo>
                <a:lnTo>
                  <a:pt x="8238103" y="2745383"/>
                </a:lnTo>
                <a:lnTo>
                  <a:pt x="8214487" y="2757191"/>
                </a:lnTo>
                <a:lnTo>
                  <a:pt x="8204647" y="2749319"/>
                </a:lnTo>
                <a:lnTo>
                  <a:pt x="8204647" y="2741447"/>
                </a:lnTo>
                <a:lnTo>
                  <a:pt x="8196775" y="2737511"/>
                </a:lnTo>
                <a:lnTo>
                  <a:pt x="8184966" y="2741447"/>
                </a:lnTo>
                <a:lnTo>
                  <a:pt x="8177094" y="2761127"/>
                </a:lnTo>
                <a:lnTo>
                  <a:pt x="8159382" y="2774903"/>
                </a:lnTo>
                <a:lnTo>
                  <a:pt x="8147574" y="2774903"/>
                </a:lnTo>
                <a:lnTo>
                  <a:pt x="8135766" y="2782775"/>
                </a:lnTo>
                <a:lnTo>
                  <a:pt x="8123958" y="2782775"/>
                </a:lnTo>
                <a:lnTo>
                  <a:pt x="8118054" y="2790647"/>
                </a:lnTo>
                <a:lnTo>
                  <a:pt x="8098374" y="2798519"/>
                </a:lnTo>
                <a:lnTo>
                  <a:pt x="8096406" y="2810327"/>
                </a:lnTo>
                <a:lnTo>
                  <a:pt x="8086565" y="2810327"/>
                </a:lnTo>
                <a:lnTo>
                  <a:pt x="8078693" y="2802455"/>
                </a:lnTo>
                <a:lnTo>
                  <a:pt x="8084597" y="2782775"/>
                </a:lnTo>
                <a:lnTo>
                  <a:pt x="8066885" y="2778839"/>
                </a:lnTo>
                <a:lnTo>
                  <a:pt x="8041301" y="2778839"/>
                </a:lnTo>
                <a:lnTo>
                  <a:pt x="8035397" y="2770967"/>
                </a:lnTo>
                <a:lnTo>
                  <a:pt x="8015717" y="2770967"/>
                </a:lnTo>
                <a:lnTo>
                  <a:pt x="8001941" y="2757191"/>
                </a:lnTo>
                <a:lnTo>
                  <a:pt x="8003909" y="2741447"/>
                </a:lnTo>
                <a:lnTo>
                  <a:pt x="8001941" y="2729638"/>
                </a:lnTo>
                <a:lnTo>
                  <a:pt x="7970452" y="2729638"/>
                </a:lnTo>
                <a:lnTo>
                  <a:pt x="7962659" y="2724679"/>
                </a:lnTo>
                <a:lnTo>
                  <a:pt x="7970452" y="2731606"/>
                </a:lnTo>
                <a:lnTo>
                  <a:pt x="8001940" y="2731606"/>
                </a:lnTo>
                <a:lnTo>
                  <a:pt x="8003908" y="2741446"/>
                </a:lnTo>
                <a:lnTo>
                  <a:pt x="8001940" y="2757190"/>
                </a:lnTo>
                <a:lnTo>
                  <a:pt x="8015716" y="2772935"/>
                </a:lnTo>
                <a:lnTo>
                  <a:pt x="8035397" y="2772935"/>
                </a:lnTo>
                <a:lnTo>
                  <a:pt x="8041301" y="2780807"/>
                </a:lnTo>
                <a:lnTo>
                  <a:pt x="8029493" y="2788679"/>
                </a:lnTo>
                <a:lnTo>
                  <a:pt x="8007844" y="2794583"/>
                </a:lnTo>
                <a:lnTo>
                  <a:pt x="7990132" y="2822135"/>
                </a:lnTo>
                <a:lnTo>
                  <a:pt x="7982260" y="2826071"/>
                </a:lnTo>
                <a:lnTo>
                  <a:pt x="7970452" y="2841815"/>
                </a:lnTo>
                <a:lnTo>
                  <a:pt x="7976356" y="2871336"/>
                </a:lnTo>
                <a:lnTo>
                  <a:pt x="7984228" y="2879208"/>
                </a:lnTo>
                <a:lnTo>
                  <a:pt x="8013748" y="2920536"/>
                </a:lnTo>
                <a:lnTo>
                  <a:pt x="8027525" y="2928408"/>
                </a:lnTo>
                <a:lnTo>
                  <a:pt x="8047205" y="2946120"/>
                </a:lnTo>
                <a:lnTo>
                  <a:pt x="8070821" y="2977609"/>
                </a:lnTo>
                <a:lnTo>
                  <a:pt x="8072789" y="3034681"/>
                </a:lnTo>
                <a:lnTo>
                  <a:pt x="8070821" y="3060265"/>
                </a:lnTo>
                <a:lnTo>
                  <a:pt x="8064917" y="3079945"/>
                </a:lnTo>
                <a:lnTo>
                  <a:pt x="8035397" y="3101594"/>
                </a:lnTo>
                <a:lnTo>
                  <a:pt x="8007844" y="3109466"/>
                </a:lnTo>
                <a:lnTo>
                  <a:pt x="8003908" y="3121274"/>
                </a:lnTo>
                <a:lnTo>
                  <a:pt x="7990132" y="3137018"/>
                </a:lnTo>
                <a:lnTo>
                  <a:pt x="7978324" y="3140954"/>
                </a:lnTo>
                <a:lnTo>
                  <a:pt x="7952740" y="3162602"/>
                </a:lnTo>
                <a:lnTo>
                  <a:pt x="7944868" y="3158666"/>
                </a:lnTo>
                <a:lnTo>
                  <a:pt x="7944868" y="3117338"/>
                </a:lnTo>
                <a:lnTo>
                  <a:pt x="7936996" y="3109466"/>
                </a:lnTo>
                <a:lnTo>
                  <a:pt x="7940932" y="3101594"/>
                </a:lnTo>
                <a:lnTo>
                  <a:pt x="7952740" y="3097658"/>
                </a:lnTo>
                <a:lnTo>
                  <a:pt x="7976356" y="3083882"/>
                </a:lnTo>
                <a:lnTo>
                  <a:pt x="7976356" y="3083881"/>
                </a:lnTo>
                <a:lnTo>
                  <a:pt x="7952740" y="3097657"/>
                </a:lnTo>
                <a:lnTo>
                  <a:pt x="7940931" y="3101593"/>
                </a:lnTo>
                <a:lnTo>
                  <a:pt x="7936995" y="3109465"/>
                </a:lnTo>
                <a:lnTo>
                  <a:pt x="7919283" y="3109465"/>
                </a:lnTo>
                <a:lnTo>
                  <a:pt x="7899603" y="3097657"/>
                </a:lnTo>
                <a:lnTo>
                  <a:pt x="7891731" y="3079945"/>
                </a:lnTo>
                <a:lnTo>
                  <a:pt x="7879923" y="3060265"/>
                </a:lnTo>
                <a:lnTo>
                  <a:pt x="7887795" y="3034681"/>
                </a:lnTo>
                <a:lnTo>
                  <a:pt x="7875987" y="3026809"/>
                </a:lnTo>
                <a:lnTo>
                  <a:pt x="7875987" y="3026809"/>
                </a:lnTo>
                <a:lnTo>
                  <a:pt x="7885827" y="3034681"/>
                </a:lnTo>
                <a:lnTo>
                  <a:pt x="7877955" y="3060266"/>
                </a:lnTo>
                <a:lnTo>
                  <a:pt x="7868115" y="3050425"/>
                </a:lnTo>
                <a:lnTo>
                  <a:pt x="7844499" y="3042553"/>
                </a:lnTo>
                <a:lnTo>
                  <a:pt x="7838595" y="3022873"/>
                </a:lnTo>
                <a:lnTo>
                  <a:pt x="7822851" y="3018937"/>
                </a:lnTo>
                <a:lnTo>
                  <a:pt x="7811043" y="3030745"/>
                </a:lnTo>
                <a:lnTo>
                  <a:pt x="7807107" y="3060266"/>
                </a:lnTo>
                <a:lnTo>
                  <a:pt x="7793330" y="3083882"/>
                </a:lnTo>
                <a:lnTo>
                  <a:pt x="7785458" y="3121274"/>
                </a:lnTo>
                <a:lnTo>
                  <a:pt x="7793330" y="3144890"/>
                </a:lnTo>
                <a:lnTo>
                  <a:pt x="7803171" y="3152762"/>
                </a:lnTo>
                <a:lnTo>
                  <a:pt x="7814979" y="3182283"/>
                </a:lnTo>
                <a:lnTo>
                  <a:pt x="7832691" y="3205899"/>
                </a:lnTo>
                <a:lnTo>
                  <a:pt x="7848435" y="3213771"/>
                </a:lnTo>
                <a:lnTo>
                  <a:pt x="7868115" y="3231483"/>
                </a:lnTo>
                <a:lnTo>
                  <a:pt x="7879176" y="3237804"/>
                </a:lnTo>
                <a:lnTo>
                  <a:pt x="7881892" y="3237386"/>
                </a:lnTo>
                <a:lnTo>
                  <a:pt x="7901572" y="3274779"/>
                </a:lnTo>
                <a:lnTo>
                  <a:pt x="7901572" y="3312171"/>
                </a:lnTo>
                <a:lnTo>
                  <a:pt x="7913380" y="3323979"/>
                </a:lnTo>
                <a:lnTo>
                  <a:pt x="7925188" y="3345627"/>
                </a:lnTo>
                <a:lnTo>
                  <a:pt x="7933060" y="3373179"/>
                </a:lnTo>
                <a:lnTo>
                  <a:pt x="7913380" y="3369243"/>
                </a:lnTo>
                <a:lnTo>
                  <a:pt x="7893700" y="3361371"/>
                </a:lnTo>
                <a:lnTo>
                  <a:pt x="7875988" y="3341691"/>
                </a:lnTo>
                <a:lnTo>
                  <a:pt x="7868115" y="3339723"/>
                </a:lnTo>
                <a:lnTo>
                  <a:pt x="7852371" y="3329883"/>
                </a:lnTo>
                <a:lnTo>
                  <a:pt x="7836627" y="3308235"/>
                </a:lnTo>
                <a:lnTo>
                  <a:pt x="7832691" y="3290523"/>
                </a:lnTo>
                <a:lnTo>
                  <a:pt x="7818915" y="3261003"/>
                </a:lnTo>
                <a:lnTo>
                  <a:pt x="7818915" y="3237386"/>
                </a:lnTo>
                <a:lnTo>
                  <a:pt x="7811044" y="3223611"/>
                </a:lnTo>
                <a:lnTo>
                  <a:pt x="7811043" y="3223611"/>
                </a:lnTo>
                <a:lnTo>
                  <a:pt x="7793330" y="3201963"/>
                </a:lnTo>
                <a:lnTo>
                  <a:pt x="7777586" y="3178347"/>
                </a:lnTo>
                <a:lnTo>
                  <a:pt x="7761842" y="3174411"/>
                </a:lnTo>
                <a:lnTo>
                  <a:pt x="7761842" y="3144890"/>
                </a:lnTo>
                <a:lnTo>
                  <a:pt x="7765778" y="3129146"/>
                </a:lnTo>
                <a:lnTo>
                  <a:pt x="7765778" y="3113402"/>
                </a:lnTo>
                <a:lnTo>
                  <a:pt x="7767745" y="3108976"/>
                </a:lnTo>
                <a:lnTo>
                  <a:pt x="7767745" y="3083882"/>
                </a:lnTo>
                <a:lnTo>
                  <a:pt x="7771681" y="3050426"/>
                </a:lnTo>
                <a:lnTo>
                  <a:pt x="7771681" y="3030745"/>
                </a:lnTo>
                <a:lnTo>
                  <a:pt x="7767745" y="3018937"/>
                </a:lnTo>
                <a:lnTo>
                  <a:pt x="7748065" y="2997289"/>
                </a:lnTo>
                <a:lnTo>
                  <a:pt x="7744129" y="2969737"/>
                </a:lnTo>
                <a:lnTo>
                  <a:pt x="7740193" y="2932345"/>
                </a:lnTo>
                <a:lnTo>
                  <a:pt x="7732321" y="2924473"/>
                </a:lnTo>
                <a:lnTo>
                  <a:pt x="7720513" y="2912664"/>
                </a:lnTo>
                <a:lnTo>
                  <a:pt x="7708705" y="2928409"/>
                </a:lnTo>
                <a:lnTo>
                  <a:pt x="7694929" y="2948089"/>
                </a:lnTo>
                <a:lnTo>
                  <a:pt x="7659505" y="2952025"/>
                </a:lnTo>
                <a:lnTo>
                  <a:pt x="7645729" y="2948089"/>
                </a:lnTo>
                <a:lnTo>
                  <a:pt x="7649665" y="2932345"/>
                </a:lnTo>
                <a:lnTo>
                  <a:pt x="7641793" y="2908728"/>
                </a:lnTo>
                <a:lnTo>
                  <a:pt x="7641793" y="2871336"/>
                </a:lnTo>
                <a:lnTo>
                  <a:pt x="7622113" y="2855592"/>
                </a:lnTo>
                <a:lnTo>
                  <a:pt x="7618177" y="2830008"/>
                </a:lnTo>
                <a:lnTo>
                  <a:pt x="7588656" y="2810327"/>
                </a:lnTo>
                <a:lnTo>
                  <a:pt x="7580784" y="2792615"/>
                </a:lnTo>
                <a:lnTo>
                  <a:pt x="7594560" y="2776871"/>
                </a:lnTo>
                <a:lnTo>
                  <a:pt x="7578817" y="2792614"/>
                </a:lnTo>
                <a:lnTo>
                  <a:pt x="7574881" y="2780806"/>
                </a:lnTo>
                <a:lnTo>
                  <a:pt x="7570945" y="2759158"/>
                </a:lnTo>
                <a:lnTo>
                  <a:pt x="7553233" y="2735542"/>
                </a:lnTo>
                <a:lnTo>
                  <a:pt x="7541425" y="2735542"/>
                </a:lnTo>
                <a:lnTo>
                  <a:pt x="7537489" y="2743414"/>
                </a:lnTo>
                <a:lnTo>
                  <a:pt x="7537489" y="2761126"/>
                </a:lnTo>
                <a:lnTo>
                  <a:pt x="7511905" y="2772934"/>
                </a:lnTo>
                <a:lnTo>
                  <a:pt x="7496160" y="2776870"/>
                </a:lnTo>
                <a:lnTo>
                  <a:pt x="7490256" y="2768998"/>
                </a:lnTo>
                <a:lnTo>
                  <a:pt x="7490256" y="2727670"/>
                </a:lnTo>
                <a:lnTo>
                  <a:pt x="7484352" y="2715862"/>
                </a:lnTo>
                <a:lnTo>
                  <a:pt x="7482384" y="2690278"/>
                </a:lnTo>
                <a:lnTo>
                  <a:pt x="7470576" y="2674533"/>
                </a:lnTo>
                <a:lnTo>
                  <a:pt x="7470576" y="2662726"/>
                </a:lnTo>
                <a:lnTo>
                  <a:pt x="7470575" y="2662726"/>
                </a:lnTo>
                <a:lnTo>
                  <a:pt x="7470575" y="2674534"/>
                </a:lnTo>
                <a:lnTo>
                  <a:pt x="7480415" y="2690278"/>
                </a:lnTo>
                <a:lnTo>
                  <a:pt x="7484351" y="2715862"/>
                </a:lnTo>
                <a:lnTo>
                  <a:pt x="7488287" y="2727670"/>
                </a:lnTo>
                <a:lnTo>
                  <a:pt x="7488287" y="2768999"/>
                </a:lnTo>
                <a:lnTo>
                  <a:pt x="7443023" y="2784743"/>
                </a:lnTo>
                <a:lnTo>
                  <a:pt x="7431215" y="2800487"/>
                </a:lnTo>
                <a:lnTo>
                  <a:pt x="7435151" y="2812295"/>
                </a:lnTo>
                <a:lnTo>
                  <a:pt x="7431215" y="2822135"/>
                </a:lnTo>
                <a:lnTo>
                  <a:pt x="7413503" y="2830007"/>
                </a:lnTo>
                <a:lnTo>
                  <a:pt x="7389886" y="2841815"/>
                </a:lnTo>
                <a:lnTo>
                  <a:pt x="7370206" y="2857560"/>
                </a:lnTo>
                <a:lnTo>
                  <a:pt x="7366270" y="2871336"/>
                </a:lnTo>
                <a:lnTo>
                  <a:pt x="7348558" y="2879208"/>
                </a:lnTo>
                <a:lnTo>
                  <a:pt x="7344622" y="2887080"/>
                </a:lnTo>
                <a:lnTo>
                  <a:pt x="7324942" y="2898888"/>
                </a:lnTo>
                <a:lnTo>
                  <a:pt x="7303294" y="2920536"/>
                </a:lnTo>
                <a:lnTo>
                  <a:pt x="7291486" y="2944152"/>
                </a:lnTo>
                <a:lnTo>
                  <a:pt x="7279677" y="2944152"/>
                </a:lnTo>
                <a:lnTo>
                  <a:pt x="7261965" y="2957928"/>
                </a:lnTo>
                <a:lnTo>
                  <a:pt x="7250157" y="2957928"/>
                </a:lnTo>
                <a:lnTo>
                  <a:pt x="7242285" y="2969736"/>
                </a:lnTo>
                <a:lnTo>
                  <a:pt x="7242285" y="3001225"/>
                </a:lnTo>
                <a:lnTo>
                  <a:pt x="7242285" y="3011065"/>
                </a:lnTo>
                <a:lnTo>
                  <a:pt x="7242285" y="3054361"/>
                </a:lnTo>
                <a:lnTo>
                  <a:pt x="7230477" y="3072073"/>
                </a:lnTo>
                <a:lnTo>
                  <a:pt x="7234413" y="3109466"/>
                </a:lnTo>
                <a:lnTo>
                  <a:pt x="7222605" y="3109466"/>
                </a:lnTo>
                <a:lnTo>
                  <a:pt x="7214733" y="3121274"/>
                </a:lnTo>
                <a:lnTo>
                  <a:pt x="7214733" y="3137018"/>
                </a:lnTo>
                <a:lnTo>
                  <a:pt x="7200957" y="3144890"/>
                </a:lnTo>
                <a:lnTo>
                  <a:pt x="7189149" y="3156698"/>
                </a:lnTo>
                <a:lnTo>
                  <a:pt x="7185213" y="3162602"/>
                </a:lnTo>
                <a:lnTo>
                  <a:pt x="7169469" y="3178346"/>
                </a:lnTo>
                <a:lnTo>
                  <a:pt x="7149788" y="3170474"/>
                </a:lnTo>
                <a:lnTo>
                  <a:pt x="7139948" y="3156698"/>
                </a:lnTo>
                <a:lnTo>
                  <a:pt x="7128140" y="3121274"/>
                </a:lnTo>
                <a:lnTo>
                  <a:pt x="7116332" y="3095690"/>
                </a:lnTo>
                <a:lnTo>
                  <a:pt x="7104524" y="3072073"/>
                </a:lnTo>
                <a:lnTo>
                  <a:pt x="7090748" y="3050425"/>
                </a:lnTo>
                <a:lnTo>
                  <a:pt x="7090748" y="3034681"/>
                </a:lnTo>
                <a:lnTo>
                  <a:pt x="7082876" y="3018937"/>
                </a:lnTo>
                <a:lnTo>
                  <a:pt x="7078940" y="3005161"/>
                </a:lnTo>
                <a:lnTo>
                  <a:pt x="7059260" y="2957928"/>
                </a:lnTo>
                <a:lnTo>
                  <a:pt x="7047452" y="2944152"/>
                </a:lnTo>
                <a:lnTo>
                  <a:pt x="7033675" y="2891016"/>
                </a:lnTo>
                <a:lnTo>
                  <a:pt x="7029739" y="2849687"/>
                </a:lnTo>
                <a:lnTo>
                  <a:pt x="7025803" y="2804423"/>
                </a:lnTo>
                <a:lnTo>
                  <a:pt x="7021867" y="2796551"/>
                </a:lnTo>
                <a:lnTo>
                  <a:pt x="7021867" y="2768999"/>
                </a:lnTo>
                <a:lnTo>
                  <a:pt x="7013995" y="2761127"/>
                </a:lnTo>
                <a:lnTo>
                  <a:pt x="7006123" y="2784743"/>
                </a:lnTo>
                <a:lnTo>
                  <a:pt x="7006123" y="2792615"/>
                </a:lnTo>
                <a:lnTo>
                  <a:pt x="7000219" y="2808359"/>
                </a:lnTo>
                <a:lnTo>
                  <a:pt x="6968731" y="2812295"/>
                </a:lnTo>
                <a:lnTo>
                  <a:pt x="6949051" y="2800487"/>
                </a:lnTo>
                <a:lnTo>
                  <a:pt x="6923467" y="2768999"/>
                </a:lnTo>
                <a:lnTo>
                  <a:pt x="6919530" y="2759159"/>
                </a:lnTo>
                <a:lnTo>
                  <a:pt x="6935275" y="2759159"/>
                </a:lnTo>
                <a:lnTo>
                  <a:pt x="6945115" y="2759159"/>
                </a:lnTo>
                <a:lnTo>
                  <a:pt x="6956923" y="2743414"/>
                </a:lnTo>
                <a:lnTo>
                  <a:pt x="6939211" y="2747350"/>
                </a:lnTo>
                <a:lnTo>
                  <a:pt x="6915594" y="2747350"/>
                </a:lnTo>
                <a:lnTo>
                  <a:pt x="6907722" y="2739478"/>
                </a:lnTo>
                <a:lnTo>
                  <a:pt x="6907722" y="2727670"/>
                </a:lnTo>
                <a:lnTo>
                  <a:pt x="6899850" y="2723734"/>
                </a:lnTo>
                <a:lnTo>
                  <a:pt x="6891978" y="2719798"/>
                </a:lnTo>
                <a:lnTo>
                  <a:pt x="6907722" y="2702086"/>
                </a:lnTo>
                <a:lnTo>
                  <a:pt x="6931339" y="2690278"/>
                </a:lnTo>
                <a:lnTo>
                  <a:pt x="6972667" y="2698150"/>
                </a:lnTo>
                <a:lnTo>
                  <a:pt x="6976603" y="2672566"/>
                </a:lnTo>
                <a:lnTo>
                  <a:pt x="6976364" y="2672148"/>
                </a:lnTo>
                <a:lnTo>
                  <a:pt x="6972667" y="2696182"/>
                </a:lnTo>
                <a:lnTo>
                  <a:pt x="6931338" y="2688310"/>
                </a:lnTo>
                <a:lnTo>
                  <a:pt x="6907722" y="2700118"/>
                </a:lnTo>
                <a:lnTo>
                  <a:pt x="6891978" y="2719798"/>
                </a:lnTo>
                <a:lnTo>
                  <a:pt x="6876234" y="2711926"/>
                </a:lnTo>
                <a:lnTo>
                  <a:pt x="6876234" y="2704054"/>
                </a:lnTo>
                <a:lnTo>
                  <a:pt x="6866394" y="2696182"/>
                </a:lnTo>
                <a:lnTo>
                  <a:pt x="6862458" y="2678470"/>
                </a:lnTo>
                <a:lnTo>
                  <a:pt x="6854586" y="2670598"/>
                </a:lnTo>
                <a:lnTo>
                  <a:pt x="6830969" y="2670598"/>
                </a:lnTo>
                <a:lnTo>
                  <a:pt x="6819161" y="2674534"/>
                </a:lnTo>
                <a:lnTo>
                  <a:pt x="6781769" y="2670598"/>
                </a:lnTo>
                <a:lnTo>
                  <a:pt x="6769961" y="2674534"/>
                </a:lnTo>
                <a:lnTo>
                  <a:pt x="6728633" y="2678470"/>
                </a:lnTo>
                <a:lnTo>
                  <a:pt x="6716825" y="2670598"/>
                </a:lnTo>
                <a:lnTo>
                  <a:pt x="6713872" y="2667646"/>
                </a:lnTo>
                <a:lnTo>
                  <a:pt x="6706985" y="2674533"/>
                </a:lnTo>
                <a:lnTo>
                  <a:pt x="6701081" y="2666661"/>
                </a:lnTo>
                <a:lnTo>
                  <a:pt x="6681401" y="2666661"/>
                </a:lnTo>
                <a:lnTo>
                  <a:pt x="6661720" y="2662725"/>
                </a:lnTo>
                <a:lnTo>
                  <a:pt x="6644008" y="2666661"/>
                </a:lnTo>
                <a:lnTo>
                  <a:pt x="6626296" y="2658789"/>
                </a:lnTo>
                <a:lnTo>
                  <a:pt x="6598744" y="2654853"/>
                </a:lnTo>
                <a:lnTo>
                  <a:pt x="6586936" y="2643045"/>
                </a:lnTo>
                <a:lnTo>
                  <a:pt x="6584968" y="2637141"/>
                </a:lnTo>
                <a:lnTo>
                  <a:pt x="6581032" y="2613525"/>
                </a:lnTo>
                <a:lnTo>
                  <a:pt x="6569224" y="2605653"/>
                </a:lnTo>
                <a:lnTo>
                  <a:pt x="6561351" y="2611557"/>
                </a:lnTo>
                <a:lnTo>
                  <a:pt x="6545607" y="2623365"/>
                </a:lnTo>
                <a:lnTo>
                  <a:pt x="6488535" y="2623365"/>
                </a:lnTo>
                <a:lnTo>
                  <a:pt x="6482631" y="2617461"/>
                </a:lnTo>
                <a:lnTo>
                  <a:pt x="6466887" y="2613525"/>
                </a:lnTo>
                <a:lnTo>
                  <a:pt x="6447206" y="2589908"/>
                </a:lnTo>
                <a:lnTo>
                  <a:pt x="6437366" y="2589908"/>
                </a:lnTo>
                <a:lnTo>
                  <a:pt x="6417686" y="2578100"/>
                </a:lnTo>
                <a:lnTo>
                  <a:pt x="6413750" y="2562356"/>
                </a:lnTo>
                <a:lnTo>
                  <a:pt x="6405878" y="2550548"/>
                </a:lnTo>
                <a:lnTo>
                  <a:pt x="6386198" y="2526932"/>
                </a:lnTo>
                <a:lnTo>
                  <a:pt x="6384230" y="2513156"/>
                </a:lnTo>
                <a:lnTo>
                  <a:pt x="6348805" y="2513156"/>
                </a:lnTo>
                <a:lnTo>
                  <a:pt x="6334705" y="2516681"/>
                </a:lnTo>
                <a:lnTo>
                  <a:pt x="6335032" y="2517091"/>
                </a:lnTo>
                <a:lnTo>
                  <a:pt x="6327160" y="2528899"/>
                </a:lnTo>
                <a:lnTo>
                  <a:pt x="6325191" y="2528336"/>
                </a:lnTo>
                <a:lnTo>
                  <a:pt x="6313381" y="2536772"/>
                </a:lnTo>
                <a:lnTo>
                  <a:pt x="6313381" y="2544644"/>
                </a:lnTo>
                <a:lnTo>
                  <a:pt x="6325189" y="2558420"/>
                </a:lnTo>
                <a:lnTo>
                  <a:pt x="6305509" y="2558420"/>
                </a:lnTo>
                <a:lnTo>
                  <a:pt x="6295669" y="2546612"/>
                </a:lnTo>
                <a:lnTo>
                  <a:pt x="6295669" y="2546612"/>
                </a:lnTo>
                <a:lnTo>
                  <a:pt x="6242535" y="2554483"/>
                </a:lnTo>
                <a:lnTo>
                  <a:pt x="6242455" y="2554448"/>
                </a:lnTo>
                <a:lnTo>
                  <a:pt x="6242533" y="2554485"/>
                </a:lnTo>
                <a:lnTo>
                  <a:pt x="6295669" y="2546613"/>
                </a:lnTo>
                <a:lnTo>
                  <a:pt x="6305509" y="2558421"/>
                </a:lnTo>
                <a:lnTo>
                  <a:pt x="6323221" y="2558421"/>
                </a:lnTo>
                <a:lnTo>
                  <a:pt x="6336997" y="2570229"/>
                </a:lnTo>
                <a:lnTo>
                  <a:pt x="6340934" y="2582037"/>
                </a:lnTo>
                <a:lnTo>
                  <a:pt x="6354710" y="2589909"/>
                </a:lnTo>
                <a:lnTo>
                  <a:pt x="6370454" y="2623366"/>
                </a:lnTo>
                <a:lnTo>
                  <a:pt x="6382262" y="2625334"/>
                </a:lnTo>
                <a:lnTo>
                  <a:pt x="6378326" y="2650918"/>
                </a:lnTo>
                <a:lnTo>
                  <a:pt x="6399974" y="2682406"/>
                </a:lnTo>
                <a:lnTo>
                  <a:pt x="6407846" y="2694214"/>
                </a:lnTo>
                <a:lnTo>
                  <a:pt x="6411782" y="2694870"/>
                </a:lnTo>
                <a:lnTo>
                  <a:pt x="6409814" y="2694214"/>
                </a:lnTo>
                <a:lnTo>
                  <a:pt x="6401942" y="2682406"/>
                </a:lnTo>
                <a:lnTo>
                  <a:pt x="6409814" y="2666662"/>
                </a:lnTo>
                <a:lnTo>
                  <a:pt x="6405878" y="2650917"/>
                </a:lnTo>
                <a:lnTo>
                  <a:pt x="6409814" y="2639109"/>
                </a:lnTo>
                <a:lnTo>
                  <a:pt x="6425558" y="2643045"/>
                </a:lnTo>
                <a:lnTo>
                  <a:pt x="6429494" y="2674534"/>
                </a:lnTo>
                <a:lnTo>
                  <a:pt x="6421622" y="2698150"/>
                </a:lnTo>
                <a:lnTo>
                  <a:pt x="6431462" y="2707990"/>
                </a:lnTo>
                <a:lnTo>
                  <a:pt x="6427526" y="2719798"/>
                </a:lnTo>
                <a:lnTo>
                  <a:pt x="6445238" y="2743415"/>
                </a:lnTo>
                <a:lnTo>
                  <a:pt x="6453131" y="2744022"/>
                </a:lnTo>
                <a:lnTo>
                  <a:pt x="6447206" y="2743414"/>
                </a:lnTo>
                <a:lnTo>
                  <a:pt x="6429494" y="2719798"/>
                </a:lnTo>
                <a:lnTo>
                  <a:pt x="6433430" y="2709958"/>
                </a:lnTo>
                <a:lnTo>
                  <a:pt x="6451142" y="2713894"/>
                </a:lnTo>
                <a:lnTo>
                  <a:pt x="6462950" y="2713894"/>
                </a:lnTo>
                <a:lnTo>
                  <a:pt x="6490503" y="2709958"/>
                </a:lnTo>
                <a:lnTo>
                  <a:pt x="6504279" y="2694214"/>
                </a:lnTo>
                <a:lnTo>
                  <a:pt x="6531831" y="2672565"/>
                </a:lnTo>
                <a:lnTo>
                  <a:pt x="6547575" y="2656821"/>
                </a:lnTo>
                <a:lnTo>
                  <a:pt x="6563319" y="2668629"/>
                </a:lnTo>
                <a:lnTo>
                  <a:pt x="6563319" y="2676501"/>
                </a:lnTo>
                <a:lnTo>
                  <a:pt x="6560039" y="2676829"/>
                </a:lnTo>
                <a:lnTo>
                  <a:pt x="6563319" y="2688310"/>
                </a:lnTo>
                <a:lnTo>
                  <a:pt x="6575127" y="2704054"/>
                </a:lnTo>
                <a:lnTo>
                  <a:pt x="6598744" y="2715862"/>
                </a:lnTo>
                <a:lnTo>
                  <a:pt x="6620392" y="2715862"/>
                </a:lnTo>
                <a:lnTo>
                  <a:pt x="6622360" y="2727671"/>
                </a:lnTo>
                <a:lnTo>
                  <a:pt x="6644008" y="2745383"/>
                </a:lnTo>
                <a:lnTo>
                  <a:pt x="6655816" y="2749319"/>
                </a:lnTo>
                <a:lnTo>
                  <a:pt x="6661720" y="2765063"/>
                </a:lnTo>
                <a:lnTo>
                  <a:pt x="6645976" y="2784743"/>
                </a:lnTo>
                <a:lnTo>
                  <a:pt x="6622360" y="2810327"/>
                </a:lnTo>
                <a:lnTo>
                  <a:pt x="6608584" y="2818199"/>
                </a:lnTo>
                <a:lnTo>
                  <a:pt x="6598744" y="2831976"/>
                </a:lnTo>
                <a:lnTo>
                  <a:pt x="6592840" y="2851656"/>
                </a:lnTo>
                <a:lnTo>
                  <a:pt x="6567255" y="2875272"/>
                </a:lnTo>
                <a:lnTo>
                  <a:pt x="6567255" y="2885112"/>
                </a:lnTo>
                <a:lnTo>
                  <a:pt x="6557415" y="2892984"/>
                </a:lnTo>
                <a:lnTo>
                  <a:pt x="6533799" y="2896920"/>
                </a:lnTo>
                <a:lnTo>
                  <a:pt x="6525927" y="2916600"/>
                </a:lnTo>
                <a:lnTo>
                  <a:pt x="6484600" y="2918568"/>
                </a:lnTo>
                <a:lnTo>
                  <a:pt x="6486567" y="2920536"/>
                </a:lnTo>
                <a:lnTo>
                  <a:pt x="6462951" y="2926440"/>
                </a:lnTo>
                <a:lnTo>
                  <a:pt x="6443271" y="2946120"/>
                </a:lnTo>
                <a:lnTo>
                  <a:pt x="6443271" y="2953992"/>
                </a:lnTo>
                <a:lnTo>
                  <a:pt x="6435399" y="2965800"/>
                </a:lnTo>
                <a:lnTo>
                  <a:pt x="6413751" y="2969736"/>
                </a:lnTo>
                <a:lnTo>
                  <a:pt x="6394070" y="2977608"/>
                </a:lnTo>
                <a:lnTo>
                  <a:pt x="6372422" y="2979577"/>
                </a:lnTo>
                <a:lnTo>
                  <a:pt x="6360614" y="2987449"/>
                </a:lnTo>
                <a:lnTo>
                  <a:pt x="6348806" y="2991385"/>
                </a:lnTo>
                <a:lnTo>
                  <a:pt x="6340934" y="3003193"/>
                </a:lnTo>
                <a:lnTo>
                  <a:pt x="6291733" y="3018937"/>
                </a:lnTo>
                <a:lnTo>
                  <a:pt x="6275989" y="3026809"/>
                </a:lnTo>
                <a:lnTo>
                  <a:pt x="6252373" y="3026809"/>
                </a:lnTo>
                <a:lnTo>
                  <a:pt x="6244501" y="3036649"/>
                </a:lnTo>
                <a:lnTo>
                  <a:pt x="6203173" y="3048457"/>
                </a:lnTo>
                <a:lnTo>
                  <a:pt x="6199237" y="3040585"/>
                </a:lnTo>
                <a:lnTo>
                  <a:pt x="6185460" y="3032713"/>
                </a:lnTo>
                <a:lnTo>
                  <a:pt x="6185460" y="3007129"/>
                </a:lnTo>
                <a:lnTo>
                  <a:pt x="6169716" y="2977608"/>
                </a:lnTo>
                <a:lnTo>
                  <a:pt x="6169716" y="2965800"/>
                </a:lnTo>
                <a:lnTo>
                  <a:pt x="6165780" y="2934312"/>
                </a:lnTo>
                <a:lnTo>
                  <a:pt x="6165780" y="2920536"/>
                </a:lnTo>
                <a:lnTo>
                  <a:pt x="6146100" y="2894952"/>
                </a:lnTo>
                <a:lnTo>
                  <a:pt x="6130356" y="2883144"/>
                </a:lnTo>
                <a:lnTo>
                  <a:pt x="6116580" y="2845751"/>
                </a:lnTo>
                <a:lnTo>
                  <a:pt x="6112644" y="2833943"/>
                </a:lnTo>
                <a:lnTo>
                  <a:pt x="6092963" y="2826071"/>
                </a:lnTo>
                <a:lnTo>
                  <a:pt x="6079187" y="2802455"/>
                </a:lnTo>
                <a:lnTo>
                  <a:pt x="6067379" y="2784743"/>
                </a:lnTo>
                <a:lnTo>
                  <a:pt x="6067379" y="2749319"/>
                </a:lnTo>
                <a:lnTo>
                  <a:pt x="6055571" y="2731606"/>
                </a:lnTo>
                <a:lnTo>
                  <a:pt x="6039827" y="2719798"/>
                </a:lnTo>
                <a:lnTo>
                  <a:pt x="6026051" y="2707990"/>
                </a:lnTo>
                <a:lnTo>
                  <a:pt x="6010307" y="2690278"/>
                </a:lnTo>
                <a:lnTo>
                  <a:pt x="6010307" y="2662726"/>
                </a:lnTo>
                <a:lnTo>
                  <a:pt x="5990627" y="2646982"/>
                </a:lnTo>
                <a:lnTo>
                  <a:pt x="5982755" y="2633206"/>
                </a:lnTo>
                <a:lnTo>
                  <a:pt x="5968978" y="2601717"/>
                </a:lnTo>
                <a:lnTo>
                  <a:pt x="5965042" y="2593845"/>
                </a:lnTo>
                <a:lnTo>
                  <a:pt x="5949298" y="2589909"/>
                </a:lnTo>
                <a:lnTo>
                  <a:pt x="5949298" y="2550549"/>
                </a:lnTo>
                <a:lnTo>
                  <a:pt x="5949298" y="2548581"/>
                </a:lnTo>
                <a:lnTo>
                  <a:pt x="5982755" y="2544645"/>
                </a:lnTo>
                <a:lnTo>
                  <a:pt x="6002435" y="2521029"/>
                </a:lnTo>
                <a:lnTo>
                  <a:pt x="6028019" y="2521029"/>
                </a:lnTo>
                <a:lnTo>
                  <a:pt x="6031955" y="2513157"/>
                </a:lnTo>
                <a:lnTo>
                  <a:pt x="6031955" y="2513156"/>
                </a:lnTo>
                <a:lnTo>
                  <a:pt x="6028019" y="2521028"/>
                </a:lnTo>
                <a:lnTo>
                  <a:pt x="6002435" y="2521028"/>
                </a:lnTo>
                <a:lnTo>
                  <a:pt x="5982755" y="2542676"/>
                </a:lnTo>
                <a:lnTo>
                  <a:pt x="5949298" y="2546612"/>
                </a:lnTo>
                <a:lnTo>
                  <a:pt x="5949298" y="2534804"/>
                </a:lnTo>
                <a:lnTo>
                  <a:pt x="5947330" y="2534804"/>
                </a:lnTo>
                <a:lnTo>
                  <a:pt x="5939458" y="2509220"/>
                </a:lnTo>
                <a:lnTo>
                  <a:pt x="5935523" y="2493477"/>
                </a:lnTo>
                <a:lnTo>
                  <a:pt x="5935522" y="2493477"/>
                </a:lnTo>
                <a:lnTo>
                  <a:pt x="5931586" y="2487573"/>
                </a:lnTo>
                <a:lnTo>
                  <a:pt x="5939458" y="2475765"/>
                </a:lnTo>
                <a:lnTo>
                  <a:pt x="5939460" y="2475767"/>
                </a:lnTo>
                <a:lnTo>
                  <a:pt x="5939458" y="2475764"/>
                </a:lnTo>
                <a:lnTo>
                  <a:pt x="5947330" y="2460020"/>
                </a:lnTo>
                <a:lnTo>
                  <a:pt x="5951266" y="2448211"/>
                </a:lnTo>
                <a:lnTo>
                  <a:pt x="5957170" y="2434435"/>
                </a:lnTo>
                <a:lnTo>
                  <a:pt x="5961106" y="2418691"/>
                </a:lnTo>
                <a:lnTo>
                  <a:pt x="5967010" y="2406883"/>
                </a:lnTo>
                <a:lnTo>
                  <a:pt x="5976850" y="2410819"/>
                </a:lnTo>
                <a:lnTo>
                  <a:pt x="5980635" y="2399465"/>
                </a:lnTo>
                <a:lnTo>
                  <a:pt x="5978818" y="2399011"/>
                </a:lnTo>
                <a:lnTo>
                  <a:pt x="5974882" y="2408851"/>
                </a:lnTo>
                <a:lnTo>
                  <a:pt x="5965042" y="2404915"/>
                </a:lnTo>
                <a:lnTo>
                  <a:pt x="5968978" y="2399011"/>
                </a:lnTo>
                <a:lnTo>
                  <a:pt x="5972914" y="2387203"/>
                </a:lnTo>
                <a:lnTo>
                  <a:pt x="5974882" y="2330130"/>
                </a:lnTo>
                <a:lnTo>
                  <a:pt x="5977836" y="2328161"/>
                </a:lnTo>
                <a:lnTo>
                  <a:pt x="5980787" y="2322259"/>
                </a:lnTo>
                <a:lnTo>
                  <a:pt x="5980787" y="2308483"/>
                </a:lnTo>
                <a:lnTo>
                  <a:pt x="5980787" y="2296675"/>
                </a:lnTo>
                <a:lnTo>
                  <a:pt x="5949299" y="2296675"/>
                </a:lnTo>
                <a:lnTo>
                  <a:pt x="5941426" y="2300611"/>
                </a:lnTo>
                <a:lnTo>
                  <a:pt x="5931586" y="2304547"/>
                </a:lnTo>
                <a:lnTo>
                  <a:pt x="5919778" y="2312419"/>
                </a:lnTo>
                <a:lnTo>
                  <a:pt x="5896162" y="2316355"/>
                </a:lnTo>
                <a:lnTo>
                  <a:pt x="5882386" y="2316355"/>
                </a:lnTo>
                <a:lnTo>
                  <a:pt x="5850898" y="2292739"/>
                </a:lnTo>
                <a:lnTo>
                  <a:pt x="5844994" y="2284867"/>
                </a:lnTo>
                <a:lnTo>
                  <a:pt x="5829249" y="2292739"/>
                </a:lnTo>
                <a:lnTo>
                  <a:pt x="5833185" y="2304547"/>
                </a:lnTo>
                <a:lnTo>
                  <a:pt x="5817441" y="2304547"/>
                </a:lnTo>
                <a:lnTo>
                  <a:pt x="5793825" y="2312419"/>
                </a:lnTo>
                <a:lnTo>
                  <a:pt x="5787921" y="2300611"/>
                </a:lnTo>
                <a:lnTo>
                  <a:pt x="5780049" y="2296675"/>
                </a:lnTo>
                <a:lnTo>
                  <a:pt x="5768241" y="2308483"/>
                </a:lnTo>
                <a:lnTo>
                  <a:pt x="5764305" y="2316355"/>
                </a:lnTo>
                <a:lnTo>
                  <a:pt x="5748561" y="2322259"/>
                </a:lnTo>
                <a:lnTo>
                  <a:pt x="5748561" y="2316355"/>
                </a:lnTo>
                <a:lnTo>
                  <a:pt x="5756433" y="2304547"/>
                </a:lnTo>
                <a:lnTo>
                  <a:pt x="5760369" y="2292739"/>
                </a:lnTo>
                <a:lnTo>
                  <a:pt x="5752497" y="2284867"/>
                </a:lnTo>
                <a:lnTo>
                  <a:pt x="5742657" y="2292739"/>
                </a:lnTo>
                <a:lnTo>
                  <a:pt x="5734784" y="2296675"/>
                </a:lnTo>
                <a:lnTo>
                  <a:pt x="5734784" y="2284867"/>
                </a:lnTo>
                <a:lnTo>
                  <a:pt x="5744625" y="2280931"/>
                </a:lnTo>
                <a:lnTo>
                  <a:pt x="5748561" y="2276995"/>
                </a:lnTo>
                <a:lnTo>
                  <a:pt x="5738721" y="2273059"/>
                </a:lnTo>
                <a:lnTo>
                  <a:pt x="5738721" y="2255346"/>
                </a:lnTo>
                <a:lnTo>
                  <a:pt x="5730848" y="2247474"/>
                </a:lnTo>
                <a:lnTo>
                  <a:pt x="5719040" y="2247474"/>
                </a:lnTo>
                <a:lnTo>
                  <a:pt x="5711168" y="2239602"/>
                </a:lnTo>
                <a:lnTo>
                  <a:pt x="5715104" y="2231730"/>
                </a:lnTo>
                <a:lnTo>
                  <a:pt x="5726912" y="2235666"/>
                </a:lnTo>
                <a:lnTo>
                  <a:pt x="5730848" y="2227794"/>
                </a:lnTo>
                <a:lnTo>
                  <a:pt x="5730848" y="2219922"/>
                </a:lnTo>
                <a:lnTo>
                  <a:pt x="5726912" y="2206146"/>
                </a:lnTo>
                <a:lnTo>
                  <a:pt x="5730848" y="2198274"/>
                </a:lnTo>
                <a:lnTo>
                  <a:pt x="5715104" y="2198274"/>
                </a:lnTo>
                <a:lnTo>
                  <a:pt x="5715104" y="2190402"/>
                </a:lnTo>
                <a:lnTo>
                  <a:pt x="5726912" y="2172690"/>
                </a:lnTo>
                <a:lnTo>
                  <a:pt x="5738721" y="2164818"/>
                </a:lnTo>
                <a:lnTo>
                  <a:pt x="5752497" y="2164818"/>
                </a:lnTo>
                <a:lnTo>
                  <a:pt x="5772177" y="2156946"/>
                </a:lnTo>
                <a:lnTo>
                  <a:pt x="5787921" y="2160882"/>
                </a:lnTo>
                <a:lnTo>
                  <a:pt x="5801697" y="2156946"/>
                </a:lnTo>
                <a:lnTo>
                  <a:pt x="5805633" y="2149074"/>
                </a:lnTo>
                <a:lnTo>
                  <a:pt x="5791857" y="2141201"/>
                </a:lnTo>
                <a:lnTo>
                  <a:pt x="5793825" y="2129393"/>
                </a:lnTo>
                <a:lnTo>
                  <a:pt x="5801697" y="2125457"/>
                </a:lnTo>
                <a:lnTo>
                  <a:pt x="5833185" y="2125457"/>
                </a:lnTo>
                <a:lnTo>
                  <a:pt x="5844994" y="2133329"/>
                </a:lnTo>
                <a:lnTo>
                  <a:pt x="5870578" y="2115617"/>
                </a:lnTo>
                <a:lnTo>
                  <a:pt x="5904034" y="2103809"/>
                </a:lnTo>
                <a:lnTo>
                  <a:pt x="5935522" y="2103809"/>
                </a:lnTo>
                <a:lnTo>
                  <a:pt x="5949299" y="2099873"/>
                </a:lnTo>
                <a:lnTo>
                  <a:pt x="5961107" y="2119553"/>
                </a:lnTo>
                <a:lnTo>
                  <a:pt x="5984723" y="2115617"/>
                </a:lnTo>
                <a:lnTo>
                  <a:pt x="6006371" y="2133329"/>
                </a:lnTo>
                <a:lnTo>
                  <a:pt x="6018179" y="2133329"/>
                </a:lnTo>
                <a:lnTo>
                  <a:pt x="6043763" y="2141201"/>
                </a:lnTo>
                <a:lnTo>
                  <a:pt x="6063444" y="2137265"/>
                </a:lnTo>
                <a:lnTo>
                  <a:pt x="6083124" y="2141201"/>
                </a:lnTo>
                <a:lnTo>
                  <a:pt x="6104772" y="2141201"/>
                </a:lnTo>
                <a:lnTo>
                  <a:pt x="6140196" y="2123489"/>
                </a:lnTo>
                <a:lnTo>
                  <a:pt x="6140196" y="2111681"/>
                </a:lnTo>
                <a:lnTo>
                  <a:pt x="6161845" y="2119553"/>
                </a:lnTo>
                <a:lnTo>
                  <a:pt x="6181525" y="2119553"/>
                </a:lnTo>
                <a:lnTo>
                  <a:pt x="6181526" y="2119555"/>
                </a:lnTo>
                <a:lnTo>
                  <a:pt x="6214981" y="2131362"/>
                </a:lnTo>
                <a:lnTo>
                  <a:pt x="6215033" y="2131379"/>
                </a:lnTo>
                <a:lnTo>
                  <a:pt x="6214980" y="2131361"/>
                </a:lnTo>
                <a:lnTo>
                  <a:pt x="6181524" y="2117585"/>
                </a:lnTo>
                <a:lnTo>
                  <a:pt x="6161844" y="2117585"/>
                </a:lnTo>
                <a:lnTo>
                  <a:pt x="6140196" y="2109713"/>
                </a:lnTo>
                <a:lnTo>
                  <a:pt x="6144132" y="2099873"/>
                </a:lnTo>
                <a:lnTo>
                  <a:pt x="6132324" y="2084129"/>
                </a:lnTo>
                <a:lnTo>
                  <a:pt x="6132324" y="2072320"/>
                </a:lnTo>
                <a:lnTo>
                  <a:pt x="6124452" y="2064448"/>
                </a:lnTo>
                <a:lnTo>
                  <a:pt x="6108707" y="2062480"/>
                </a:lnTo>
                <a:lnTo>
                  <a:pt x="6092301" y="2047565"/>
                </a:lnTo>
                <a:lnTo>
                  <a:pt x="6087059" y="2046737"/>
                </a:lnTo>
                <a:lnTo>
                  <a:pt x="6071315" y="2034929"/>
                </a:lnTo>
                <a:lnTo>
                  <a:pt x="6047699" y="2003441"/>
                </a:lnTo>
                <a:lnTo>
                  <a:pt x="6033923" y="2003441"/>
                </a:lnTo>
                <a:lnTo>
                  <a:pt x="6022115" y="1991633"/>
                </a:lnTo>
                <a:lnTo>
                  <a:pt x="6012275" y="1989665"/>
                </a:lnTo>
                <a:lnTo>
                  <a:pt x="6006371" y="1979825"/>
                </a:lnTo>
                <a:lnTo>
                  <a:pt x="6004403" y="1969985"/>
                </a:lnTo>
                <a:lnTo>
                  <a:pt x="6022115" y="1969985"/>
                </a:lnTo>
                <a:lnTo>
                  <a:pt x="6022115" y="1960145"/>
                </a:lnTo>
                <a:lnTo>
                  <a:pt x="6037859" y="1946369"/>
                </a:lnTo>
                <a:lnTo>
                  <a:pt x="6039827" y="1940465"/>
                </a:lnTo>
                <a:lnTo>
                  <a:pt x="6031955" y="1922752"/>
                </a:lnTo>
                <a:lnTo>
                  <a:pt x="6057539" y="1908976"/>
                </a:lnTo>
                <a:lnTo>
                  <a:pt x="6053603" y="1905040"/>
                </a:lnTo>
                <a:lnTo>
                  <a:pt x="6026051" y="1912912"/>
                </a:lnTo>
                <a:lnTo>
                  <a:pt x="6043763" y="1883392"/>
                </a:lnTo>
                <a:lnTo>
                  <a:pt x="6063443" y="1863712"/>
                </a:lnTo>
                <a:lnTo>
                  <a:pt x="6075251" y="1863712"/>
                </a:lnTo>
                <a:lnTo>
                  <a:pt x="6079187" y="1830256"/>
                </a:lnTo>
                <a:lnTo>
                  <a:pt x="6096899" y="1810575"/>
                </a:lnTo>
                <a:lnTo>
                  <a:pt x="6079262" y="1795651"/>
                </a:lnTo>
                <a:lnTo>
                  <a:pt x="6094931" y="1810574"/>
                </a:lnTo>
                <a:lnTo>
                  <a:pt x="6077219" y="1830255"/>
                </a:lnTo>
                <a:lnTo>
                  <a:pt x="6073283" y="1863711"/>
                </a:lnTo>
                <a:lnTo>
                  <a:pt x="6061475" y="1863711"/>
                </a:lnTo>
                <a:lnTo>
                  <a:pt x="6043763" y="1881423"/>
                </a:lnTo>
                <a:lnTo>
                  <a:pt x="6024083" y="1912911"/>
                </a:lnTo>
                <a:lnTo>
                  <a:pt x="6006371" y="1912911"/>
                </a:lnTo>
                <a:lnTo>
                  <a:pt x="5994562" y="1924719"/>
                </a:lnTo>
                <a:lnTo>
                  <a:pt x="5959138" y="1924719"/>
                </a:lnTo>
                <a:lnTo>
                  <a:pt x="5957170" y="1934560"/>
                </a:lnTo>
                <a:lnTo>
                  <a:pt x="5953234" y="1938496"/>
                </a:lnTo>
                <a:lnTo>
                  <a:pt x="5921746" y="1946368"/>
                </a:lnTo>
                <a:lnTo>
                  <a:pt x="5921746" y="1948336"/>
                </a:lnTo>
                <a:lnTo>
                  <a:pt x="5945362" y="1958176"/>
                </a:lnTo>
                <a:lnTo>
                  <a:pt x="5953234" y="1969984"/>
                </a:lnTo>
                <a:lnTo>
                  <a:pt x="5978818" y="1971952"/>
                </a:lnTo>
                <a:lnTo>
                  <a:pt x="5986690" y="1971952"/>
                </a:lnTo>
                <a:lnTo>
                  <a:pt x="5986690" y="1983760"/>
                </a:lnTo>
                <a:lnTo>
                  <a:pt x="5967010" y="1987696"/>
                </a:lnTo>
                <a:lnTo>
                  <a:pt x="5953234" y="1989664"/>
                </a:lnTo>
                <a:lnTo>
                  <a:pt x="5933554" y="2005408"/>
                </a:lnTo>
                <a:lnTo>
                  <a:pt x="5915842" y="2005408"/>
                </a:lnTo>
                <a:lnTo>
                  <a:pt x="5907970" y="1993600"/>
                </a:lnTo>
                <a:lnTo>
                  <a:pt x="5911906" y="1981792"/>
                </a:lnTo>
                <a:lnTo>
                  <a:pt x="5888290" y="1971952"/>
                </a:lnTo>
                <a:lnTo>
                  <a:pt x="5888290" y="1964080"/>
                </a:lnTo>
                <a:lnTo>
                  <a:pt x="5896162" y="1960144"/>
                </a:lnTo>
                <a:lnTo>
                  <a:pt x="5915842" y="1954240"/>
                </a:lnTo>
                <a:lnTo>
                  <a:pt x="5915842" y="1946368"/>
                </a:lnTo>
                <a:lnTo>
                  <a:pt x="5900098" y="1938496"/>
                </a:lnTo>
                <a:lnTo>
                  <a:pt x="5880417" y="1938496"/>
                </a:lnTo>
                <a:lnTo>
                  <a:pt x="5870577" y="1934560"/>
                </a:lnTo>
                <a:lnTo>
                  <a:pt x="5858769" y="1924719"/>
                </a:lnTo>
                <a:lnTo>
                  <a:pt x="5850897" y="1924719"/>
                </a:lnTo>
                <a:lnTo>
                  <a:pt x="5843025" y="1930623"/>
                </a:lnTo>
                <a:lnTo>
                  <a:pt x="5823345" y="1934560"/>
                </a:lnTo>
                <a:lnTo>
                  <a:pt x="5823345" y="1946368"/>
                </a:lnTo>
                <a:lnTo>
                  <a:pt x="5803216" y="1968327"/>
                </a:lnTo>
                <a:lnTo>
                  <a:pt x="5809568" y="1977856"/>
                </a:lnTo>
                <a:lnTo>
                  <a:pt x="5780048" y="2009345"/>
                </a:lnTo>
                <a:lnTo>
                  <a:pt x="5776112" y="2034929"/>
                </a:lnTo>
                <a:lnTo>
                  <a:pt x="5736752" y="2019185"/>
                </a:lnTo>
                <a:lnTo>
                  <a:pt x="5721008" y="2019185"/>
                </a:lnTo>
                <a:lnTo>
                  <a:pt x="5699359" y="2034929"/>
                </a:lnTo>
                <a:lnTo>
                  <a:pt x="5667871" y="2038865"/>
                </a:lnTo>
                <a:lnTo>
                  <a:pt x="5638351" y="2030993"/>
                </a:lnTo>
                <a:lnTo>
                  <a:pt x="5618671" y="2019185"/>
                </a:lnTo>
                <a:lnTo>
                  <a:pt x="5616309" y="2027058"/>
                </a:lnTo>
                <a:lnTo>
                  <a:pt x="5618671" y="2021152"/>
                </a:lnTo>
                <a:lnTo>
                  <a:pt x="5638351" y="2032960"/>
                </a:lnTo>
                <a:lnTo>
                  <a:pt x="5667872" y="2040832"/>
                </a:lnTo>
                <a:lnTo>
                  <a:pt x="5697392" y="2036896"/>
                </a:lnTo>
                <a:lnTo>
                  <a:pt x="5721008" y="2021152"/>
                </a:lnTo>
                <a:lnTo>
                  <a:pt x="5736752" y="2021152"/>
                </a:lnTo>
                <a:lnTo>
                  <a:pt x="5774144" y="2036896"/>
                </a:lnTo>
                <a:lnTo>
                  <a:pt x="5770208" y="2052640"/>
                </a:lnTo>
                <a:lnTo>
                  <a:pt x="5758400" y="2058544"/>
                </a:lnTo>
                <a:lnTo>
                  <a:pt x="5758400" y="2090033"/>
                </a:lnTo>
                <a:lnTo>
                  <a:pt x="5751602" y="2103630"/>
                </a:lnTo>
                <a:lnTo>
                  <a:pt x="5752497" y="2103809"/>
                </a:lnTo>
                <a:lnTo>
                  <a:pt x="5787921" y="2133330"/>
                </a:lnTo>
                <a:lnTo>
                  <a:pt x="5783985" y="2145138"/>
                </a:lnTo>
                <a:lnTo>
                  <a:pt x="5768241" y="2145138"/>
                </a:lnTo>
                <a:lnTo>
                  <a:pt x="5750529" y="2141202"/>
                </a:lnTo>
                <a:lnTo>
                  <a:pt x="5746593" y="2153010"/>
                </a:lnTo>
                <a:lnTo>
                  <a:pt x="5726912" y="2156946"/>
                </a:lnTo>
                <a:lnTo>
                  <a:pt x="5711168" y="2168754"/>
                </a:lnTo>
                <a:lnTo>
                  <a:pt x="5711168" y="2164818"/>
                </a:lnTo>
                <a:lnTo>
                  <a:pt x="5715104" y="2156946"/>
                </a:lnTo>
                <a:lnTo>
                  <a:pt x="5707232" y="2153010"/>
                </a:lnTo>
                <a:lnTo>
                  <a:pt x="5721008" y="2133330"/>
                </a:lnTo>
                <a:lnTo>
                  <a:pt x="5724944" y="2117585"/>
                </a:lnTo>
                <a:lnTo>
                  <a:pt x="5721008" y="2133329"/>
                </a:lnTo>
                <a:lnTo>
                  <a:pt x="5705264" y="2153010"/>
                </a:lnTo>
                <a:lnTo>
                  <a:pt x="5691488" y="2145138"/>
                </a:lnTo>
                <a:lnTo>
                  <a:pt x="5679680" y="2149074"/>
                </a:lnTo>
                <a:lnTo>
                  <a:pt x="5671808" y="2145138"/>
                </a:lnTo>
                <a:lnTo>
                  <a:pt x="5660000" y="2149074"/>
                </a:lnTo>
                <a:lnTo>
                  <a:pt x="5646223" y="2153010"/>
                </a:lnTo>
                <a:lnTo>
                  <a:pt x="5646223" y="2164818"/>
                </a:lnTo>
                <a:lnTo>
                  <a:pt x="5658032" y="2170722"/>
                </a:lnTo>
                <a:lnTo>
                  <a:pt x="5654095" y="2174658"/>
                </a:lnTo>
                <a:lnTo>
                  <a:pt x="5646223" y="2174658"/>
                </a:lnTo>
                <a:lnTo>
                  <a:pt x="5650159" y="2182530"/>
                </a:lnTo>
                <a:lnTo>
                  <a:pt x="5646223" y="2182530"/>
                </a:lnTo>
                <a:lnTo>
                  <a:pt x="5642287" y="2170722"/>
                </a:lnTo>
                <a:lnTo>
                  <a:pt x="5634415" y="2170722"/>
                </a:lnTo>
                <a:lnTo>
                  <a:pt x="5638351" y="2182530"/>
                </a:lnTo>
                <a:lnTo>
                  <a:pt x="5634415" y="2182530"/>
                </a:lnTo>
                <a:lnTo>
                  <a:pt x="5626543" y="2170722"/>
                </a:lnTo>
                <a:lnTo>
                  <a:pt x="5622607" y="2164818"/>
                </a:lnTo>
                <a:lnTo>
                  <a:pt x="5614735" y="2160882"/>
                </a:lnTo>
                <a:lnTo>
                  <a:pt x="5606863" y="2164818"/>
                </a:lnTo>
                <a:lnTo>
                  <a:pt x="5606863" y="2178594"/>
                </a:lnTo>
                <a:lnTo>
                  <a:pt x="5622607" y="2202210"/>
                </a:lnTo>
                <a:lnTo>
                  <a:pt x="5618671" y="2225826"/>
                </a:lnTo>
                <a:lnTo>
                  <a:pt x="5638351" y="2233698"/>
                </a:lnTo>
                <a:lnTo>
                  <a:pt x="5654095" y="2247475"/>
                </a:lnTo>
                <a:lnTo>
                  <a:pt x="5654095" y="2259283"/>
                </a:lnTo>
                <a:lnTo>
                  <a:pt x="5634415" y="2259283"/>
                </a:lnTo>
                <a:lnTo>
                  <a:pt x="5634415" y="2278963"/>
                </a:lnTo>
                <a:lnTo>
                  <a:pt x="5622607" y="2275027"/>
                </a:lnTo>
                <a:lnTo>
                  <a:pt x="5618671" y="2278963"/>
                </a:lnTo>
                <a:lnTo>
                  <a:pt x="5626543" y="2286835"/>
                </a:lnTo>
                <a:lnTo>
                  <a:pt x="5626543" y="2306515"/>
                </a:lnTo>
                <a:lnTo>
                  <a:pt x="5614735" y="2306515"/>
                </a:lnTo>
                <a:lnTo>
                  <a:pt x="5606863" y="2306515"/>
                </a:lnTo>
                <a:lnTo>
                  <a:pt x="5600959" y="2294707"/>
                </a:lnTo>
                <a:lnTo>
                  <a:pt x="5589151" y="2294707"/>
                </a:lnTo>
                <a:lnTo>
                  <a:pt x="5585215" y="2290771"/>
                </a:lnTo>
                <a:lnTo>
                  <a:pt x="5589151" y="2275027"/>
                </a:lnTo>
                <a:lnTo>
                  <a:pt x="5577343" y="2263219"/>
                </a:lnTo>
                <a:lnTo>
                  <a:pt x="5577343" y="2251411"/>
                </a:lnTo>
                <a:lnTo>
                  <a:pt x="5593087" y="2247475"/>
                </a:lnTo>
                <a:lnTo>
                  <a:pt x="5622607" y="2247475"/>
                </a:lnTo>
                <a:lnTo>
                  <a:pt x="5614735" y="2239602"/>
                </a:lnTo>
                <a:lnTo>
                  <a:pt x="5593087" y="2239602"/>
                </a:lnTo>
                <a:lnTo>
                  <a:pt x="5577343" y="2243539"/>
                </a:lnTo>
                <a:lnTo>
                  <a:pt x="5561598" y="2229762"/>
                </a:lnTo>
                <a:lnTo>
                  <a:pt x="5557662" y="2214018"/>
                </a:lnTo>
                <a:lnTo>
                  <a:pt x="5547822" y="2202210"/>
                </a:lnTo>
                <a:lnTo>
                  <a:pt x="5543886" y="2190402"/>
                </a:lnTo>
                <a:lnTo>
                  <a:pt x="5543894" y="2190396"/>
                </a:lnTo>
                <a:lnTo>
                  <a:pt x="5543886" y="2190401"/>
                </a:lnTo>
                <a:lnTo>
                  <a:pt x="5526174" y="2166785"/>
                </a:lnTo>
                <a:lnTo>
                  <a:pt x="5522238" y="2145137"/>
                </a:lnTo>
                <a:lnTo>
                  <a:pt x="5526174" y="2127425"/>
                </a:lnTo>
                <a:lnTo>
                  <a:pt x="5526174" y="2115616"/>
                </a:lnTo>
                <a:lnTo>
                  <a:pt x="5514366" y="2099872"/>
                </a:lnTo>
                <a:lnTo>
                  <a:pt x="5522238" y="2090032"/>
                </a:lnTo>
                <a:lnTo>
                  <a:pt x="5534046" y="2082160"/>
                </a:lnTo>
                <a:lnTo>
                  <a:pt x="5551758" y="2086096"/>
                </a:lnTo>
                <a:lnTo>
                  <a:pt x="5563566" y="2103808"/>
                </a:lnTo>
                <a:lnTo>
                  <a:pt x="5555694" y="2123489"/>
                </a:lnTo>
                <a:lnTo>
                  <a:pt x="5555694" y="2123489"/>
                </a:lnTo>
                <a:lnTo>
                  <a:pt x="5563566" y="2103808"/>
                </a:lnTo>
                <a:lnTo>
                  <a:pt x="5563567" y="2103808"/>
                </a:lnTo>
                <a:lnTo>
                  <a:pt x="5551759" y="2084128"/>
                </a:lnTo>
                <a:lnTo>
                  <a:pt x="5534047" y="2080192"/>
                </a:lnTo>
                <a:lnTo>
                  <a:pt x="5522238" y="2088064"/>
                </a:lnTo>
                <a:lnTo>
                  <a:pt x="5514366" y="2099872"/>
                </a:lnTo>
                <a:lnTo>
                  <a:pt x="5490750" y="2088064"/>
                </a:lnTo>
                <a:lnTo>
                  <a:pt x="5490750" y="2088065"/>
                </a:lnTo>
                <a:lnTo>
                  <a:pt x="5471070" y="2080193"/>
                </a:lnTo>
                <a:lnTo>
                  <a:pt x="5465166" y="2064449"/>
                </a:lnTo>
                <a:lnTo>
                  <a:pt x="5441550" y="2052641"/>
                </a:lnTo>
                <a:lnTo>
                  <a:pt x="5417934" y="2038865"/>
                </a:lnTo>
                <a:lnTo>
                  <a:pt x="5404158" y="2023121"/>
                </a:lnTo>
                <a:lnTo>
                  <a:pt x="5400222" y="2007377"/>
                </a:lnTo>
                <a:lnTo>
                  <a:pt x="5392349" y="1997537"/>
                </a:lnTo>
                <a:lnTo>
                  <a:pt x="5384477" y="1981792"/>
                </a:lnTo>
                <a:lnTo>
                  <a:pt x="5372669" y="1989665"/>
                </a:lnTo>
                <a:lnTo>
                  <a:pt x="5370701" y="1997537"/>
                </a:lnTo>
                <a:lnTo>
                  <a:pt x="5359838" y="1984863"/>
                </a:lnTo>
                <a:lnTo>
                  <a:pt x="5358893" y="1987696"/>
                </a:lnTo>
                <a:lnTo>
                  <a:pt x="5358893" y="1983761"/>
                </a:lnTo>
                <a:lnTo>
                  <a:pt x="5358893" y="1969984"/>
                </a:lnTo>
                <a:lnTo>
                  <a:pt x="5329373" y="1971952"/>
                </a:lnTo>
                <a:lnTo>
                  <a:pt x="5317565" y="1983760"/>
                </a:lnTo>
                <a:lnTo>
                  <a:pt x="5319533" y="1989664"/>
                </a:lnTo>
                <a:lnTo>
                  <a:pt x="5317565" y="2017216"/>
                </a:lnTo>
                <a:lnTo>
                  <a:pt x="5347085" y="2040832"/>
                </a:lnTo>
                <a:lnTo>
                  <a:pt x="5358893" y="2058544"/>
                </a:lnTo>
                <a:lnTo>
                  <a:pt x="5372669" y="2090033"/>
                </a:lnTo>
                <a:lnTo>
                  <a:pt x="5398253" y="2103809"/>
                </a:lnTo>
                <a:lnTo>
                  <a:pt x="5421870" y="2111681"/>
                </a:lnTo>
                <a:lnTo>
                  <a:pt x="5429742" y="2127425"/>
                </a:lnTo>
                <a:lnTo>
                  <a:pt x="5437614" y="2135297"/>
                </a:lnTo>
                <a:lnTo>
                  <a:pt x="5459262" y="2139233"/>
                </a:lnTo>
                <a:lnTo>
                  <a:pt x="5459262" y="2147105"/>
                </a:lnTo>
                <a:lnTo>
                  <a:pt x="5478942" y="2153009"/>
                </a:lnTo>
                <a:lnTo>
                  <a:pt x="5496654" y="2168753"/>
                </a:lnTo>
                <a:lnTo>
                  <a:pt x="5496654" y="2180561"/>
                </a:lnTo>
                <a:lnTo>
                  <a:pt x="5492718" y="2184497"/>
                </a:lnTo>
                <a:lnTo>
                  <a:pt x="5475006" y="2172689"/>
                </a:lnTo>
                <a:lnTo>
                  <a:pt x="5463198" y="2168753"/>
                </a:lnTo>
                <a:lnTo>
                  <a:pt x="5447454" y="2168753"/>
                </a:lnTo>
                <a:lnTo>
                  <a:pt x="5443518" y="2192370"/>
                </a:lnTo>
                <a:lnTo>
                  <a:pt x="5459262" y="2208114"/>
                </a:lnTo>
                <a:lnTo>
                  <a:pt x="5459262" y="2221890"/>
                </a:lnTo>
                <a:lnTo>
                  <a:pt x="5447454" y="2229762"/>
                </a:lnTo>
                <a:lnTo>
                  <a:pt x="5441550" y="2245506"/>
                </a:lnTo>
                <a:lnTo>
                  <a:pt x="5421870" y="2261250"/>
                </a:lnTo>
                <a:lnTo>
                  <a:pt x="5413998" y="2253378"/>
                </a:lnTo>
                <a:lnTo>
                  <a:pt x="5417934" y="2241570"/>
                </a:lnTo>
                <a:lnTo>
                  <a:pt x="5433678" y="2221890"/>
                </a:lnTo>
                <a:lnTo>
                  <a:pt x="5425806" y="2208114"/>
                </a:lnTo>
                <a:lnTo>
                  <a:pt x="5425806" y="2192370"/>
                </a:lnTo>
                <a:lnTo>
                  <a:pt x="5417934" y="2180561"/>
                </a:lnTo>
                <a:lnTo>
                  <a:pt x="5406125" y="2180561"/>
                </a:lnTo>
                <a:lnTo>
                  <a:pt x="5398253" y="2176625"/>
                </a:lnTo>
                <a:lnTo>
                  <a:pt x="5396285" y="2160881"/>
                </a:lnTo>
                <a:lnTo>
                  <a:pt x="5384477" y="2156945"/>
                </a:lnTo>
                <a:lnTo>
                  <a:pt x="5376605" y="2153009"/>
                </a:lnTo>
                <a:lnTo>
                  <a:pt x="5370701" y="2153009"/>
                </a:lnTo>
                <a:lnTo>
                  <a:pt x="5358893" y="2139233"/>
                </a:lnTo>
                <a:lnTo>
                  <a:pt x="5349053" y="2139233"/>
                </a:lnTo>
                <a:lnTo>
                  <a:pt x="5325437" y="2123489"/>
                </a:lnTo>
                <a:lnTo>
                  <a:pt x="5319533" y="2111681"/>
                </a:lnTo>
                <a:lnTo>
                  <a:pt x="5307725" y="2111681"/>
                </a:lnTo>
                <a:lnTo>
                  <a:pt x="5295916" y="2095937"/>
                </a:lnTo>
                <a:lnTo>
                  <a:pt x="5290012" y="2082161"/>
                </a:lnTo>
                <a:lnTo>
                  <a:pt x="5272300" y="2070352"/>
                </a:lnTo>
                <a:lnTo>
                  <a:pt x="5272300" y="2042800"/>
                </a:lnTo>
                <a:lnTo>
                  <a:pt x="5254588" y="2017216"/>
                </a:lnTo>
                <a:lnTo>
                  <a:pt x="5242780" y="2013280"/>
                </a:lnTo>
                <a:lnTo>
                  <a:pt x="5215228" y="2017216"/>
                </a:lnTo>
                <a:lnTo>
                  <a:pt x="5197516" y="2036896"/>
                </a:lnTo>
                <a:lnTo>
                  <a:pt x="5197513" y="2036892"/>
                </a:lnTo>
                <a:lnTo>
                  <a:pt x="5181778" y="2044759"/>
                </a:lnTo>
                <a:lnTo>
                  <a:pt x="5168002" y="2052631"/>
                </a:lnTo>
                <a:lnTo>
                  <a:pt x="5156194" y="2058535"/>
                </a:lnTo>
                <a:lnTo>
                  <a:pt x="5136513" y="2062471"/>
                </a:lnTo>
                <a:lnTo>
                  <a:pt x="5124705" y="2058535"/>
                </a:lnTo>
                <a:lnTo>
                  <a:pt x="5110929" y="2058535"/>
                </a:lnTo>
                <a:lnTo>
                  <a:pt x="5087313" y="2052631"/>
                </a:lnTo>
                <a:lnTo>
                  <a:pt x="5065665" y="2062471"/>
                </a:lnTo>
                <a:lnTo>
                  <a:pt x="5057793" y="2086087"/>
                </a:lnTo>
                <a:lnTo>
                  <a:pt x="5056552" y="2086087"/>
                </a:lnTo>
                <a:lnTo>
                  <a:pt x="5061722" y="2099874"/>
                </a:lnTo>
                <a:lnTo>
                  <a:pt x="5053850" y="2123490"/>
                </a:lnTo>
                <a:lnTo>
                  <a:pt x="5026298" y="2133330"/>
                </a:lnTo>
                <a:lnTo>
                  <a:pt x="5012522" y="2137266"/>
                </a:lnTo>
                <a:lnTo>
                  <a:pt x="4992842" y="2153010"/>
                </a:lnTo>
                <a:lnTo>
                  <a:pt x="4992842" y="2160882"/>
                </a:lnTo>
                <a:lnTo>
                  <a:pt x="4977098" y="2174659"/>
                </a:lnTo>
                <a:lnTo>
                  <a:pt x="4977098" y="2202211"/>
                </a:lnTo>
                <a:lnTo>
                  <a:pt x="4981034" y="2231731"/>
                </a:lnTo>
                <a:lnTo>
                  <a:pt x="4965289" y="2247475"/>
                </a:lnTo>
                <a:lnTo>
                  <a:pt x="4963321" y="2267156"/>
                </a:lnTo>
                <a:lnTo>
                  <a:pt x="4943641" y="2275028"/>
                </a:lnTo>
                <a:lnTo>
                  <a:pt x="4931833" y="2284868"/>
                </a:lnTo>
                <a:lnTo>
                  <a:pt x="4920025" y="2288804"/>
                </a:lnTo>
                <a:lnTo>
                  <a:pt x="4916089" y="2300612"/>
                </a:lnTo>
                <a:lnTo>
                  <a:pt x="4902313" y="2312420"/>
                </a:lnTo>
                <a:lnTo>
                  <a:pt x="4882633" y="2308484"/>
                </a:lnTo>
                <a:lnTo>
                  <a:pt x="4866889" y="2304548"/>
                </a:lnTo>
                <a:lnTo>
                  <a:pt x="4841304" y="2312420"/>
                </a:lnTo>
                <a:lnTo>
                  <a:pt x="4825560" y="2326196"/>
                </a:lnTo>
                <a:lnTo>
                  <a:pt x="4809816" y="2324228"/>
                </a:lnTo>
                <a:lnTo>
                  <a:pt x="4805880" y="2320292"/>
                </a:lnTo>
                <a:lnTo>
                  <a:pt x="4796039" y="2312420"/>
                </a:lnTo>
                <a:lnTo>
                  <a:pt x="4784231" y="2288804"/>
                </a:lnTo>
                <a:lnTo>
                  <a:pt x="4772423" y="2284868"/>
                </a:lnTo>
                <a:lnTo>
                  <a:pt x="4764551" y="2290772"/>
                </a:lnTo>
                <a:lnTo>
                  <a:pt x="4768487" y="2271092"/>
                </a:lnTo>
                <a:lnTo>
                  <a:pt x="4776359" y="2259283"/>
                </a:lnTo>
                <a:lnTo>
                  <a:pt x="4768487" y="2271091"/>
                </a:lnTo>
                <a:lnTo>
                  <a:pt x="4764551" y="2290771"/>
                </a:lnTo>
                <a:lnTo>
                  <a:pt x="4752743" y="2298643"/>
                </a:lnTo>
                <a:lnTo>
                  <a:pt x="4738967" y="2294707"/>
                </a:lnTo>
                <a:lnTo>
                  <a:pt x="4723223" y="2294707"/>
                </a:lnTo>
                <a:lnTo>
                  <a:pt x="4727159" y="2278963"/>
                </a:lnTo>
                <a:lnTo>
                  <a:pt x="4727159" y="2249443"/>
                </a:lnTo>
                <a:lnTo>
                  <a:pt x="4723223" y="2241571"/>
                </a:lnTo>
                <a:lnTo>
                  <a:pt x="4715351" y="2241571"/>
                </a:lnTo>
                <a:lnTo>
                  <a:pt x="4715351" y="2212050"/>
                </a:lnTo>
                <a:lnTo>
                  <a:pt x="4723223" y="2204178"/>
                </a:lnTo>
                <a:lnTo>
                  <a:pt x="4723223" y="2188434"/>
                </a:lnTo>
                <a:lnTo>
                  <a:pt x="4731095" y="2180562"/>
                </a:lnTo>
                <a:lnTo>
                  <a:pt x="4735031" y="2154978"/>
                </a:lnTo>
                <a:lnTo>
                  <a:pt x="4731095" y="2135297"/>
                </a:lnTo>
                <a:lnTo>
                  <a:pt x="4727159" y="2121521"/>
                </a:lnTo>
                <a:lnTo>
                  <a:pt x="4731095" y="2113649"/>
                </a:lnTo>
                <a:lnTo>
                  <a:pt x="4746839" y="2117585"/>
                </a:lnTo>
                <a:lnTo>
                  <a:pt x="4772423" y="2113649"/>
                </a:lnTo>
                <a:lnTo>
                  <a:pt x="4784232" y="2109713"/>
                </a:lnTo>
                <a:lnTo>
                  <a:pt x="4796031" y="2123480"/>
                </a:lnTo>
                <a:lnTo>
                  <a:pt x="4784231" y="2107746"/>
                </a:lnTo>
                <a:lnTo>
                  <a:pt x="4772423" y="2111682"/>
                </a:lnTo>
                <a:lnTo>
                  <a:pt x="4744871" y="2115618"/>
                </a:lnTo>
                <a:lnTo>
                  <a:pt x="4731095" y="2111682"/>
                </a:lnTo>
                <a:lnTo>
                  <a:pt x="4731095" y="2095938"/>
                </a:lnTo>
                <a:lnTo>
                  <a:pt x="4715351" y="2072321"/>
                </a:lnTo>
                <a:lnTo>
                  <a:pt x="4723223" y="2058545"/>
                </a:lnTo>
                <a:lnTo>
                  <a:pt x="4742903" y="2050673"/>
                </a:lnTo>
                <a:lnTo>
                  <a:pt x="4744871" y="2038865"/>
                </a:lnTo>
                <a:lnTo>
                  <a:pt x="4760615" y="2038865"/>
                </a:lnTo>
                <a:lnTo>
                  <a:pt x="4764551" y="2046737"/>
                </a:lnTo>
                <a:lnTo>
                  <a:pt x="4801944" y="2046737"/>
                </a:lnTo>
                <a:lnTo>
                  <a:pt x="4809816" y="2042801"/>
                </a:lnTo>
                <a:lnTo>
                  <a:pt x="4825560" y="2042801"/>
                </a:lnTo>
                <a:lnTo>
                  <a:pt x="4851144" y="2050673"/>
                </a:lnTo>
                <a:lnTo>
                  <a:pt x="4870825" y="2046737"/>
                </a:lnTo>
                <a:lnTo>
                  <a:pt x="4902313" y="2054609"/>
                </a:lnTo>
                <a:lnTo>
                  <a:pt x="4931833" y="2054609"/>
                </a:lnTo>
                <a:lnTo>
                  <a:pt x="4932708" y="2055120"/>
                </a:lnTo>
                <a:lnTo>
                  <a:pt x="4943647" y="2036887"/>
                </a:lnTo>
                <a:lnTo>
                  <a:pt x="4947583" y="2013271"/>
                </a:lnTo>
                <a:lnTo>
                  <a:pt x="4947583" y="1995559"/>
                </a:lnTo>
                <a:lnTo>
                  <a:pt x="4959392" y="2003431"/>
                </a:lnTo>
                <a:lnTo>
                  <a:pt x="4955455" y="1991623"/>
                </a:lnTo>
                <a:lnTo>
                  <a:pt x="4947583" y="1987687"/>
                </a:lnTo>
                <a:lnTo>
                  <a:pt x="4943647" y="1971942"/>
                </a:lnTo>
                <a:lnTo>
                  <a:pt x="4939711" y="1954230"/>
                </a:lnTo>
                <a:lnTo>
                  <a:pt x="4947583" y="1948326"/>
                </a:lnTo>
                <a:lnTo>
                  <a:pt x="4943647" y="1940454"/>
                </a:lnTo>
                <a:lnTo>
                  <a:pt x="4916095" y="1920774"/>
                </a:lnTo>
                <a:lnTo>
                  <a:pt x="4923967" y="1908966"/>
                </a:lnTo>
                <a:lnTo>
                  <a:pt x="4910191" y="1895190"/>
                </a:lnTo>
                <a:lnTo>
                  <a:pt x="4902319" y="1895190"/>
                </a:lnTo>
                <a:lnTo>
                  <a:pt x="4894447" y="1887318"/>
                </a:lnTo>
                <a:lnTo>
                  <a:pt x="4882639" y="1887318"/>
                </a:lnTo>
                <a:lnTo>
                  <a:pt x="4862958" y="1879446"/>
                </a:lnTo>
                <a:lnTo>
                  <a:pt x="4853118" y="1871574"/>
                </a:lnTo>
                <a:lnTo>
                  <a:pt x="4853118" y="1863702"/>
                </a:lnTo>
                <a:lnTo>
                  <a:pt x="4845246" y="1855830"/>
                </a:lnTo>
                <a:lnTo>
                  <a:pt x="4853118" y="1845990"/>
                </a:lnTo>
                <a:lnTo>
                  <a:pt x="4866894" y="1847958"/>
                </a:lnTo>
                <a:lnTo>
                  <a:pt x="4878703" y="1838118"/>
                </a:lnTo>
                <a:lnTo>
                  <a:pt x="4890511" y="1838118"/>
                </a:lnTo>
                <a:lnTo>
                  <a:pt x="4910191" y="1847958"/>
                </a:lnTo>
                <a:lnTo>
                  <a:pt x="4916095" y="1845990"/>
                </a:lnTo>
                <a:lnTo>
                  <a:pt x="4927903" y="1847958"/>
                </a:lnTo>
                <a:lnTo>
                  <a:pt x="4939711" y="1838118"/>
                </a:lnTo>
                <a:lnTo>
                  <a:pt x="4931839" y="1826310"/>
                </a:lnTo>
                <a:lnTo>
                  <a:pt x="4920031" y="1806630"/>
                </a:lnTo>
                <a:lnTo>
                  <a:pt x="4920031" y="1798757"/>
                </a:lnTo>
                <a:lnTo>
                  <a:pt x="4939711" y="1798757"/>
                </a:lnTo>
                <a:lnTo>
                  <a:pt x="4951519" y="1810566"/>
                </a:lnTo>
                <a:lnTo>
                  <a:pt x="4973168" y="1810566"/>
                </a:lnTo>
                <a:lnTo>
                  <a:pt x="4973168" y="1802693"/>
                </a:lnTo>
                <a:lnTo>
                  <a:pt x="4988912" y="1794821"/>
                </a:lnTo>
                <a:lnTo>
                  <a:pt x="5012528" y="1777109"/>
                </a:lnTo>
                <a:lnTo>
                  <a:pt x="5022368" y="1743653"/>
                </a:lnTo>
                <a:lnTo>
                  <a:pt x="5045984" y="1737749"/>
                </a:lnTo>
                <a:lnTo>
                  <a:pt x="5045985" y="1737750"/>
                </a:lnTo>
                <a:lnTo>
                  <a:pt x="5055818" y="1727917"/>
                </a:lnTo>
                <a:lnTo>
                  <a:pt x="5061722" y="1723981"/>
                </a:lnTo>
                <a:lnTo>
                  <a:pt x="5075499" y="1727917"/>
                </a:lnTo>
                <a:lnTo>
                  <a:pt x="5091243" y="1723981"/>
                </a:lnTo>
                <a:lnTo>
                  <a:pt x="5101083" y="1716109"/>
                </a:lnTo>
                <a:lnTo>
                  <a:pt x="5108955" y="1722013"/>
                </a:lnTo>
                <a:lnTo>
                  <a:pt x="5124699" y="1722013"/>
                </a:lnTo>
                <a:lnTo>
                  <a:pt x="5128631" y="1739705"/>
                </a:lnTo>
                <a:lnTo>
                  <a:pt x="5124699" y="1720045"/>
                </a:lnTo>
                <a:lnTo>
                  <a:pt x="5108955" y="1720045"/>
                </a:lnTo>
                <a:lnTo>
                  <a:pt x="5101083" y="1716109"/>
                </a:lnTo>
                <a:lnTo>
                  <a:pt x="5091243" y="1723981"/>
                </a:lnTo>
                <a:lnTo>
                  <a:pt x="5075498" y="1727917"/>
                </a:lnTo>
                <a:lnTo>
                  <a:pt x="5061722" y="1723981"/>
                </a:lnTo>
                <a:lnTo>
                  <a:pt x="5071562" y="1720045"/>
                </a:lnTo>
                <a:lnTo>
                  <a:pt x="5079434" y="1720045"/>
                </a:lnTo>
                <a:lnTo>
                  <a:pt x="5087306" y="1712173"/>
                </a:lnTo>
                <a:lnTo>
                  <a:pt x="5083370" y="1708237"/>
                </a:lnTo>
                <a:lnTo>
                  <a:pt x="5087306" y="1696428"/>
                </a:lnTo>
                <a:lnTo>
                  <a:pt x="5099115" y="1682652"/>
                </a:lnTo>
                <a:lnTo>
                  <a:pt x="5105019" y="1655100"/>
                </a:lnTo>
                <a:lnTo>
                  <a:pt x="5116827" y="1655100"/>
                </a:lnTo>
                <a:lnTo>
                  <a:pt x="5124699" y="1659036"/>
                </a:lnTo>
                <a:lnTo>
                  <a:pt x="5116827" y="1666908"/>
                </a:lnTo>
                <a:lnTo>
                  <a:pt x="5120763" y="1678716"/>
                </a:lnTo>
                <a:lnTo>
                  <a:pt x="5132571" y="1666908"/>
                </a:lnTo>
                <a:lnTo>
                  <a:pt x="5136507" y="1659036"/>
                </a:lnTo>
                <a:lnTo>
                  <a:pt x="5124699" y="1647228"/>
                </a:lnTo>
                <a:lnTo>
                  <a:pt x="5124699" y="1641324"/>
                </a:lnTo>
                <a:lnTo>
                  <a:pt x="5140443" y="1629516"/>
                </a:lnTo>
                <a:lnTo>
                  <a:pt x="5169963" y="1629516"/>
                </a:lnTo>
                <a:lnTo>
                  <a:pt x="5173462" y="1636514"/>
                </a:lnTo>
                <a:lnTo>
                  <a:pt x="5173900" y="1635421"/>
                </a:lnTo>
                <a:lnTo>
                  <a:pt x="5169964" y="1629516"/>
                </a:lnTo>
                <a:lnTo>
                  <a:pt x="5175868" y="1613772"/>
                </a:lnTo>
                <a:lnTo>
                  <a:pt x="5191612" y="1613772"/>
                </a:lnTo>
                <a:lnTo>
                  <a:pt x="5203420" y="1617708"/>
                </a:lnTo>
                <a:lnTo>
                  <a:pt x="5211292" y="1613772"/>
                </a:lnTo>
                <a:lnTo>
                  <a:pt x="5223100" y="1605900"/>
                </a:lnTo>
                <a:lnTo>
                  <a:pt x="5223100" y="1586220"/>
                </a:lnTo>
                <a:lnTo>
                  <a:pt x="5215228" y="1564572"/>
                </a:lnTo>
                <a:lnTo>
                  <a:pt x="5227036" y="1560636"/>
                </a:lnTo>
                <a:lnTo>
                  <a:pt x="5215227" y="1564572"/>
                </a:lnTo>
                <a:lnTo>
                  <a:pt x="5215227" y="1542924"/>
                </a:lnTo>
                <a:lnTo>
                  <a:pt x="5199483" y="1527180"/>
                </a:lnTo>
                <a:lnTo>
                  <a:pt x="5197515" y="1503563"/>
                </a:lnTo>
                <a:lnTo>
                  <a:pt x="5199483" y="1481915"/>
                </a:lnTo>
                <a:lnTo>
                  <a:pt x="5219163" y="1470107"/>
                </a:lnTo>
                <a:lnTo>
                  <a:pt x="5230972" y="1470107"/>
                </a:lnTo>
                <a:lnTo>
                  <a:pt x="5242780" y="1454363"/>
                </a:lnTo>
                <a:lnTo>
                  <a:pt x="5258524" y="1454363"/>
                </a:lnTo>
                <a:lnTo>
                  <a:pt x="5266396" y="1474043"/>
                </a:lnTo>
                <a:lnTo>
                  <a:pt x="5282140" y="1477979"/>
                </a:lnTo>
                <a:lnTo>
                  <a:pt x="5290012" y="1481915"/>
                </a:lnTo>
                <a:lnTo>
                  <a:pt x="5282140" y="1493723"/>
                </a:lnTo>
                <a:lnTo>
                  <a:pt x="5262460" y="1497659"/>
                </a:lnTo>
                <a:lnTo>
                  <a:pt x="5262460" y="1507499"/>
                </a:lnTo>
                <a:lnTo>
                  <a:pt x="5242780" y="1523243"/>
                </a:lnTo>
                <a:lnTo>
                  <a:pt x="5238844" y="1542924"/>
                </a:lnTo>
                <a:lnTo>
                  <a:pt x="5248684" y="1560636"/>
                </a:lnTo>
                <a:lnTo>
                  <a:pt x="5248684" y="1560636"/>
                </a:lnTo>
                <a:lnTo>
                  <a:pt x="5248684" y="1564572"/>
                </a:lnTo>
                <a:lnTo>
                  <a:pt x="5260492" y="1580316"/>
                </a:lnTo>
                <a:lnTo>
                  <a:pt x="5278204" y="1582284"/>
                </a:lnTo>
                <a:lnTo>
                  <a:pt x="5284108" y="1586220"/>
                </a:lnTo>
                <a:lnTo>
                  <a:pt x="5305757" y="1590156"/>
                </a:lnTo>
                <a:lnTo>
                  <a:pt x="5319533" y="1574412"/>
                </a:lnTo>
                <a:lnTo>
                  <a:pt x="5352989" y="1568508"/>
                </a:lnTo>
                <a:lnTo>
                  <a:pt x="5352989" y="1586220"/>
                </a:lnTo>
                <a:lnTo>
                  <a:pt x="5360861" y="1586220"/>
                </a:lnTo>
                <a:lnTo>
                  <a:pt x="5372669" y="1601964"/>
                </a:lnTo>
                <a:lnTo>
                  <a:pt x="5376474" y="1624793"/>
                </a:lnTo>
                <a:lnTo>
                  <a:pt x="5376605" y="1623612"/>
                </a:lnTo>
                <a:lnTo>
                  <a:pt x="5372669" y="1601964"/>
                </a:lnTo>
                <a:lnTo>
                  <a:pt x="5394317" y="1590156"/>
                </a:lnTo>
                <a:lnTo>
                  <a:pt x="5412030" y="1590156"/>
                </a:lnTo>
                <a:lnTo>
                  <a:pt x="5435646" y="1572444"/>
                </a:lnTo>
                <a:lnTo>
                  <a:pt x="5457294" y="1564572"/>
                </a:lnTo>
                <a:lnTo>
                  <a:pt x="5465166" y="1556700"/>
                </a:lnTo>
                <a:lnTo>
                  <a:pt x="5496655" y="1560636"/>
                </a:lnTo>
                <a:lnTo>
                  <a:pt x="5498623" y="1578348"/>
                </a:lnTo>
                <a:lnTo>
                  <a:pt x="5518303" y="1582284"/>
                </a:lnTo>
                <a:lnTo>
                  <a:pt x="5534047" y="1572444"/>
                </a:lnTo>
                <a:lnTo>
                  <a:pt x="5541918" y="1574412"/>
                </a:lnTo>
                <a:lnTo>
                  <a:pt x="5536014" y="1572444"/>
                </a:lnTo>
                <a:lnTo>
                  <a:pt x="5539950" y="1562604"/>
                </a:lnTo>
                <a:lnTo>
                  <a:pt x="5536014" y="1556700"/>
                </a:lnTo>
                <a:lnTo>
                  <a:pt x="5537982" y="1546860"/>
                </a:lnTo>
                <a:lnTo>
                  <a:pt x="5569471" y="1544892"/>
                </a:lnTo>
                <a:lnTo>
                  <a:pt x="5573135" y="1541228"/>
                </a:lnTo>
                <a:lnTo>
                  <a:pt x="5565534" y="1493724"/>
                </a:lnTo>
                <a:lnTo>
                  <a:pt x="5566847" y="1492412"/>
                </a:lnTo>
                <a:lnTo>
                  <a:pt x="5559630" y="1477979"/>
                </a:lnTo>
                <a:lnTo>
                  <a:pt x="5563566" y="1462234"/>
                </a:lnTo>
                <a:lnTo>
                  <a:pt x="5575374" y="1450426"/>
                </a:lnTo>
                <a:lnTo>
                  <a:pt x="5575374" y="1420906"/>
                </a:lnTo>
                <a:lnTo>
                  <a:pt x="5595055" y="1416970"/>
                </a:lnTo>
                <a:lnTo>
                  <a:pt x="5612767" y="1409098"/>
                </a:lnTo>
                <a:lnTo>
                  <a:pt x="5620639" y="1424842"/>
                </a:lnTo>
                <a:lnTo>
                  <a:pt x="5640319" y="1446490"/>
                </a:lnTo>
                <a:lnTo>
                  <a:pt x="5658031" y="1442554"/>
                </a:lnTo>
                <a:lnTo>
                  <a:pt x="5665903" y="1409098"/>
                </a:lnTo>
                <a:lnTo>
                  <a:pt x="5661967" y="1397290"/>
                </a:lnTo>
                <a:lnTo>
                  <a:pt x="5661967" y="1393354"/>
                </a:lnTo>
                <a:lnTo>
                  <a:pt x="5654095" y="1381547"/>
                </a:lnTo>
                <a:lnTo>
                  <a:pt x="5642287" y="1375643"/>
                </a:lnTo>
                <a:lnTo>
                  <a:pt x="5642287" y="1352026"/>
                </a:lnTo>
                <a:lnTo>
                  <a:pt x="5630479" y="1346122"/>
                </a:lnTo>
                <a:lnTo>
                  <a:pt x="5630479" y="1336282"/>
                </a:lnTo>
                <a:lnTo>
                  <a:pt x="5661968" y="1316602"/>
                </a:lnTo>
                <a:lnTo>
                  <a:pt x="5683616" y="1316602"/>
                </a:lnTo>
                <a:lnTo>
                  <a:pt x="5703296" y="1306762"/>
                </a:lnTo>
                <a:lnTo>
                  <a:pt x="5715104" y="1312666"/>
                </a:lnTo>
                <a:lnTo>
                  <a:pt x="5746592" y="1318570"/>
                </a:lnTo>
                <a:lnTo>
                  <a:pt x="5736752" y="1361866"/>
                </a:lnTo>
                <a:lnTo>
                  <a:pt x="5748560" y="1385483"/>
                </a:lnTo>
                <a:lnTo>
                  <a:pt x="5748560" y="1407131"/>
                </a:lnTo>
                <a:lnTo>
                  <a:pt x="5719239" y="1409086"/>
                </a:lnTo>
                <a:lnTo>
                  <a:pt x="5750528" y="1407130"/>
                </a:lnTo>
                <a:lnTo>
                  <a:pt x="5748560" y="1436650"/>
                </a:lnTo>
                <a:lnTo>
                  <a:pt x="5748687" y="1436841"/>
                </a:lnTo>
                <a:lnTo>
                  <a:pt x="5750528" y="1411068"/>
                </a:lnTo>
                <a:lnTo>
                  <a:pt x="5750528" y="1407130"/>
                </a:lnTo>
                <a:lnTo>
                  <a:pt x="5750528" y="1389419"/>
                </a:lnTo>
                <a:lnTo>
                  <a:pt x="5738720" y="1363835"/>
                </a:lnTo>
                <a:lnTo>
                  <a:pt x="5748560" y="1318571"/>
                </a:lnTo>
                <a:lnTo>
                  <a:pt x="5764304" y="1304795"/>
                </a:lnTo>
                <a:lnTo>
                  <a:pt x="5760368" y="1296923"/>
                </a:lnTo>
                <a:lnTo>
                  <a:pt x="5780049" y="1296923"/>
                </a:lnTo>
                <a:lnTo>
                  <a:pt x="5783985" y="1289051"/>
                </a:lnTo>
                <a:lnTo>
                  <a:pt x="5813505" y="1292987"/>
                </a:lnTo>
                <a:lnTo>
                  <a:pt x="5817441" y="1273306"/>
                </a:lnTo>
                <a:lnTo>
                  <a:pt x="5803665" y="1271338"/>
                </a:lnTo>
                <a:lnTo>
                  <a:pt x="5783985" y="1271338"/>
                </a:lnTo>
                <a:lnTo>
                  <a:pt x="5770209" y="1265434"/>
                </a:lnTo>
                <a:lnTo>
                  <a:pt x="5772177" y="1245754"/>
                </a:lnTo>
                <a:lnTo>
                  <a:pt x="5772262" y="1245435"/>
                </a:lnTo>
                <a:lnTo>
                  <a:pt x="5748560" y="1255593"/>
                </a:lnTo>
                <a:lnTo>
                  <a:pt x="5738720" y="1251657"/>
                </a:lnTo>
                <a:lnTo>
                  <a:pt x="5730848" y="1255593"/>
                </a:lnTo>
                <a:lnTo>
                  <a:pt x="5703296" y="1263465"/>
                </a:lnTo>
                <a:lnTo>
                  <a:pt x="5699360" y="1271337"/>
                </a:lnTo>
                <a:lnTo>
                  <a:pt x="5681647" y="1271337"/>
                </a:lnTo>
                <a:lnTo>
                  <a:pt x="5665903" y="1281177"/>
                </a:lnTo>
                <a:lnTo>
                  <a:pt x="5654095" y="1277241"/>
                </a:lnTo>
                <a:lnTo>
                  <a:pt x="5648191" y="1285113"/>
                </a:lnTo>
                <a:lnTo>
                  <a:pt x="5632447" y="1289049"/>
                </a:lnTo>
                <a:lnTo>
                  <a:pt x="5620639" y="1285113"/>
                </a:lnTo>
                <a:lnTo>
                  <a:pt x="5620639" y="1271337"/>
                </a:lnTo>
                <a:lnTo>
                  <a:pt x="5602927" y="1271337"/>
                </a:lnTo>
                <a:lnTo>
                  <a:pt x="5598991" y="1259529"/>
                </a:lnTo>
                <a:lnTo>
                  <a:pt x="5583247" y="1259529"/>
                </a:lnTo>
                <a:lnTo>
                  <a:pt x="5579310" y="1214264"/>
                </a:lnTo>
                <a:lnTo>
                  <a:pt x="5587183" y="1206392"/>
                </a:lnTo>
                <a:lnTo>
                  <a:pt x="5579310" y="1184744"/>
                </a:lnTo>
                <a:lnTo>
                  <a:pt x="5571438" y="1149320"/>
                </a:lnTo>
                <a:lnTo>
                  <a:pt x="5571438" y="1123735"/>
                </a:lnTo>
                <a:lnTo>
                  <a:pt x="5587183" y="1107991"/>
                </a:lnTo>
                <a:lnTo>
                  <a:pt x="5587183" y="1096183"/>
                </a:lnTo>
                <a:lnTo>
                  <a:pt x="5602927" y="1092247"/>
                </a:lnTo>
                <a:lnTo>
                  <a:pt x="5606863" y="1078471"/>
                </a:lnTo>
                <a:lnTo>
                  <a:pt x="5616703" y="1066663"/>
                </a:lnTo>
                <a:lnTo>
                  <a:pt x="5628511" y="1062727"/>
                </a:lnTo>
                <a:lnTo>
                  <a:pt x="5632447" y="1043047"/>
                </a:lnTo>
                <a:lnTo>
                  <a:pt x="5648191" y="1039111"/>
                </a:lnTo>
                <a:lnTo>
                  <a:pt x="5661967" y="1021399"/>
                </a:lnTo>
                <a:lnTo>
                  <a:pt x="5673775" y="984006"/>
                </a:lnTo>
                <a:lnTo>
                  <a:pt x="5685584" y="984006"/>
                </a:lnTo>
                <a:lnTo>
                  <a:pt x="5693456" y="972198"/>
                </a:lnTo>
                <a:lnTo>
                  <a:pt x="5693456" y="960390"/>
                </a:lnTo>
                <a:lnTo>
                  <a:pt x="5693456" y="948582"/>
                </a:lnTo>
                <a:lnTo>
                  <a:pt x="5669839" y="926934"/>
                </a:lnTo>
                <a:lnTo>
                  <a:pt x="5652127" y="919062"/>
                </a:lnTo>
                <a:lnTo>
                  <a:pt x="5648191" y="897413"/>
                </a:lnTo>
                <a:lnTo>
                  <a:pt x="5648191" y="848213"/>
                </a:lnTo>
                <a:lnTo>
                  <a:pt x="5646223" y="847032"/>
                </a:lnTo>
                <a:lnTo>
                  <a:pt x="5646223" y="865926"/>
                </a:lnTo>
                <a:lnTo>
                  <a:pt x="5646223" y="895446"/>
                </a:lnTo>
                <a:lnTo>
                  <a:pt x="5650159" y="919062"/>
                </a:lnTo>
                <a:lnTo>
                  <a:pt x="5624575" y="930870"/>
                </a:lnTo>
                <a:lnTo>
                  <a:pt x="5604895" y="926934"/>
                </a:lnTo>
                <a:lnTo>
                  <a:pt x="5600959" y="938743"/>
                </a:lnTo>
                <a:lnTo>
                  <a:pt x="5585215" y="952519"/>
                </a:lnTo>
                <a:lnTo>
                  <a:pt x="5585215" y="964327"/>
                </a:lnTo>
                <a:lnTo>
                  <a:pt x="5571439" y="989911"/>
                </a:lnTo>
                <a:lnTo>
                  <a:pt x="5575375" y="997783"/>
                </a:lnTo>
                <a:lnTo>
                  <a:pt x="5577343" y="1013527"/>
                </a:lnTo>
                <a:lnTo>
                  <a:pt x="5559630" y="1039111"/>
                </a:lnTo>
                <a:lnTo>
                  <a:pt x="5536014" y="1062728"/>
                </a:lnTo>
                <a:lnTo>
                  <a:pt x="5518302" y="1078472"/>
                </a:lnTo>
                <a:lnTo>
                  <a:pt x="5502558" y="1096184"/>
                </a:lnTo>
                <a:lnTo>
                  <a:pt x="5482878" y="1107992"/>
                </a:lnTo>
                <a:lnTo>
                  <a:pt x="5478942" y="1141448"/>
                </a:lnTo>
                <a:lnTo>
                  <a:pt x="5463198" y="1153256"/>
                </a:lnTo>
                <a:lnTo>
                  <a:pt x="5463198" y="1176873"/>
                </a:lnTo>
                <a:lnTo>
                  <a:pt x="5467134" y="1184745"/>
                </a:lnTo>
                <a:lnTo>
                  <a:pt x="5461230" y="1194585"/>
                </a:lnTo>
                <a:lnTo>
                  <a:pt x="5461230" y="1237881"/>
                </a:lnTo>
                <a:lnTo>
                  <a:pt x="5482878" y="1251657"/>
                </a:lnTo>
                <a:lnTo>
                  <a:pt x="5502558" y="1275274"/>
                </a:lnTo>
                <a:lnTo>
                  <a:pt x="5502558" y="1316602"/>
                </a:lnTo>
                <a:lnTo>
                  <a:pt x="5482878" y="1340218"/>
                </a:lnTo>
                <a:lnTo>
                  <a:pt x="5475006" y="1340218"/>
                </a:lnTo>
                <a:lnTo>
                  <a:pt x="5463198" y="1348090"/>
                </a:lnTo>
                <a:lnTo>
                  <a:pt x="5463198" y="1359898"/>
                </a:lnTo>
                <a:lnTo>
                  <a:pt x="5453358" y="1355962"/>
                </a:lnTo>
                <a:lnTo>
                  <a:pt x="5441549" y="1371706"/>
                </a:lnTo>
                <a:lnTo>
                  <a:pt x="5445486" y="1416971"/>
                </a:lnTo>
                <a:lnTo>
                  <a:pt x="5437613" y="1446491"/>
                </a:lnTo>
                <a:lnTo>
                  <a:pt x="5421869" y="1481915"/>
                </a:lnTo>
                <a:lnTo>
                  <a:pt x="5412029" y="1491756"/>
                </a:lnTo>
                <a:lnTo>
                  <a:pt x="5392349" y="1491756"/>
                </a:lnTo>
                <a:lnTo>
                  <a:pt x="5372669" y="1519308"/>
                </a:lnTo>
                <a:lnTo>
                  <a:pt x="5364797" y="1523244"/>
                </a:lnTo>
                <a:lnTo>
                  <a:pt x="5352989" y="1523244"/>
                </a:lnTo>
                <a:lnTo>
                  <a:pt x="5343149" y="1515372"/>
                </a:lnTo>
                <a:lnTo>
                  <a:pt x="5335277" y="1495692"/>
                </a:lnTo>
                <a:lnTo>
                  <a:pt x="5335277" y="1470107"/>
                </a:lnTo>
                <a:lnTo>
                  <a:pt x="5319532" y="1458299"/>
                </a:lnTo>
                <a:lnTo>
                  <a:pt x="5317564" y="1438619"/>
                </a:lnTo>
                <a:lnTo>
                  <a:pt x="5307724" y="1428779"/>
                </a:lnTo>
                <a:lnTo>
                  <a:pt x="5313628" y="1389419"/>
                </a:lnTo>
                <a:lnTo>
                  <a:pt x="5295916" y="1375642"/>
                </a:lnTo>
                <a:lnTo>
                  <a:pt x="5297491" y="1371865"/>
                </a:lnTo>
                <a:lnTo>
                  <a:pt x="5290012" y="1359898"/>
                </a:lnTo>
                <a:lnTo>
                  <a:pt x="5290012" y="1340218"/>
                </a:lnTo>
                <a:lnTo>
                  <a:pt x="5276236" y="1330378"/>
                </a:lnTo>
                <a:lnTo>
                  <a:pt x="5278204" y="1312666"/>
                </a:lnTo>
                <a:lnTo>
                  <a:pt x="5276236" y="1306762"/>
                </a:lnTo>
                <a:lnTo>
                  <a:pt x="5266395" y="1316602"/>
                </a:lnTo>
                <a:lnTo>
                  <a:pt x="5266395" y="1330378"/>
                </a:lnTo>
                <a:lnTo>
                  <a:pt x="5254587" y="1340218"/>
                </a:lnTo>
                <a:lnTo>
                  <a:pt x="5242779" y="1346122"/>
                </a:lnTo>
                <a:lnTo>
                  <a:pt x="5242779" y="1336282"/>
                </a:lnTo>
                <a:lnTo>
                  <a:pt x="5230971" y="1346122"/>
                </a:lnTo>
                <a:lnTo>
                  <a:pt x="5230971" y="1352026"/>
                </a:lnTo>
                <a:lnTo>
                  <a:pt x="5213259" y="1379579"/>
                </a:lnTo>
                <a:lnTo>
                  <a:pt x="5201451" y="1385483"/>
                </a:lnTo>
                <a:lnTo>
                  <a:pt x="5185707" y="1397291"/>
                </a:lnTo>
                <a:lnTo>
                  <a:pt x="5167995" y="1405163"/>
                </a:lnTo>
                <a:lnTo>
                  <a:pt x="5156187" y="1389419"/>
                </a:lnTo>
                <a:lnTo>
                  <a:pt x="5167995" y="1375643"/>
                </a:lnTo>
                <a:lnTo>
                  <a:pt x="5160123" y="1375643"/>
                </a:lnTo>
                <a:lnTo>
                  <a:pt x="5152251" y="1379579"/>
                </a:lnTo>
                <a:lnTo>
                  <a:pt x="5140442" y="1379579"/>
                </a:lnTo>
                <a:lnTo>
                  <a:pt x="5140442" y="1367770"/>
                </a:lnTo>
                <a:lnTo>
                  <a:pt x="5132570" y="1363834"/>
                </a:lnTo>
                <a:lnTo>
                  <a:pt x="5124698" y="1352026"/>
                </a:lnTo>
                <a:lnTo>
                  <a:pt x="5124698" y="1346122"/>
                </a:lnTo>
                <a:lnTo>
                  <a:pt x="5140442" y="1340218"/>
                </a:lnTo>
                <a:lnTo>
                  <a:pt x="5140442" y="1330378"/>
                </a:lnTo>
                <a:lnTo>
                  <a:pt x="5148315" y="1318570"/>
                </a:lnTo>
                <a:lnTo>
                  <a:pt x="5136506" y="1316602"/>
                </a:lnTo>
                <a:lnTo>
                  <a:pt x="5132570" y="1324474"/>
                </a:lnTo>
                <a:lnTo>
                  <a:pt x="5122730" y="1328410"/>
                </a:lnTo>
                <a:lnTo>
                  <a:pt x="5122730" y="1316602"/>
                </a:lnTo>
                <a:lnTo>
                  <a:pt x="5124698" y="1304794"/>
                </a:lnTo>
                <a:lnTo>
                  <a:pt x="5136506" y="1300858"/>
                </a:lnTo>
                <a:lnTo>
                  <a:pt x="5140442" y="1289050"/>
                </a:lnTo>
                <a:lnTo>
                  <a:pt x="5156187" y="1271338"/>
                </a:lnTo>
                <a:lnTo>
                  <a:pt x="5156187" y="1259529"/>
                </a:lnTo>
                <a:lnTo>
                  <a:pt x="5152251" y="1263466"/>
                </a:lnTo>
                <a:lnTo>
                  <a:pt x="5140442" y="1275274"/>
                </a:lnTo>
                <a:lnTo>
                  <a:pt x="5128634" y="1275274"/>
                </a:lnTo>
                <a:lnTo>
                  <a:pt x="5122730" y="1271338"/>
                </a:lnTo>
                <a:lnTo>
                  <a:pt x="5128634" y="1263466"/>
                </a:lnTo>
                <a:lnTo>
                  <a:pt x="5128634" y="1251657"/>
                </a:lnTo>
                <a:lnTo>
                  <a:pt x="5118794" y="1247721"/>
                </a:lnTo>
                <a:lnTo>
                  <a:pt x="5118794" y="1239849"/>
                </a:lnTo>
                <a:lnTo>
                  <a:pt x="5136506" y="1233945"/>
                </a:lnTo>
                <a:lnTo>
                  <a:pt x="5144378" y="1237881"/>
                </a:lnTo>
                <a:lnTo>
                  <a:pt x="5156187" y="1233945"/>
                </a:lnTo>
                <a:lnTo>
                  <a:pt x="5167995" y="1230009"/>
                </a:lnTo>
                <a:lnTo>
                  <a:pt x="5177835" y="1226073"/>
                </a:lnTo>
                <a:lnTo>
                  <a:pt x="5177835" y="1218201"/>
                </a:lnTo>
                <a:lnTo>
                  <a:pt x="5167995" y="1222137"/>
                </a:lnTo>
                <a:lnTo>
                  <a:pt x="5160123" y="1226073"/>
                </a:lnTo>
                <a:lnTo>
                  <a:pt x="5132570" y="1226073"/>
                </a:lnTo>
                <a:lnTo>
                  <a:pt x="5124698" y="1230009"/>
                </a:lnTo>
                <a:lnTo>
                  <a:pt x="5114858" y="1226073"/>
                </a:lnTo>
                <a:lnTo>
                  <a:pt x="5114858" y="1206393"/>
                </a:lnTo>
                <a:lnTo>
                  <a:pt x="5114858" y="1188681"/>
                </a:lnTo>
                <a:lnTo>
                  <a:pt x="5118794" y="1184745"/>
                </a:lnTo>
                <a:lnTo>
                  <a:pt x="5118794" y="1176873"/>
                </a:lnTo>
                <a:lnTo>
                  <a:pt x="5124698" y="1169001"/>
                </a:lnTo>
                <a:lnTo>
                  <a:pt x="5132570" y="1165065"/>
                </a:lnTo>
                <a:lnTo>
                  <a:pt x="5144378" y="1149320"/>
                </a:lnTo>
                <a:lnTo>
                  <a:pt x="5167995" y="1147352"/>
                </a:lnTo>
                <a:lnTo>
                  <a:pt x="5167995" y="1141448"/>
                </a:lnTo>
                <a:lnTo>
                  <a:pt x="5160123" y="1139480"/>
                </a:lnTo>
                <a:lnTo>
                  <a:pt x="5160123" y="1131608"/>
                </a:lnTo>
                <a:lnTo>
                  <a:pt x="5171931" y="1127672"/>
                </a:lnTo>
                <a:lnTo>
                  <a:pt x="5171931" y="1119800"/>
                </a:lnTo>
                <a:lnTo>
                  <a:pt x="5185707" y="1107992"/>
                </a:lnTo>
                <a:lnTo>
                  <a:pt x="5197515" y="1107992"/>
                </a:lnTo>
                <a:lnTo>
                  <a:pt x="5201451" y="1100120"/>
                </a:lnTo>
                <a:lnTo>
                  <a:pt x="5217195" y="1090280"/>
                </a:lnTo>
                <a:lnTo>
                  <a:pt x="5227035" y="1090280"/>
                </a:lnTo>
                <a:lnTo>
                  <a:pt x="5230971" y="1082408"/>
                </a:lnTo>
                <a:lnTo>
                  <a:pt x="5238843" y="1078472"/>
                </a:lnTo>
                <a:lnTo>
                  <a:pt x="5242779" y="1054856"/>
                </a:lnTo>
                <a:lnTo>
                  <a:pt x="5284108" y="1017463"/>
                </a:lnTo>
                <a:lnTo>
                  <a:pt x="5284108" y="1005655"/>
                </a:lnTo>
                <a:lnTo>
                  <a:pt x="5307724" y="976135"/>
                </a:lnTo>
                <a:lnTo>
                  <a:pt x="5319532" y="976135"/>
                </a:lnTo>
                <a:lnTo>
                  <a:pt x="5329372" y="960391"/>
                </a:lnTo>
                <a:lnTo>
                  <a:pt x="5319532" y="964327"/>
                </a:lnTo>
                <a:lnTo>
                  <a:pt x="5319532" y="956455"/>
                </a:lnTo>
                <a:lnTo>
                  <a:pt x="5325436" y="948583"/>
                </a:lnTo>
                <a:lnTo>
                  <a:pt x="5331340" y="926934"/>
                </a:lnTo>
                <a:lnTo>
                  <a:pt x="5331340" y="907254"/>
                </a:lnTo>
                <a:lnTo>
                  <a:pt x="5352988" y="903318"/>
                </a:lnTo>
                <a:lnTo>
                  <a:pt x="5364796" y="895446"/>
                </a:lnTo>
                <a:lnTo>
                  <a:pt x="5354956" y="889542"/>
                </a:lnTo>
                <a:lnTo>
                  <a:pt x="5341180" y="893478"/>
                </a:lnTo>
                <a:lnTo>
                  <a:pt x="5341180" y="877734"/>
                </a:lnTo>
                <a:lnTo>
                  <a:pt x="5347084" y="873798"/>
                </a:lnTo>
                <a:lnTo>
                  <a:pt x="5364796" y="858054"/>
                </a:lnTo>
                <a:lnTo>
                  <a:pt x="5376604" y="850182"/>
                </a:lnTo>
                <a:lnTo>
                  <a:pt x="5388413" y="850182"/>
                </a:lnTo>
                <a:lnTo>
                  <a:pt x="5400221" y="844278"/>
                </a:lnTo>
                <a:lnTo>
                  <a:pt x="5384476" y="840342"/>
                </a:lnTo>
                <a:lnTo>
                  <a:pt x="5400221" y="836406"/>
                </a:lnTo>
                <a:lnTo>
                  <a:pt x="5412029" y="836406"/>
                </a:lnTo>
                <a:lnTo>
                  <a:pt x="5415965" y="828533"/>
                </a:lnTo>
                <a:lnTo>
                  <a:pt x="5392349" y="828533"/>
                </a:lnTo>
                <a:lnTo>
                  <a:pt x="5417933" y="804917"/>
                </a:lnTo>
                <a:lnTo>
                  <a:pt x="5425805" y="812789"/>
                </a:lnTo>
                <a:lnTo>
                  <a:pt x="5433677" y="812789"/>
                </a:lnTo>
                <a:lnTo>
                  <a:pt x="5433677" y="799013"/>
                </a:lnTo>
                <a:lnTo>
                  <a:pt x="5457293" y="799013"/>
                </a:lnTo>
                <a:lnTo>
                  <a:pt x="5457293" y="791141"/>
                </a:lnTo>
                <a:lnTo>
                  <a:pt x="5445485" y="791141"/>
                </a:lnTo>
                <a:lnTo>
                  <a:pt x="5429741" y="791141"/>
                </a:lnTo>
                <a:lnTo>
                  <a:pt x="5441549" y="779333"/>
                </a:lnTo>
                <a:lnTo>
                  <a:pt x="5457293" y="783269"/>
                </a:lnTo>
                <a:lnTo>
                  <a:pt x="5469101" y="775397"/>
                </a:lnTo>
                <a:lnTo>
                  <a:pt x="5463197" y="767525"/>
                </a:lnTo>
                <a:lnTo>
                  <a:pt x="5475005" y="755717"/>
                </a:lnTo>
                <a:lnTo>
                  <a:pt x="5486813" y="753749"/>
                </a:lnTo>
                <a:lnTo>
                  <a:pt x="5490749" y="759653"/>
                </a:lnTo>
                <a:lnTo>
                  <a:pt x="5498621" y="753749"/>
                </a:lnTo>
                <a:lnTo>
                  <a:pt x="5502557" y="745877"/>
                </a:lnTo>
                <a:lnTo>
                  <a:pt x="5510430" y="749813"/>
                </a:lnTo>
                <a:lnTo>
                  <a:pt x="5516334" y="749813"/>
                </a:lnTo>
                <a:lnTo>
                  <a:pt x="5514366" y="741941"/>
                </a:lnTo>
                <a:lnTo>
                  <a:pt x="5506493" y="738005"/>
                </a:lnTo>
                <a:lnTo>
                  <a:pt x="5510430" y="730133"/>
                </a:lnTo>
                <a:lnTo>
                  <a:pt x="5520270" y="730133"/>
                </a:lnTo>
                <a:lnTo>
                  <a:pt x="5524206" y="738005"/>
                </a:lnTo>
                <a:lnTo>
                  <a:pt x="5532078" y="726196"/>
                </a:lnTo>
                <a:lnTo>
                  <a:pt x="5539950" y="722260"/>
                </a:lnTo>
                <a:lnTo>
                  <a:pt x="5547822" y="722260"/>
                </a:lnTo>
                <a:lnTo>
                  <a:pt x="5539950" y="730133"/>
                </a:lnTo>
                <a:lnTo>
                  <a:pt x="5539950" y="741941"/>
                </a:lnTo>
                <a:lnTo>
                  <a:pt x="5539950" y="749813"/>
                </a:lnTo>
                <a:lnTo>
                  <a:pt x="5547822" y="749813"/>
                </a:lnTo>
                <a:lnTo>
                  <a:pt x="5555694" y="741941"/>
                </a:lnTo>
                <a:lnTo>
                  <a:pt x="5555694" y="730133"/>
                </a:lnTo>
                <a:lnTo>
                  <a:pt x="5563566" y="722260"/>
                </a:lnTo>
                <a:lnTo>
                  <a:pt x="5581278" y="722260"/>
                </a:lnTo>
                <a:lnTo>
                  <a:pt x="5585214" y="726196"/>
                </a:lnTo>
                <a:lnTo>
                  <a:pt x="5593086" y="726196"/>
                </a:lnTo>
                <a:lnTo>
                  <a:pt x="5597022" y="718324"/>
                </a:lnTo>
                <a:lnTo>
                  <a:pt x="5569470" y="710452"/>
                </a:lnTo>
                <a:lnTo>
                  <a:pt x="5573406" y="704548"/>
                </a:lnTo>
                <a:lnTo>
                  <a:pt x="5585214" y="700614"/>
                </a:lnTo>
                <a:lnTo>
                  <a:pt x="5600958" y="704548"/>
                </a:lnTo>
                <a:lnTo>
                  <a:pt x="5616702" y="716356"/>
                </a:lnTo>
                <a:lnTo>
                  <a:pt x="5618670" y="718324"/>
                </a:lnTo>
                <a:lnTo>
                  <a:pt x="5638351" y="718324"/>
                </a:lnTo>
                <a:lnTo>
                  <a:pt x="5634415" y="706516"/>
                </a:lnTo>
                <a:lnTo>
                  <a:pt x="5646223" y="700614"/>
                </a:lnTo>
                <a:lnTo>
                  <a:pt x="5658031" y="698647"/>
                </a:lnTo>
                <a:lnTo>
                  <a:pt x="5665903" y="688806"/>
                </a:lnTo>
                <a:lnTo>
                  <a:pt x="5671807" y="686838"/>
                </a:lnTo>
                <a:lnTo>
                  <a:pt x="5665903" y="676998"/>
                </a:lnTo>
                <a:lnTo>
                  <a:pt x="5667871" y="671093"/>
                </a:lnTo>
                <a:lnTo>
                  <a:pt x="5675743" y="671093"/>
                </a:lnTo>
                <a:lnTo>
                  <a:pt x="5691488" y="671093"/>
                </a:lnTo>
                <a:lnTo>
                  <a:pt x="5699359" y="671093"/>
                </a:lnTo>
                <a:lnTo>
                  <a:pt x="5703295" y="676998"/>
                </a:lnTo>
                <a:lnTo>
                  <a:pt x="5687551" y="686838"/>
                </a:lnTo>
                <a:lnTo>
                  <a:pt x="5679679" y="698647"/>
                </a:lnTo>
                <a:lnTo>
                  <a:pt x="5675743" y="710452"/>
                </a:lnTo>
                <a:lnTo>
                  <a:pt x="5699359" y="700614"/>
                </a:lnTo>
                <a:lnTo>
                  <a:pt x="5703295" y="692741"/>
                </a:lnTo>
                <a:lnTo>
                  <a:pt x="5715103" y="675029"/>
                </a:lnTo>
                <a:lnTo>
                  <a:pt x="5728879" y="675029"/>
                </a:lnTo>
                <a:lnTo>
                  <a:pt x="5721007" y="682902"/>
                </a:lnTo>
                <a:lnTo>
                  <a:pt x="5728879" y="688806"/>
                </a:lnTo>
                <a:lnTo>
                  <a:pt x="5736751" y="675029"/>
                </a:lnTo>
                <a:lnTo>
                  <a:pt x="5732815" y="663221"/>
                </a:lnTo>
                <a:lnTo>
                  <a:pt x="5760368" y="665190"/>
                </a:lnTo>
                <a:lnTo>
                  <a:pt x="5772176" y="675029"/>
                </a:lnTo>
                <a:lnTo>
                  <a:pt x="5760368" y="682902"/>
                </a:lnTo>
                <a:lnTo>
                  <a:pt x="5772176" y="688806"/>
                </a:lnTo>
                <a:lnTo>
                  <a:pt x="5778080" y="676998"/>
                </a:lnTo>
                <a:lnTo>
                  <a:pt x="5793824" y="675029"/>
                </a:lnTo>
                <a:lnTo>
                  <a:pt x="5831216" y="698647"/>
                </a:lnTo>
                <a:lnTo>
                  <a:pt x="5813504" y="710452"/>
                </a:lnTo>
                <a:lnTo>
                  <a:pt x="5782016" y="706516"/>
                </a:lnTo>
                <a:lnTo>
                  <a:pt x="5778080" y="710452"/>
                </a:lnTo>
                <a:lnTo>
                  <a:pt x="5805632" y="722260"/>
                </a:lnTo>
                <a:lnTo>
                  <a:pt x="5805632" y="726196"/>
                </a:lnTo>
                <a:lnTo>
                  <a:pt x="5813504" y="730133"/>
                </a:lnTo>
                <a:lnTo>
                  <a:pt x="5827280" y="722260"/>
                </a:lnTo>
                <a:lnTo>
                  <a:pt x="5839088" y="730133"/>
                </a:lnTo>
                <a:lnTo>
                  <a:pt x="5826616" y="735384"/>
                </a:lnTo>
                <a:lnTo>
                  <a:pt x="5839089" y="732102"/>
                </a:lnTo>
                <a:lnTo>
                  <a:pt x="5856801" y="732102"/>
                </a:lnTo>
                <a:lnTo>
                  <a:pt x="5856801" y="720294"/>
                </a:lnTo>
                <a:lnTo>
                  <a:pt x="5872545" y="720294"/>
                </a:lnTo>
                <a:lnTo>
                  <a:pt x="5894194" y="728166"/>
                </a:lnTo>
                <a:lnTo>
                  <a:pt x="5894194" y="734070"/>
                </a:lnTo>
                <a:lnTo>
                  <a:pt x="5874513" y="736038"/>
                </a:lnTo>
                <a:lnTo>
                  <a:pt x="5880417" y="745878"/>
                </a:lnTo>
                <a:lnTo>
                  <a:pt x="5898130" y="747846"/>
                </a:lnTo>
                <a:lnTo>
                  <a:pt x="5911906" y="753750"/>
                </a:lnTo>
                <a:lnTo>
                  <a:pt x="5939458" y="751782"/>
                </a:lnTo>
                <a:lnTo>
                  <a:pt x="5980786" y="759654"/>
                </a:lnTo>
                <a:lnTo>
                  <a:pt x="6022115" y="783270"/>
                </a:lnTo>
                <a:lnTo>
                  <a:pt x="6057539" y="793110"/>
                </a:lnTo>
                <a:lnTo>
                  <a:pt x="6073283" y="800982"/>
                </a:lnTo>
                <a:lnTo>
                  <a:pt x="6083123" y="810822"/>
                </a:lnTo>
                <a:lnTo>
                  <a:pt x="6096899" y="810822"/>
                </a:lnTo>
                <a:lnTo>
                  <a:pt x="6112644" y="818694"/>
                </a:lnTo>
                <a:lnTo>
                  <a:pt x="6124452" y="828535"/>
                </a:lnTo>
                <a:lnTo>
                  <a:pt x="6124452" y="865927"/>
                </a:lnTo>
                <a:lnTo>
                  <a:pt x="6065411" y="907255"/>
                </a:lnTo>
                <a:lnTo>
                  <a:pt x="6031955" y="903319"/>
                </a:lnTo>
                <a:lnTo>
                  <a:pt x="5990626" y="889543"/>
                </a:lnTo>
                <a:lnTo>
                  <a:pt x="5955202" y="877735"/>
                </a:lnTo>
                <a:lnTo>
                  <a:pt x="5927650" y="865927"/>
                </a:lnTo>
                <a:lnTo>
                  <a:pt x="5909938" y="865927"/>
                </a:lnTo>
                <a:lnTo>
                  <a:pt x="5876481" y="846247"/>
                </a:lnTo>
                <a:lnTo>
                  <a:pt x="5874513" y="858055"/>
                </a:lnTo>
                <a:lnTo>
                  <a:pt x="5909938" y="881671"/>
                </a:lnTo>
                <a:lnTo>
                  <a:pt x="5941426" y="915127"/>
                </a:lnTo>
                <a:lnTo>
                  <a:pt x="5945362" y="934807"/>
                </a:lnTo>
                <a:lnTo>
                  <a:pt x="5929618" y="958424"/>
                </a:lnTo>
                <a:lnTo>
                  <a:pt x="5945362" y="976136"/>
                </a:lnTo>
                <a:lnTo>
                  <a:pt x="5941426" y="1011560"/>
                </a:lnTo>
                <a:lnTo>
                  <a:pt x="5943394" y="1027304"/>
                </a:lnTo>
                <a:lnTo>
                  <a:pt x="5965042" y="1021400"/>
                </a:lnTo>
                <a:lnTo>
                  <a:pt x="5992594" y="1050920"/>
                </a:lnTo>
                <a:lnTo>
                  <a:pt x="6028019" y="1045016"/>
                </a:lnTo>
                <a:lnTo>
                  <a:pt x="6035891" y="1033208"/>
                </a:lnTo>
                <a:lnTo>
                  <a:pt x="6022115" y="1023368"/>
                </a:lnTo>
                <a:lnTo>
                  <a:pt x="6010307" y="1019432"/>
                </a:lnTo>
                <a:lnTo>
                  <a:pt x="5990626" y="991880"/>
                </a:lnTo>
                <a:lnTo>
                  <a:pt x="6000467" y="966296"/>
                </a:lnTo>
                <a:lnTo>
                  <a:pt x="6012275" y="968264"/>
                </a:lnTo>
                <a:lnTo>
                  <a:pt x="6022115" y="984008"/>
                </a:lnTo>
                <a:lnTo>
                  <a:pt x="6063443" y="1001720"/>
                </a:lnTo>
                <a:lnTo>
                  <a:pt x="6094931" y="999752"/>
                </a:lnTo>
                <a:lnTo>
                  <a:pt x="6100835" y="984008"/>
                </a:lnTo>
                <a:lnTo>
                  <a:pt x="6081155" y="940712"/>
                </a:lnTo>
                <a:lnTo>
                  <a:pt x="6116580" y="911191"/>
                </a:lnTo>
                <a:lnTo>
                  <a:pt x="6142164" y="895447"/>
                </a:lnTo>
                <a:lnTo>
                  <a:pt x="6142164" y="875767"/>
                </a:lnTo>
                <a:lnTo>
                  <a:pt x="6169716" y="877735"/>
                </a:lnTo>
                <a:lnTo>
                  <a:pt x="6203172" y="899383"/>
                </a:lnTo>
                <a:lnTo>
                  <a:pt x="6220885" y="854119"/>
                </a:lnTo>
                <a:lnTo>
                  <a:pt x="6199236" y="844279"/>
                </a:lnTo>
                <a:lnTo>
                  <a:pt x="6199236" y="834439"/>
                </a:lnTo>
                <a:lnTo>
                  <a:pt x="6209076" y="828535"/>
                </a:lnTo>
                <a:lnTo>
                  <a:pt x="6209076" y="804918"/>
                </a:lnTo>
                <a:lnTo>
                  <a:pt x="6199236" y="797046"/>
                </a:lnTo>
                <a:lnTo>
                  <a:pt x="6181524" y="787206"/>
                </a:lnTo>
                <a:lnTo>
                  <a:pt x="6181524" y="781302"/>
                </a:lnTo>
                <a:lnTo>
                  <a:pt x="6195300" y="779334"/>
                </a:lnTo>
                <a:lnTo>
                  <a:pt x="6230725" y="783270"/>
                </a:lnTo>
                <a:lnTo>
                  <a:pt x="6264181" y="793110"/>
                </a:lnTo>
                <a:lnTo>
                  <a:pt x="6283861" y="814758"/>
                </a:lnTo>
                <a:lnTo>
                  <a:pt x="6244501" y="820662"/>
                </a:lnTo>
                <a:lnTo>
                  <a:pt x="6242533" y="828535"/>
                </a:lnTo>
                <a:lnTo>
                  <a:pt x="6230725" y="834439"/>
                </a:lnTo>
                <a:lnTo>
                  <a:pt x="6246469" y="844279"/>
                </a:lnTo>
                <a:lnTo>
                  <a:pt x="6250405" y="852151"/>
                </a:lnTo>
                <a:lnTo>
                  <a:pt x="6283861" y="861991"/>
                </a:lnTo>
                <a:lnTo>
                  <a:pt x="6309445" y="852151"/>
                </a:lnTo>
                <a:lnTo>
                  <a:pt x="6311413" y="836407"/>
                </a:lnTo>
                <a:lnTo>
                  <a:pt x="6309445" y="822630"/>
                </a:lnTo>
                <a:lnTo>
                  <a:pt x="6319285" y="820662"/>
                </a:lnTo>
                <a:lnTo>
                  <a:pt x="6329125" y="828535"/>
                </a:lnTo>
                <a:lnTo>
                  <a:pt x="6338966" y="828535"/>
                </a:lnTo>
                <a:lnTo>
                  <a:pt x="6338966" y="816726"/>
                </a:lnTo>
                <a:lnTo>
                  <a:pt x="6362582" y="816726"/>
                </a:lnTo>
                <a:lnTo>
                  <a:pt x="6380294" y="804918"/>
                </a:lnTo>
                <a:lnTo>
                  <a:pt x="6396038" y="793110"/>
                </a:lnTo>
                <a:lnTo>
                  <a:pt x="6421622" y="787206"/>
                </a:lnTo>
                <a:lnTo>
                  <a:pt x="6433430" y="787206"/>
                </a:lnTo>
                <a:lnTo>
                  <a:pt x="6435398" y="793110"/>
                </a:lnTo>
                <a:lnTo>
                  <a:pt x="6447207" y="789174"/>
                </a:lnTo>
                <a:lnTo>
                  <a:pt x="6445238" y="781302"/>
                </a:lnTo>
                <a:lnTo>
                  <a:pt x="6459015" y="779334"/>
                </a:lnTo>
                <a:lnTo>
                  <a:pt x="6474759" y="769494"/>
                </a:lnTo>
                <a:lnTo>
                  <a:pt x="6494439" y="767526"/>
                </a:lnTo>
                <a:lnTo>
                  <a:pt x="6482631" y="775398"/>
                </a:lnTo>
                <a:lnTo>
                  <a:pt x="6490503" y="787206"/>
                </a:lnTo>
                <a:lnTo>
                  <a:pt x="6474759" y="797046"/>
                </a:lnTo>
                <a:lnTo>
                  <a:pt x="6482631" y="802950"/>
                </a:lnTo>
                <a:lnTo>
                  <a:pt x="6498375" y="797046"/>
                </a:lnTo>
                <a:lnTo>
                  <a:pt x="6502311" y="800982"/>
                </a:lnTo>
                <a:lnTo>
                  <a:pt x="6521991" y="800982"/>
                </a:lnTo>
                <a:lnTo>
                  <a:pt x="6518055" y="793110"/>
                </a:lnTo>
                <a:lnTo>
                  <a:pt x="6531831" y="783270"/>
                </a:lnTo>
                <a:lnTo>
                  <a:pt x="6547575" y="783270"/>
                </a:lnTo>
                <a:lnTo>
                  <a:pt x="6549543" y="787206"/>
                </a:lnTo>
                <a:lnTo>
                  <a:pt x="6573160" y="787206"/>
                </a:lnTo>
                <a:lnTo>
                  <a:pt x="6588904" y="775398"/>
                </a:lnTo>
                <a:lnTo>
                  <a:pt x="6604648" y="775398"/>
                </a:lnTo>
                <a:lnTo>
                  <a:pt x="6622360" y="765558"/>
                </a:lnTo>
                <a:lnTo>
                  <a:pt x="6638104" y="771462"/>
                </a:lnTo>
                <a:lnTo>
                  <a:pt x="6636136" y="787206"/>
                </a:lnTo>
                <a:lnTo>
                  <a:pt x="6647944" y="793110"/>
                </a:lnTo>
                <a:lnTo>
                  <a:pt x="6659752" y="787206"/>
                </a:lnTo>
                <a:lnTo>
                  <a:pt x="6657784" y="779334"/>
                </a:lnTo>
                <a:lnTo>
                  <a:pt x="6683369" y="775398"/>
                </a:lnTo>
                <a:lnTo>
                  <a:pt x="6683369" y="753750"/>
                </a:lnTo>
                <a:lnTo>
                  <a:pt x="6671560" y="741942"/>
                </a:lnTo>
                <a:lnTo>
                  <a:pt x="6693209" y="728166"/>
                </a:lnTo>
                <a:lnTo>
                  <a:pt x="6767993" y="736038"/>
                </a:lnTo>
                <a:lnTo>
                  <a:pt x="6803418" y="753750"/>
                </a:lnTo>
                <a:lnTo>
                  <a:pt x="6817194" y="759654"/>
                </a:lnTo>
                <a:lnTo>
                  <a:pt x="6836874" y="765558"/>
                </a:lnTo>
                <a:lnTo>
                  <a:pt x="6850650" y="775398"/>
                </a:lnTo>
                <a:lnTo>
                  <a:pt x="6864426" y="775398"/>
                </a:lnTo>
                <a:lnTo>
                  <a:pt x="6884106" y="787206"/>
                </a:lnTo>
                <a:lnTo>
                  <a:pt x="6886074" y="797046"/>
                </a:lnTo>
                <a:lnTo>
                  <a:pt x="6893946" y="800982"/>
                </a:lnTo>
                <a:lnTo>
                  <a:pt x="6921499" y="787206"/>
                </a:lnTo>
                <a:lnTo>
                  <a:pt x="6921499" y="769494"/>
                </a:lnTo>
                <a:lnTo>
                  <a:pt x="6905755" y="767526"/>
                </a:lnTo>
                <a:lnTo>
                  <a:pt x="6886074" y="753750"/>
                </a:lnTo>
                <a:lnTo>
                  <a:pt x="6890010" y="745878"/>
                </a:lnTo>
                <a:lnTo>
                  <a:pt x="6872298" y="734070"/>
                </a:lnTo>
                <a:lnTo>
                  <a:pt x="6862458" y="739974"/>
                </a:lnTo>
                <a:lnTo>
                  <a:pt x="6856554" y="720294"/>
                </a:lnTo>
                <a:lnTo>
                  <a:pt x="6862458" y="718326"/>
                </a:lnTo>
                <a:lnTo>
                  <a:pt x="6862458" y="684871"/>
                </a:lnTo>
                <a:lnTo>
                  <a:pt x="6858522" y="676999"/>
                </a:lnTo>
                <a:lnTo>
                  <a:pt x="6864426" y="661255"/>
                </a:lnTo>
                <a:lnTo>
                  <a:pt x="6891978" y="639610"/>
                </a:lnTo>
                <a:lnTo>
                  <a:pt x="6915595" y="610089"/>
                </a:lnTo>
                <a:lnTo>
                  <a:pt x="6927403" y="562854"/>
                </a:lnTo>
                <a:lnTo>
                  <a:pt x="6951019" y="554982"/>
                </a:lnTo>
                <a:lnTo>
                  <a:pt x="6968731" y="562854"/>
                </a:lnTo>
                <a:lnTo>
                  <a:pt x="7000219" y="560890"/>
                </a:lnTo>
                <a:lnTo>
                  <a:pt x="7027772" y="576630"/>
                </a:lnTo>
                <a:lnTo>
                  <a:pt x="7021868" y="596312"/>
                </a:lnTo>
                <a:lnTo>
                  <a:pt x="7029740" y="598280"/>
                </a:lnTo>
                <a:lnTo>
                  <a:pt x="7027772" y="612054"/>
                </a:lnTo>
                <a:lnTo>
                  <a:pt x="6996283" y="637640"/>
                </a:lnTo>
                <a:lnTo>
                  <a:pt x="6994315" y="651415"/>
                </a:lnTo>
                <a:lnTo>
                  <a:pt x="7017932" y="655351"/>
                </a:lnTo>
                <a:lnTo>
                  <a:pt x="7019900" y="688809"/>
                </a:lnTo>
                <a:lnTo>
                  <a:pt x="7033676" y="692743"/>
                </a:lnTo>
                <a:lnTo>
                  <a:pt x="7015964" y="706517"/>
                </a:lnTo>
                <a:lnTo>
                  <a:pt x="7015964" y="741942"/>
                </a:lnTo>
                <a:lnTo>
                  <a:pt x="7025804" y="747846"/>
                </a:lnTo>
                <a:lnTo>
                  <a:pt x="7015964" y="765558"/>
                </a:lnTo>
                <a:lnTo>
                  <a:pt x="7033676" y="781302"/>
                </a:lnTo>
                <a:lnTo>
                  <a:pt x="7053356" y="783270"/>
                </a:lnTo>
                <a:lnTo>
                  <a:pt x="7031708" y="799014"/>
                </a:lnTo>
                <a:lnTo>
                  <a:pt x="7037612" y="806886"/>
                </a:lnTo>
                <a:lnTo>
                  <a:pt x="7025804" y="828535"/>
                </a:lnTo>
                <a:lnTo>
                  <a:pt x="7002187" y="844279"/>
                </a:lnTo>
                <a:lnTo>
                  <a:pt x="7002187" y="850183"/>
                </a:lnTo>
                <a:lnTo>
                  <a:pt x="6990379" y="858055"/>
                </a:lnTo>
                <a:lnTo>
                  <a:pt x="6990379" y="865927"/>
                </a:lnTo>
                <a:lnTo>
                  <a:pt x="6968731" y="875767"/>
                </a:lnTo>
                <a:lnTo>
                  <a:pt x="6952987" y="861991"/>
                </a:lnTo>
                <a:lnTo>
                  <a:pt x="6941179" y="858055"/>
                </a:lnTo>
                <a:lnTo>
                  <a:pt x="6925435" y="861991"/>
                </a:lnTo>
                <a:lnTo>
                  <a:pt x="6905755" y="861991"/>
                </a:lnTo>
                <a:lnTo>
                  <a:pt x="6899850" y="865927"/>
                </a:lnTo>
                <a:lnTo>
                  <a:pt x="6903787" y="869863"/>
                </a:lnTo>
                <a:lnTo>
                  <a:pt x="6923467" y="871831"/>
                </a:lnTo>
                <a:lnTo>
                  <a:pt x="6943147" y="889543"/>
                </a:lnTo>
                <a:lnTo>
                  <a:pt x="6998251" y="889543"/>
                </a:lnTo>
                <a:lnTo>
                  <a:pt x="7006123" y="897415"/>
                </a:lnTo>
                <a:lnTo>
                  <a:pt x="7019900" y="877735"/>
                </a:lnTo>
                <a:lnTo>
                  <a:pt x="7045484" y="863959"/>
                </a:lnTo>
                <a:lnTo>
                  <a:pt x="7063196" y="838375"/>
                </a:lnTo>
                <a:lnTo>
                  <a:pt x="7080908" y="830503"/>
                </a:lnTo>
                <a:lnTo>
                  <a:pt x="7084844" y="816726"/>
                </a:lnTo>
                <a:lnTo>
                  <a:pt x="7069100" y="793110"/>
                </a:lnTo>
                <a:lnTo>
                  <a:pt x="7063196" y="783270"/>
                </a:lnTo>
                <a:lnTo>
                  <a:pt x="7112396" y="765558"/>
                </a:lnTo>
                <a:lnTo>
                  <a:pt x="7132077" y="767526"/>
                </a:lnTo>
                <a:lnTo>
                  <a:pt x="7139949" y="775398"/>
                </a:lnTo>
                <a:lnTo>
                  <a:pt x="7155693" y="793110"/>
                </a:lnTo>
                <a:lnTo>
                  <a:pt x="7145853" y="822630"/>
                </a:lnTo>
                <a:lnTo>
                  <a:pt x="7159629" y="830503"/>
                </a:lnTo>
                <a:lnTo>
                  <a:pt x="7185213" y="834439"/>
                </a:lnTo>
                <a:lnTo>
                  <a:pt x="7202925" y="830503"/>
                </a:lnTo>
                <a:lnTo>
                  <a:pt x="7189149" y="824598"/>
                </a:lnTo>
                <a:lnTo>
                  <a:pt x="7177341" y="828535"/>
                </a:lnTo>
                <a:lnTo>
                  <a:pt x="7163565" y="818694"/>
                </a:lnTo>
                <a:lnTo>
                  <a:pt x="7161597" y="806886"/>
                </a:lnTo>
                <a:lnTo>
                  <a:pt x="7181277" y="797046"/>
                </a:lnTo>
                <a:lnTo>
                  <a:pt x="7163565" y="775398"/>
                </a:lnTo>
                <a:lnTo>
                  <a:pt x="7147821" y="769494"/>
                </a:lnTo>
                <a:lnTo>
                  <a:pt x="7139949" y="757686"/>
                </a:lnTo>
                <a:lnTo>
                  <a:pt x="7102556" y="753750"/>
                </a:lnTo>
                <a:lnTo>
                  <a:pt x="7084844" y="759654"/>
                </a:lnTo>
                <a:lnTo>
                  <a:pt x="7057292" y="753750"/>
                </a:lnTo>
                <a:lnTo>
                  <a:pt x="7051388" y="741942"/>
                </a:lnTo>
                <a:lnTo>
                  <a:pt x="7043516" y="724230"/>
                </a:lnTo>
                <a:lnTo>
                  <a:pt x="7045484" y="710454"/>
                </a:lnTo>
                <a:lnTo>
                  <a:pt x="7061228" y="698648"/>
                </a:lnTo>
                <a:lnTo>
                  <a:pt x="7073036" y="688809"/>
                </a:lnTo>
                <a:lnTo>
                  <a:pt x="7063196" y="665191"/>
                </a:lnTo>
                <a:lnTo>
                  <a:pt x="7037612" y="645511"/>
                </a:lnTo>
                <a:lnTo>
                  <a:pt x="7049420" y="623863"/>
                </a:lnTo>
                <a:lnTo>
                  <a:pt x="7094684" y="606151"/>
                </a:lnTo>
                <a:lnTo>
                  <a:pt x="7096652" y="590410"/>
                </a:lnTo>
                <a:lnTo>
                  <a:pt x="7092716" y="582534"/>
                </a:lnTo>
                <a:lnTo>
                  <a:pt x="7088780" y="572695"/>
                </a:lnTo>
                <a:lnTo>
                  <a:pt x="7075004" y="562854"/>
                </a:lnTo>
                <a:lnTo>
                  <a:pt x="7080908" y="560890"/>
                </a:lnTo>
                <a:lnTo>
                  <a:pt x="7092716" y="562854"/>
                </a:lnTo>
                <a:lnTo>
                  <a:pt x="7110428" y="576630"/>
                </a:lnTo>
                <a:lnTo>
                  <a:pt x="7112396" y="600249"/>
                </a:lnTo>
                <a:lnTo>
                  <a:pt x="7098620" y="614022"/>
                </a:lnTo>
                <a:lnTo>
                  <a:pt x="7098620" y="625831"/>
                </a:lnTo>
                <a:lnTo>
                  <a:pt x="7110428" y="631734"/>
                </a:lnTo>
                <a:lnTo>
                  <a:pt x="7102556" y="647479"/>
                </a:lnTo>
                <a:lnTo>
                  <a:pt x="7143885" y="659289"/>
                </a:lnTo>
                <a:lnTo>
                  <a:pt x="7165533" y="659289"/>
                </a:lnTo>
                <a:lnTo>
                  <a:pt x="7185213" y="671095"/>
                </a:lnTo>
                <a:lnTo>
                  <a:pt x="7204893" y="673063"/>
                </a:lnTo>
                <a:lnTo>
                  <a:pt x="7204893" y="663223"/>
                </a:lnTo>
                <a:lnTo>
                  <a:pt x="7191117" y="661255"/>
                </a:lnTo>
                <a:lnTo>
                  <a:pt x="7179309" y="655351"/>
                </a:lnTo>
                <a:lnTo>
                  <a:pt x="7179309" y="645511"/>
                </a:lnTo>
                <a:lnTo>
                  <a:pt x="7163565" y="647479"/>
                </a:lnTo>
                <a:lnTo>
                  <a:pt x="7132077" y="637640"/>
                </a:lnTo>
                <a:lnTo>
                  <a:pt x="7120268" y="623863"/>
                </a:lnTo>
                <a:lnTo>
                  <a:pt x="7128141" y="612054"/>
                </a:lnTo>
                <a:lnTo>
                  <a:pt x="7143885" y="610089"/>
                </a:lnTo>
                <a:lnTo>
                  <a:pt x="7161597" y="621895"/>
                </a:lnTo>
                <a:lnTo>
                  <a:pt x="7177341" y="621895"/>
                </a:lnTo>
                <a:lnTo>
                  <a:pt x="7177341" y="606151"/>
                </a:lnTo>
                <a:lnTo>
                  <a:pt x="7163565" y="608120"/>
                </a:lnTo>
                <a:lnTo>
                  <a:pt x="7155693" y="608120"/>
                </a:lnTo>
                <a:lnTo>
                  <a:pt x="7155693" y="600249"/>
                </a:lnTo>
                <a:lnTo>
                  <a:pt x="7179309" y="592374"/>
                </a:lnTo>
                <a:lnTo>
                  <a:pt x="7204893" y="592374"/>
                </a:lnTo>
                <a:lnTo>
                  <a:pt x="7248190" y="610089"/>
                </a:lnTo>
                <a:lnTo>
                  <a:pt x="7283614" y="629769"/>
                </a:lnTo>
                <a:lnTo>
                  <a:pt x="7317070" y="627800"/>
                </a:lnTo>
                <a:lnTo>
                  <a:pt x="7321006" y="631734"/>
                </a:lnTo>
                <a:lnTo>
                  <a:pt x="7311166" y="645511"/>
                </a:lnTo>
                <a:lnTo>
                  <a:pt x="7299358" y="645511"/>
                </a:lnTo>
                <a:lnTo>
                  <a:pt x="7285582" y="655351"/>
                </a:lnTo>
                <a:lnTo>
                  <a:pt x="7297390" y="659289"/>
                </a:lnTo>
                <a:lnTo>
                  <a:pt x="7299358" y="675031"/>
                </a:lnTo>
                <a:lnTo>
                  <a:pt x="7322974" y="671095"/>
                </a:lnTo>
                <a:lnTo>
                  <a:pt x="7322974" y="688809"/>
                </a:lnTo>
                <a:lnTo>
                  <a:pt x="7303294" y="704549"/>
                </a:lnTo>
                <a:lnTo>
                  <a:pt x="7332814" y="722262"/>
                </a:lnTo>
                <a:lnTo>
                  <a:pt x="7344622" y="734070"/>
                </a:lnTo>
                <a:lnTo>
                  <a:pt x="7354463" y="736038"/>
                </a:lnTo>
                <a:lnTo>
                  <a:pt x="7364303" y="732102"/>
                </a:lnTo>
                <a:lnTo>
                  <a:pt x="7360367" y="728166"/>
                </a:lnTo>
                <a:lnTo>
                  <a:pt x="7322974" y="704549"/>
                </a:lnTo>
                <a:lnTo>
                  <a:pt x="7340686" y="696680"/>
                </a:lnTo>
                <a:lnTo>
                  <a:pt x="7344622" y="686840"/>
                </a:lnTo>
                <a:lnTo>
                  <a:pt x="7322974" y="663223"/>
                </a:lnTo>
                <a:lnTo>
                  <a:pt x="7322974" y="651415"/>
                </a:lnTo>
                <a:lnTo>
                  <a:pt x="7334782" y="633702"/>
                </a:lnTo>
                <a:lnTo>
                  <a:pt x="7328878" y="619929"/>
                </a:lnTo>
                <a:lnTo>
                  <a:pt x="7299358" y="612054"/>
                </a:lnTo>
                <a:lnTo>
                  <a:pt x="7299358" y="598280"/>
                </a:lnTo>
                <a:lnTo>
                  <a:pt x="7258030" y="586471"/>
                </a:lnTo>
                <a:lnTo>
                  <a:pt x="7261966" y="576630"/>
                </a:lnTo>
                <a:lnTo>
                  <a:pt x="7250158" y="568760"/>
                </a:lnTo>
                <a:lnTo>
                  <a:pt x="7252126" y="547111"/>
                </a:lnTo>
                <a:lnTo>
                  <a:pt x="7242286" y="537272"/>
                </a:lnTo>
                <a:lnTo>
                  <a:pt x="7258030" y="519560"/>
                </a:lnTo>
                <a:lnTo>
                  <a:pt x="7271806" y="519560"/>
                </a:lnTo>
                <a:lnTo>
                  <a:pt x="7319038" y="515622"/>
                </a:lnTo>
                <a:lnTo>
                  <a:pt x="7348558" y="509721"/>
                </a:lnTo>
                <a:lnTo>
                  <a:pt x="7362335" y="513654"/>
                </a:lnTo>
                <a:lnTo>
                  <a:pt x="7382015" y="513654"/>
                </a:lnTo>
                <a:lnTo>
                  <a:pt x="7393823" y="503813"/>
                </a:lnTo>
                <a:lnTo>
                  <a:pt x="7421375" y="503813"/>
                </a:lnTo>
                <a:lnTo>
                  <a:pt x="7431215" y="513654"/>
                </a:lnTo>
                <a:lnTo>
                  <a:pt x="7433183" y="501846"/>
                </a:lnTo>
                <a:lnTo>
                  <a:pt x="7425311" y="493973"/>
                </a:lnTo>
                <a:lnTo>
                  <a:pt x="7425311" y="486103"/>
                </a:lnTo>
                <a:lnTo>
                  <a:pt x="7413503" y="478231"/>
                </a:lnTo>
                <a:lnTo>
                  <a:pt x="7399727" y="478231"/>
                </a:lnTo>
                <a:lnTo>
                  <a:pt x="7405631" y="468391"/>
                </a:lnTo>
                <a:lnTo>
                  <a:pt x="7425311" y="470361"/>
                </a:lnTo>
                <a:lnTo>
                  <a:pt x="7427279" y="464453"/>
                </a:lnTo>
                <a:lnTo>
                  <a:pt x="7413503" y="460520"/>
                </a:lnTo>
                <a:lnTo>
                  <a:pt x="7399727" y="462485"/>
                </a:lnTo>
                <a:lnTo>
                  <a:pt x="7393823" y="452645"/>
                </a:lnTo>
                <a:lnTo>
                  <a:pt x="7405631" y="444773"/>
                </a:lnTo>
                <a:lnTo>
                  <a:pt x="7423343" y="452645"/>
                </a:lnTo>
                <a:lnTo>
                  <a:pt x="7431215" y="442805"/>
                </a:lnTo>
                <a:lnTo>
                  <a:pt x="7444991" y="434933"/>
                </a:lnTo>
                <a:lnTo>
                  <a:pt x="7446959" y="429031"/>
                </a:lnTo>
                <a:lnTo>
                  <a:pt x="7433183" y="429031"/>
                </a:lnTo>
                <a:lnTo>
                  <a:pt x="7425311" y="425093"/>
                </a:lnTo>
                <a:lnTo>
                  <a:pt x="7429247" y="421156"/>
                </a:lnTo>
                <a:lnTo>
                  <a:pt x="7444991" y="421156"/>
                </a:lnTo>
                <a:lnTo>
                  <a:pt x="7460735" y="421156"/>
                </a:lnTo>
                <a:lnTo>
                  <a:pt x="7484352" y="407382"/>
                </a:lnTo>
                <a:lnTo>
                  <a:pt x="7509936" y="405413"/>
                </a:lnTo>
                <a:lnTo>
                  <a:pt x="7533552" y="401477"/>
                </a:lnTo>
                <a:lnTo>
                  <a:pt x="7549296" y="401477"/>
                </a:lnTo>
                <a:lnTo>
                  <a:pt x="7559136" y="397542"/>
                </a:lnTo>
                <a:lnTo>
                  <a:pt x="7600465" y="395573"/>
                </a:lnTo>
                <a:lnTo>
                  <a:pt x="7626049" y="391636"/>
                </a:lnTo>
                <a:lnTo>
                  <a:pt x="7629985" y="387702"/>
                </a:lnTo>
                <a:lnTo>
                  <a:pt x="7614241" y="387702"/>
                </a:lnTo>
                <a:lnTo>
                  <a:pt x="7602433" y="385733"/>
                </a:lnTo>
                <a:lnTo>
                  <a:pt x="7596529" y="381797"/>
                </a:lnTo>
                <a:lnTo>
                  <a:pt x="7610305" y="375894"/>
                </a:lnTo>
                <a:lnTo>
                  <a:pt x="7643761" y="375894"/>
                </a:lnTo>
                <a:lnTo>
                  <a:pt x="7661473" y="373924"/>
                </a:lnTo>
                <a:lnTo>
                  <a:pt x="7690993" y="379832"/>
                </a:lnTo>
                <a:lnTo>
                  <a:pt x="7671313" y="389671"/>
                </a:lnTo>
                <a:lnTo>
                  <a:pt x="7681153" y="391636"/>
                </a:lnTo>
                <a:lnTo>
                  <a:pt x="7692961" y="385733"/>
                </a:lnTo>
                <a:lnTo>
                  <a:pt x="7706737" y="385733"/>
                </a:lnTo>
                <a:lnTo>
                  <a:pt x="7706737" y="391636"/>
                </a:lnTo>
                <a:lnTo>
                  <a:pt x="7738226" y="381797"/>
                </a:lnTo>
                <a:lnTo>
                  <a:pt x="7748066" y="373924"/>
                </a:lnTo>
                <a:lnTo>
                  <a:pt x="7763810" y="368022"/>
                </a:lnTo>
                <a:lnTo>
                  <a:pt x="7791362" y="379832"/>
                </a:lnTo>
                <a:lnTo>
                  <a:pt x="7779554" y="385733"/>
                </a:lnTo>
                <a:lnTo>
                  <a:pt x="7787426" y="397542"/>
                </a:lnTo>
                <a:lnTo>
                  <a:pt x="7807106" y="391636"/>
                </a:lnTo>
                <a:lnTo>
                  <a:pt x="7811042" y="379832"/>
                </a:lnTo>
                <a:lnTo>
                  <a:pt x="7807106" y="371956"/>
                </a:lnTo>
                <a:lnTo>
                  <a:pt x="7777586" y="360151"/>
                </a:lnTo>
                <a:lnTo>
                  <a:pt x="7769714" y="356213"/>
                </a:lnTo>
                <a:lnTo>
                  <a:pt x="7775618" y="354244"/>
                </a:lnTo>
                <a:lnTo>
                  <a:pt x="7795298" y="358183"/>
                </a:lnTo>
                <a:lnTo>
                  <a:pt x="7822851" y="356213"/>
                </a:lnTo>
                <a:lnTo>
                  <a:pt x="7840563" y="360151"/>
                </a:lnTo>
                <a:lnTo>
                  <a:pt x="7854339" y="360151"/>
                </a:lnTo>
                <a:lnTo>
                  <a:pt x="7881891" y="366053"/>
                </a:lnTo>
                <a:lnTo>
                  <a:pt x="7909443" y="360151"/>
                </a:lnTo>
                <a:lnTo>
                  <a:pt x="7905507" y="356213"/>
                </a:lnTo>
                <a:lnTo>
                  <a:pt x="7872051" y="360151"/>
                </a:lnTo>
                <a:lnTo>
                  <a:pt x="7858275" y="356213"/>
                </a:lnTo>
                <a:lnTo>
                  <a:pt x="7842531" y="354244"/>
                </a:lnTo>
                <a:lnTo>
                  <a:pt x="7834659" y="348343"/>
                </a:lnTo>
                <a:lnTo>
                  <a:pt x="7842531" y="346373"/>
                </a:lnTo>
                <a:lnTo>
                  <a:pt x="7830723" y="340468"/>
                </a:lnTo>
                <a:lnTo>
                  <a:pt x="7826787" y="334564"/>
                </a:lnTo>
                <a:lnTo>
                  <a:pt x="7842531" y="324724"/>
                </a:lnTo>
                <a:lnTo>
                  <a:pt x="7844499" y="316854"/>
                </a:lnTo>
                <a:lnTo>
                  <a:pt x="7870083" y="305044"/>
                </a:lnTo>
                <a:lnTo>
                  <a:pt x="7877955" y="299143"/>
                </a:lnTo>
                <a:close/>
                <a:moveTo>
                  <a:pt x="7980292" y="253875"/>
                </a:moveTo>
                <a:lnTo>
                  <a:pt x="7990132" y="255844"/>
                </a:lnTo>
                <a:lnTo>
                  <a:pt x="7982260" y="257814"/>
                </a:lnTo>
                <a:lnTo>
                  <a:pt x="7976356" y="255844"/>
                </a:lnTo>
                <a:close/>
                <a:moveTo>
                  <a:pt x="7999972" y="246004"/>
                </a:moveTo>
                <a:lnTo>
                  <a:pt x="8003908" y="247974"/>
                </a:lnTo>
                <a:lnTo>
                  <a:pt x="8003908" y="253875"/>
                </a:lnTo>
                <a:lnTo>
                  <a:pt x="7992100" y="251907"/>
                </a:lnTo>
                <a:lnTo>
                  <a:pt x="7992100" y="247974"/>
                </a:lnTo>
                <a:close/>
                <a:moveTo>
                  <a:pt x="7852371" y="184994"/>
                </a:moveTo>
                <a:lnTo>
                  <a:pt x="7866147" y="186964"/>
                </a:lnTo>
                <a:lnTo>
                  <a:pt x="7868115" y="194836"/>
                </a:lnTo>
                <a:lnTo>
                  <a:pt x="7872051" y="194836"/>
                </a:lnTo>
                <a:lnTo>
                  <a:pt x="7875987" y="184994"/>
                </a:lnTo>
                <a:lnTo>
                  <a:pt x="7891731" y="184994"/>
                </a:lnTo>
                <a:lnTo>
                  <a:pt x="7895667" y="194836"/>
                </a:lnTo>
                <a:lnTo>
                  <a:pt x="7885827" y="196804"/>
                </a:lnTo>
                <a:lnTo>
                  <a:pt x="7887795" y="210580"/>
                </a:lnTo>
                <a:lnTo>
                  <a:pt x="7899603" y="206644"/>
                </a:lnTo>
                <a:lnTo>
                  <a:pt x="7905507" y="196804"/>
                </a:lnTo>
                <a:lnTo>
                  <a:pt x="7919284" y="198773"/>
                </a:lnTo>
                <a:lnTo>
                  <a:pt x="7923220" y="206644"/>
                </a:lnTo>
                <a:lnTo>
                  <a:pt x="7942900" y="216485"/>
                </a:lnTo>
                <a:lnTo>
                  <a:pt x="7942900" y="224355"/>
                </a:lnTo>
                <a:lnTo>
                  <a:pt x="7956676" y="232228"/>
                </a:lnTo>
                <a:lnTo>
                  <a:pt x="7952740" y="246004"/>
                </a:lnTo>
                <a:lnTo>
                  <a:pt x="7919284" y="261748"/>
                </a:lnTo>
                <a:lnTo>
                  <a:pt x="7901571" y="261748"/>
                </a:lnTo>
                <a:lnTo>
                  <a:pt x="7885827" y="265684"/>
                </a:lnTo>
                <a:lnTo>
                  <a:pt x="7879923" y="259783"/>
                </a:lnTo>
                <a:lnTo>
                  <a:pt x="7864179" y="259783"/>
                </a:lnTo>
                <a:lnTo>
                  <a:pt x="7844499" y="263716"/>
                </a:lnTo>
                <a:lnTo>
                  <a:pt x="7816946" y="267654"/>
                </a:lnTo>
                <a:lnTo>
                  <a:pt x="7803170" y="277493"/>
                </a:lnTo>
                <a:lnTo>
                  <a:pt x="7787426" y="267654"/>
                </a:lnTo>
                <a:lnTo>
                  <a:pt x="7787426" y="261748"/>
                </a:lnTo>
                <a:lnTo>
                  <a:pt x="7809074" y="251908"/>
                </a:lnTo>
                <a:lnTo>
                  <a:pt x="7805138" y="244036"/>
                </a:lnTo>
                <a:lnTo>
                  <a:pt x="7809074" y="242067"/>
                </a:lnTo>
                <a:lnTo>
                  <a:pt x="7811042" y="224355"/>
                </a:lnTo>
                <a:lnTo>
                  <a:pt x="7830723" y="220419"/>
                </a:lnTo>
                <a:lnTo>
                  <a:pt x="7830723" y="214516"/>
                </a:lnTo>
                <a:lnTo>
                  <a:pt x="7836627" y="206644"/>
                </a:lnTo>
                <a:lnTo>
                  <a:pt x="7834659" y="200739"/>
                </a:lnTo>
                <a:lnTo>
                  <a:pt x="7840563" y="196804"/>
                </a:lnTo>
                <a:lnTo>
                  <a:pt x="7856307" y="194836"/>
                </a:lnTo>
                <a:lnTo>
                  <a:pt x="7848435" y="188934"/>
                </a:lnTo>
                <a:close/>
                <a:moveTo>
                  <a:pt x="7594560" y="179094"/>
                </a:moveTo>
                <a:lnTo>
                  <a:pt x="7596528" y="181059"/>
                </a:lnTo>
                <a:lnTo>
                  <a:pt x="7580784" y="183027"/>
                </a:lnTo>
                <a:lnTo>
                  <a:pt x="7576848" y="181059"/>
                </a:lnTo>
                <a:close/>
                <a:moveTo>
                  <a:pt x="7555200" y="179094"/>
                </a:moveTo>
                <a:lnTo>
                  <a:pt x="7561104" y="179094"/>
                </a:lnTo>
                <a:lnTo>
                  <a:pt x="7563072" y="181059"/>
                </a:lnTo>
                <a:lnTo>
                  <a:pt x="7555200" y="181059"/>
                </a:lnTo>
                <a:close/>
                <a:moveTo>
                  <a:pt x="7604400" y="173187"/>
                </a:moveTo>
                <a:lnTo>
                  <a:pt x="7610304" y="179094"/>
                </a:lnTo>
                <a:lnTo>
                  <a:pt x="7604400" y="179094"/>
                </a:lnTo>
                <a:lnTo>
                  <a:pt x="7600464" y="175154"/>
                </a:lnTo>
                <a:close/>
                <a:moveTo>
                  <a:pt x="7531584" y="173187"/>
                </a:moveTo>
                <a:lnTo>
                  <a:pt x="7541424" y="173187"/>
                </a:lnTo>
                <a:lnTo>
                  <a:pt x="7551264" y="177125"/>
                </a:lnTo>
                <a:lnTo>
                  <a:pt x="7539456" y="175154"/>
                </a:lnTo>
                <a:close/>
                <a:moveTo>
                  <a:pt x="7122236" y="171218"/>
                </a:moveTo>
                <a:lnTo>
                  <a:pt x="7151756" y="171218"/>
                </a:lnTo>
                <a:lnTo>
                  <a:pt x="7161596" y="175154"/>
                </a:lnTo>
                <a:lnTo>
                  <a:pt x="7155692" y="177125"/>
                </a:lnTo>
                <a:lnTo>
                  <a:pt x="7134044" y="175154"/>
                </a:lnTo>
                <a:close/>
                <a:moveTo>
                  <a:pt x="6604648" y="147605"/>
                </a:moveTo>
                <a:lnTo>
                  <a:pt x="6622360" y="149570"/>
                </a:lnTo>
                <a:lnTo>
                  <a:pt x="6622360" y="151538"/>
                </a:lnTo>
                <a:lnTo>
                  <a:pt x="6604648" y="151538"/>
                </a:lnTo>
                <a:lnTo>
                  <a:pt x="6596776" y="149570"/>
                </a:lnTo>
                <a:close/>
                <a:moveTo>
                  <a:pt x="7545360" y="139729"/>
                </a:moveTo>
                <a:lnTo>
                  <a:pt x="7572913" y="139729"/>
                </a:lnTo>
                <a:lnTo>
                  <a:pt x="7594561" y="145635"/>
                </a:lnTo>
                <a:lnTo>
                  <a:pt x="7606369" y="145635"/>
                </a:lnTo>
                <a:lnTo>
                  <a:pt x="7618177" y="151538"/>
                </a:lnTo>
                <a:lnTo>
                  <a:pt x="7600465" y="161377"/>
                </a:lnTo>
                <a:lnTo>
                  <a:pt x="7580785" y="169250"/>
                </a:lnTo>
                <a:lnTo>
                  <a:pt x="7574881" y="167284"/>
                </a:lnTo>
                <a:lnTo>
                  <a:pt x="7586689" y="165315"/>
                </a:lnTo>
                <a:lnTo>
                  <a:pt x="7572913" y="159410"/>
                </a:lnTo>
                <a:lnTo>
                  <a:pt x="7559136" y="159410"/>
                </a:lnTo>
                <a:lnTo>
                  <a:pt x="7559136" y="147605"/>
                </a:lnTo>
                <a:lnTo>
                  <a:pt x="7547328" y="143666"/>
                </a:lnTo>
                <a:close/>
                <a:moveTo>
                  <a:pt x="6401942" y="137764"/>
                </a:moveTo>
                <a:lnTo>
                  <a:pt x="6409814" y="139729"/>
                </a:lnTo>
                <a:lnTo>
                  <a:pt x="6411782" y="147605"/>
                </a:lnTo>
                <a:lnTo>
                  <a:pt x="6398006" y="147605"/>
                </a:lnTo>
                <a:lnTo>
                  <a:pt x="6380294" y="141698"/>
                </a:lnTo>
                <a:lnTo>
                  <a:pt x="6396038" y="139729"/>
                </a:lnTo>
                <a:close/>
                <a:moveTo>
                  <a:pt x="6352741" y="137764"/>
                </a:moveTo>
                <a:lnTo>
                  <a:pt x="6364549" y="141698"/>
                </a:lnTo>
                <a:lnTo>
                  <a:pt x="6344869" y="145635"/>
                </a:lnTo>
                <a:lnTo>
                  <a:pt x="6346837" y="141698"/>
                </a:lnTo>
                <a:close/>
                <a:moveTo>
                  <a:pt x="6644008" y="135795"/>
                </a:moveTo>
                <a:lnTo>
                  <a:pt x="6649912" y="137764"/>
                </a:lnTo>
                <a:lnTo>
                  <a:pt x="6649912" y="143666"/>
                </a:lnTo>
                <a:lnTo>
                  <a:pt x="6640072" y="147605"/>
                </a:lnTo>
                <a:lnTo>
                  <a:pt x="6628264" y="145635"/>
                </a:lnTo>
                <a:lnTo>
                  <a:pt x="6622360" y="139729"/>
                </a:lnTo>
                <a:lnTo>
                  <a:pt x="6622360" y="137764"/>
                </a:lnTo>
                <a:close/>
                <a:moveTo>
                  <a:pt x="7732322" y="131858"/>
                </a:moveTo>
                <a:lnTo>
                  <a:pt x="7746098" y="141698"/>
                </a:lnTo>
                <a:lnTo>
                  <a:pt x="7734290" y="151538"/>
                </a:lnTo>
                <a:lnTo>
                  <a:pt x="7738226" y="155475"/>
                </a:lnTo>
                <a:lnTo>
                  <a:pt x="7753970" y="151538"/>
                </a:lnTo>
                <a:lnTo>
                  <a:pt x="7767747" y="141698"/>
                </a:lnTo>
                <a:lnTo>
                  <a:pt x="7783491" y="143666"/>
                </a:lnTo>
                <a:lnTo>
                  <a:pt x="7807107" y="161377"/>
                </a:lnTo>
                <a:lnTo>
                  <a:pt x="7797267" y="188934"/>
                </a:lnTo>
                <a:lnTo>
                  <a:pt x="7785459" y="192866"/>
                </a:lnTo>
                <a:lnTo>
                  <a:pt x="7767747" y="190898"/>
                </a:lnTo>
                <a:lnTo>
                  <a:pt x="7767747" y="196804"/>
                </a:lnTo>
                <a:lnTo>
                  <a:pt x="7801203" y="210580"/>
                </a:lnTo>
                <a:lnTo>
                  <a:pt x="7801203" y="216485"/>
                </a:lnTo>
                <a:lnTo>
                  <a:pt x="7738226" y="226325"/>
                </a:lnTo>
                <a:lnTo>
                  <a:pt x="7728386" y="226325"/>
                </a:lnTo>
                <a:lnTo>
                  <a:pt x="7724450" y="216485"/>
                </a:lnTo>
                <a:lnTo>
                  <a:pt x="7673282" y="206644"/>
                </a:lnTo>
                <a:lnTo>
                  <a:pt x="7661474" y="208613"/>
                </a:lnTo>
                <a:lnTo>
                  <a:pt x="7643762" y="202707"/>
                </a:lnTo>
                <a:lnTo>
                  <a:pt x="7637858" y="192866"/>
                </a:lnTo>
                <a:lnTo>
                  <a:pt x="7641794" y="181059"/>
                </a:lnTo>
                <a:lnTo>
                  <a:pt x="7628017" y="181059"/>
                </a:lnTo>
                <a:lnTo>
                  <a:pt x="7612273" y="173186"/>
                </a:lnTo>
                <a:lnTo>
                  <a:pt x="7618177" y="171218"/>
                </a:lnTo>
                <a:lnTo>
                  <a:pt x="7624081" y="161377"/>
                </a:lnTo>
                <a:lnTo>
                  <a:pt x="7641794" y="159410"/>
                </a:lnTo>
                <a:lnTo>
                  <a:pt x="7643762" y="147605"/>
                </a:lnTo>
                <a:lnTo>
                  <a:pt x="7655570" y="139730"/>
                </a:lnTo>
                <a:lnTo>
                  <a:pt x="7663442" y="141698"/>
                </a:lnTo>
                <a:lnTo>
                  <a:pt x="7690994" y="133825"/>
                </a:lnTo>
                <a:close/>
                <a:moveTo>
                  <a:pt x="6378325" y="125956"/>
                </a:moveTo>
                <a:lnTo>
                  <a:pt x="6388165" y="137764"/>
                </a:lnTo>
                <a:lnTo>
                  <a:pt x="6366517" y="137764"/>
                </a:lnTo>
                <a:lnTo>
                  <a:pt x="6364549" y="135795"/>
                </a:lnTo>
                <a:lnTo>
                  <a:pt x="6364549" y="127924"/>
                </a:lnTo>
                <a:close/>
                <a:moveTo>
                  <a:pt x="6484599" y="120050"/>
                </a:moveTo>
                <a:lnTo>
                  <a:pt x="6488535" y="120050"/>
                </a:lnTo>
                <a:lnTo>
                  <a:pt x="6490503" y="123986"/>
                </a:lnTo>
                <a:lnTo>
                  <a:pt x="6490503" y="125956"/>
                </a:lnTo>
                <a:lnTo>
                  <a:pt x="6486567" y="123986"/>
                </a:lnTo>
                <a:close/>
                <a:moveTo>
                  <a:pt x="6563319" y="118085"/>
                </a:moveTo>
                <a:lnTo>
                  <a:pt x="6569223" y="122017"/>
                </a:lnTo>
                <a:lnTo>
                  <a:pt x="6565287" y="133825"/>
                </a:lnTo>
                <a:lnTo>
                  <a:pt x="6543639" y="133825"/>
                </a:lnTo>
                <a:lnTo>
                  <a:pt x="6539703" y="127924"/>
                </a:lnTo>
                <a:lnTo>
                  <a:pt x="6545607" y="120050"/>
                </a:lnTo>
                <a:close/>
                <a:moveTo>
                  <a:pt x="6533799" y="118085"/>
                </a:moveTo>
                <a:lnTo>
                  <a:pt x="6529863" y="122017"/>
                </a:lnTo>
                <a:lnTo>
                  <a:pt x="6521991" y="123986"/>
                </a:lnTo>
                <a:lnTo>
                  <a:pt x="6514119" y="123986"/>
                </a:lnTo>
                <a:lnTo>
                  <a:pt x="6516087" y="120050"/>
                </a:lnTo>
                <a:lnTo>
                  <a:pt x="6523959" y="120050"/>
                </a:lnTo>
                <a:close/>
                <a:moveTo>
                  <a:pt x="6460982" y="118085"/>
                </a:moveTo>
                <a:lnTo>
                  <a:pt x="6468854" y="118085"/>
                </a:lnTo>
                <a:lnTo>
                  <a:pt x="6476726" y="122017"/>
                </a:lnTo>
                <a:lnTo>
                  <a:pt x="6472790" y="127924"/>
                </a:lnTo>
                <a:lnTo>
                  <a:pt x="6455078" y="129890"/>
                </a:lnTo>
                <a:lnTo>
                  <a:pt x="6439334" y="123986"/>
                </a:lnTo>
                <a:close/>
                <a:moveTo>
                  <a:pt x="6581031" y="108244"/>
                </a:moveTo>
                <a:lnTo>
                  <a:pt x="6604647" y="108244"/>
                </a:lnTo>
                <a:lnTo>
                  <a:pt x="6616455" y="110210"/>
                </a:lnTo>
                <a:lnTo>
                  <a:pt x="6634167" y="114146"/>
                </a:lnTo>
                <a:lnTo>
                  <a:pt x="6634167" y="118085"/>
                </a:lnTo>
                <a:lnTo>
                  <a:pt x="6620391" y="118085"/>
                </a:lnTo>
                <a:lnTo>
                  <a:pt x="6598743" y="123986"/>
                </a:lnTo>
                <a:lnTo>
                  <a:pt x="6598743" y="133825"/>
                </a:lnTo>
                <a:lnTo>
                  <a:pt x="6586935" y="133825"/>
                </a:lnTo>
                <a:lnTo>
                  <a:pt x="6584967" y="123986"/>
                </a:lnTo>
                <a:lnTo>
                  <a:pt x="6586935" y="116115"/>
                </a:lnTo>
                <a:close/>
                <a:moveTo>
                  <a:pt x="6508215" y="104307"/>
                </a:moveTo>
                <a:lnTo>
                  <a:pt x="6514119" y="104307"/>
                </a:lnTo>
                <a:lnTo>
                  <a:pt x="6521991" y="108244"/>
                </a:lnTo>
                <a:lnTo>
                  <a:pt x="6516087" y="112178"/>
                </a:lnTo>
                <a:lnTo>
                  <a:pt x="6502311" y="114146"/>
                </a:lnTo>
                <a:lnTo>
                  <a:pt x="6502311" y="112178"/>
                </a:lnTo>
                <a:lnTo>
                  <a:pt x="6510183" y="108244"/>
                </a:lnTo>
                <a:close/>
                <a:moveTo>
                  <a:pt x="6581031" y="98405"/>
                </a:moveTo>
                <a:lnTo>
                  <a:pt x="6586935" y="98405"/>
                </a:lnTo>
                <a:lnTo>
                  <a:pt x="6610551" y="98405"/>
                </a:lnTo>
                <a:lnTo>
                  <a:pt x="6596775" y="100371"/>
                </a:lnTo>
                <a:close/>
                <a:moveTo>
                  <a:pt x="6484599" y="98405"/>
                </a:moveTo>
                <a:lnTo>
                  <a:pt x="6488535" y="98405"/>
                </a:lnTo>
                <a:lnTo>
                  <a:pt x="6496407" y="104307"/>
                </a:lnTo>
                <a:lnTo>
                  <a:pt x="6492471" y="106275"/>
                </a:lnTo>
                <a:lnTo>
                  <a:pt x="6484599" y="106275"/>
                </a:lnTo>
                <a:close/>
                <a:moveTo>
                  <a:pt x="6541671" y="88565"/>
                </a:moveTo>
                <a:lnTo>
                  <a:pt x="6559383" y="90530"/>
                </a:lnTo>
                <a:lnTo>
                  <a:pt x="6563319" y="94467"/>
                </a:lnTo>
                <a:lnTo>
                  <a:pt x="6551511" y="98405"/>
                </a:lnTo>
                <a:lnTo>
                  <a:pt x="6527895" y="96435"/>
                </a:lnTo>
                <a:close/>
                <a:moveTo>
                  <a:pt x="6706985" y="80690"/>
                </a:moveTo>
                <a:lnTo>
                  <a:pt x="6718793" y="80690"/>
                </a:lnTo>
                <a:lnTo>
                  <a:pt x="6718793" y="90530"/>
                </a:lnTo>
                <a:lnTo>
                  <a:pt x="6697145" y="90530"/>
                </a:lnTo>
                <a:lnTo>
                  <a:pt x="6695177" y="96435"/>
                </a:lnTo>
                <a:lnTo>
                  <a:pt x="6706985" y="104307"/>
                </a:lnTo>
                <a:lnTo>
                  <a:pt x="6701081" y="110210"/>
                </a:lnTo>
                <a:lnTo>
                  <a:pt x="6657784" y="108244"/>
                </a:lnTo>
                <a:lnTo>
                  <a:pt x="6645976" y="104307"/>
                </a:lnTo>
                <a:lnTo>
                  <a:pt x="6645976" y="96435"/>
                </a:lnTo>
                <a:lnTo>
                  <a:pt x="6655816" y="92498"/>
                </a:lnTo>
                <a:lnTo>
                  <a:pt x="6655816" y="82658"/>
                </a:lnTo>
                <a:lnTo>
                  <a:pt x="6697145" y="82658"/>
                </a:lnTo>
                <a:close/>
                <a:moveTo>
                  <a:pt x="6620392" y="76755"/>
                </a:moveTo>
                <a:lnTo>
                  <a:pt x="6626296" y="82658"/>
                </a:lnTo>
                <a:lnTo>
                  <a:pt x="6620392" y="86596"/>
                </a:lnTo>
                <a:lnTo>
                  <a:pt x="6610552" y="82658"/>
                </a:lnTo>
                <a:close/>
                <a:moveTo>
                  <a:pt x="7204893" y="74786"/>
                </a:moveTo>
                <a:lnTo>
                  <a:pt x="7216701" y="78725"/>
                </a:lnTo>
                <a:lnTo>
                  <a:pt x="7226541" y="82658"/>
                </a:lnTo>
                <a:lnTo>
                  <a:pt x="7224573" y="86596"/>
                </a:lnTo>
                <a:lnTo>
                  <a:pt x="7202925" y="88565"/>
                </a:lnTo>
                <a:lnTo>
                  <a:pt x="7193085" y="84626"/>
                </a:lnTo>
                <a:close/>
                <a:moveTo>
                  <a:pt x="6492471" y="74786"/>
                </a:moveTo>
                <a:lnTo>
                  <a:pt x="6508215" y="78725"/>
                </a:lnTo>
                <a:lnTo>
                  <a:pt x="6521991" y="80690"/>
                </a:lnTo>
                <a:lnTo>
                  <a:pt x="6527895" y="82658"/>
                </a:lnTo>
                <a:lnTo>
                  <a:pt x="6523959" y="86596"/>
                </a:lnTo>
                <a:lnTo>
                  <a:pt x="6508215" y="88565"/>
                </a:lnTo>
                <a:lnTo>
                  <a:pt x="6494439" y="82658"/>
                </a:lnTo>
                <a:close/>
                <a:moveTo>
                  <a:pt x="6364550" y="74786"/>
                </a:moveTo>
                <a:lnTo>
                  <a:pt x="6368486" y="74786"/>
                </a:lnTo>
                <a:lnTo>
                  <a:pt x="6398006" y="74786"/>
                </a:lnTo>
                <a:lnTo>
                  <a:pt x="6401942" y="78725"/>
                </a:lnTo>
                <a:lnTo>
                  <a:pt x="6384230" y="84626"/>
                </a:lnTo>
                <a:lnTo>
                  <a:pt x="6386198" y="88565"/>
                </a:lnTo>
                <a:lnTo>
                  <a:pt x="6411782" y="86596"/>
                </a:lnTo>
                <a:lnTo>
                  <a:pt x="6413750" y="90530"/>
                </a:lnTo>
                <a:lnTo>
                  <a:pt x="6413750" y="100371"/>
                </a:lnTo>
                <a:lnTo>
                  <a:pt x="6405878" y="104307"/>
                </a:lnTo>
                <a:lnTo>
                  <a:pt x="6384230" y="104307"/>
                </a:lnTo>
                <a:lnTo>
                  <a:pt x="6372422" y="108244"/>
                </a:lnTo>
                <a:lnTo>
                  <a:pt x="6376358" y="112179"/>
                </a:lnTo>
                <a:lnTo>
                  <a:pt x="6384230" y="114146"/>
                </a:lnTo>
                <a:lnTo>
                  <a:pt x="6380294" y="116115"/>
                </a:lnTo>
                <a:lnTo>
                  <a:pt x="6338966" y="118085"/>
                </a:lnTo>
                <a:lnTo>
                  <a:pt x="6342902" y="125956"/>
                </a:lnTo>
                <a:lnTo>
                  <a:pt x="6336998" y="131858"/>
                </a:lnTo>
                <a:lnTo>
                  <a:pt x="6315350" y="145635"/>
                </a:lnTo>
                <a:lnTo>
                  <a:pt x="6303541" y="143667"/>
                </a:lnTo>
                <a:lnTo>
                  <a:pt x="6303541" y="139734"/>
                </a:lnTo>
                <a:lnTo>
                  <a:pt x="6313382" y="135795"/>
                </a:lnTo>
                <a:lnTo>
                  <a:pt x="6309445" y="131858"/>
                </a:lnTo>
                <a:lnTo>
                  <a:pt x="6289765" y="129891"/>
                </a:lnTo>
                <a:lnTo>
                  <a:pt x="6275989" y="123986"/>
                </a:lnTo>
                <a:lnTo>
                  <a:pt x="6281893" y="116115"/>
                </a:lnTo>
                <a:lnTo>
                  <a:pt x="6299605" y="112179"/>
                </a:lnTo>
                <a:lnTo>
                  <a:pt x="6275989" y="100371"/>
                </a:lnTo>
                <a:lnTo>
                  <a:pt x="6275989" y="96435"/>
                </a:lnTo>
                <a:lnTo>
                  <a:pt x="6344870" y="96435"/>
                </a:lnTo>
                <a:lnTo>
                  <a:pt x="6350774" y="88565"/>
                </a:lnTo>
                <a:lnTo>
                  <a:pt x="6364550" y="82658"/>
                </a:lnTo>
                <a:lnTo>
                  <a:pt x="6372422" y="82658"/>
                </a:lnTo>
                <a:close/>
                <a:moveTo>
                  <a:pt x="6264181" y="74786"/>
                </a:moveTo>
                <a:lnTo>
                  <a:pt x="6270085" y="76755"/>
                </a:lnTo>
                <a:lnTo>
                  <a:pt x="6305509" y="76755"/>
                </a:lnTo>
                <a:lnTo>
                  <a:pt x="6329125" y="80690"/>
                </a:lnTo>
                <a:lnTo>
                  <a:pt x="6338965" y="88565"/>
                </a:lnTo>
                <a:lnTo>
                  <a:pt x="6323221" y="90530"/>
                </a:lnTo>
                <a:lnTo>
                  <a:pt x="6309445" y="88565"/>
                </a:lnTo>
                <a:lnTo>
                  <a:pt x="6307477" y="82658"/>
                </a:lnTo>
                <a:lnTo>
                  <a:pt x="6281893" y="82658"/>
                </a:lnTo>
                <a:lnTo>
                  <a:pt x="6252373" y="92498"/>
                </a:lnTo>
                <a:lnTo>
                  <a:pt x="6252373" y="100371"/>
                </a:lnTo>
                <a:lnTo>
                  <a:pt x="6264181" y="100371"/>
                </a:lnTo>
                <a:lnTo>
                  <a:pt x="6270085" y="106275"/>
                </a:lnTo>
                <a:lnTo>
                  <a:pt x="6258277" y="110210"/>
                </a:lnTo>
                <a:lnTo>
                  <a:pt x="6244501" y="106275"/>
                </a:lnTo>
                <a:lnTo>
                  <a:pt x="6238596" y="108244"/>
                </a:lnTo>
                <a:lnTo>
                  <a:pt x="6228756" y="104307"/>
                </a:lnTo>
                <a:lnTo>
                  <a:pt x="6213012" y="102338"/>
                </a:lnTo>
                <a:lnTo>
                  <a:pt x="6213012" y="100371"/>
                </a:lnTo>
                <a:lnTo>
                  <a:pt x="6211044" y="94467"/>
                </a:lnTo>
                <a:lnTo>
                  <a:pt x="6211044" y="90530"/>
                </a:lnTo>
                <a:lnTo>
                  <a:pt x="6216948" y="88565"/>
                </a:lnTo>
                <a:lnTo>
                  <a:pt x="6252373" y="82658"/>
                </a:lnTo>
                <a:close/>
                <a:moveTo>
                  <a:pt x="6701080" y="62978"/>
                </a:moveTo>
                <a:lnTo>
                  <a:pt x="6706984" y="68885"/>
                </a:lnTo>
                <a:lnTo>
                  <a:pt x="6697144" y="74786"/>
                </a:lnTo>
                <a:lnTo>
                  <a:pt x="6673528" y="74786"/>
                </a:lnTo>
                <a:lnTo>
                  <a:pt x="6675496" y="68885"/>
                </a:lnTo>
                <a:close/>
                <a:moveTo>
                  <a:pt x="6602680" y="62978"/>
                </a:moveTo>
                <a:lnTo>
                  <a:pt x="6614488" y="68885"/>
                </a:lnTo>
                <a:lnTo>
                  <a:pt x="6620392" y="74786"/>
                </a:lnTo>
                <a:lnTo>
                  <a:pt x="6604648" y="74786"/>
                </a:lnTo>
                <a:lnTo>
                  <a:pt x="6598744" y="68885"/>
                </a:lnTo>
                <a:close/>
                <a:moveTo>
                  <a:pt x="6549543" y="62978"/>
                </a:moveTo>
                <a:lnTo>
                  <a:pt x="6575127" y="62978"/>
                </a:lnTo>
                <a:lnTo>
                  <a:pt x="6584967" y="68885"/>
                </a:lnTo>
                <a:lnTo>
                  <a:pt x="6598743" y="76755"/>
                </a:lnTo>
                <a:lnTo>
                  <a:pt x="6596775" y="80690"/>
                </a:lnTo>
                <a:lnTo>
                  <a:pt x="6586935" y="78725"/>
                </a:lnTo>
                <a:lnTo>
                  <a:pt x="6567255" y="68885"/>
                </a:lnTo>
                <a:close/>
                <a:moveTo>
                  <a:pt x="6512151" y="62978"/>
                </a:moveTo>
                <a:lnTo>
                  <a:pt x="6531832" y="68885"/>
                </a:lnTo>
                <a:lnTo>
                  <a:pt x="6543640" y="68885"/>
                </a:lnTo>
                <a:lnTo>
                  <a:pt x="6555448" y="74786"/>
                </a:lnTo>
                <a:lnTo>
                  <a:pt x="6577096" y="80690"/>
                </a:lnTo>
                <a:lnTo>
                  <a:pt x="6596776" y="86596"/>
                </a:lnTo>
                <a:lnTo>
                  <a:pt x="6590872" y="90530"/>
                </a:lnTo>
                <a:lnTo>
                  <a:pt x="6575128" y="94467"/>
                </a:lnTo>
                <a:lnTo>
                  <a:pt x="6563320" y="86596"/>
                </a:lnTo>
                <a:lnTo>
                  <a:pt x="6545608" y="86596"/>
                </a:lnTo>
                <a:lnTo>
                  <a:pt x="6529864" y="78725"/>
                </a:lnTo>
                <a:lnTo>
                  <a:pt x="6527895" y="76755"/>
                </a:lnTo>
                <a:lnTo>
                  <a:pt x="6508215" y="68885"/>
                </a:lnTo>
                <a:lnTo>
                  <a:pt x="6506247" y="64946"/>
                </a:lnTo>
                <a:close/>
                <a:moveTo>
                  <a:pt x="6398006" y="59045"/>
                </a:moveTo>
                <a:lnTo>
                  <a:pt x="6403910" y="59045"/>
                </a:lnTo>
                <a:lnTo>
                  <a:pt x="6409814" y="68885"/>
                </a:lnTo>
                <a:lnTo>
                  <a:pt x="6401942" y="68885"/>
                </a:lnTo>
                <a:lnTo>
                  <a:pt x="6396038" y="68885"/>
                </a:lnTo>
                <a:close/>
                <a:moveTo>
                  <a:pt x="7529616" y="53137"/>
                </a:moveTo>
                <a:lnTo>
                  <a:pt x="7557168" y="53137"/>
                </a:lnTo>
                <a:lnTo>
                  <a:pt x="7563072" y="61009"/>
                </a:lnTo>
                <a:lnTo>
                  <a:pt x="7557168" y="62977"/>
                </a:lnTo>
                <a:lnTo>
                  <a:pt x="7531584" y="62977"/>
                </a:lnTo>
                <a:lnTo>
                  <a:pt x="7519776" y="57076"/>
                </a:lnTo>
                <a:close/>
                <a:moveTo>
                  <a:pt x="6584967" y="53137"/>
                </a:moveTo>
                <a:lnTo>
                  <a:pt x="6598743" y="53137"/>
                </a:lnTo>
                <a:lnTo>
                  <a:pt x="6598743" y="57076"/>
                </a:lnTo>
                <a:lnTo>
                  <a:pt x="6584967" y="59040"/>
                </a:lnTo>
                <a:lnTo>
                  <a:pt x="6575127" y="57076"/>
                </a:lnTo>
                <a:close/>
                <a:moveTo>
                  <a:pt x="7679185" y="51169"/>
                </a:moveTo>
                <a:lnTo>
                  <a:pt x="7698866" y="61009"/>
                </a:lnTo>
                <a:lnTo>
                  <a:pt x="7706738" y="80690"/>
                </a:lnTo>
                <a:lnTo>
                  <a:pt x="7736258" y="92497"/>
                </a:lnTo>
                <a:lnTo>
                  <a:pt x="7744130" y="96435"/>
                </a:lnTo>
                <a:lnTo>
                  <a:pt x="7722482" y="106275"/>
                </a:lnTo>
                <a:lnTo>
                  <a:pt x="7720514" y="118085"/>
                </a:lnTo>
                <a:lnTo>
                  <a:pt x="7726418" y="127924"/>
                </a:lnTo>
                <a:lnTo>
                  <a:pt x="7669345" y="129890"/>
                </a:lnTo>
                <a:lnTo>
                  <a:pt x="7647697" y="129890"/>
                </a:lnTo>
                <a:lnTo>
                  <a:pt x="7643761" y="135795"/>
                </a:lnTo>
                <a:lnTo>
                  <a:pt x="7612273" y="139729"/>
                </a:lnTo>
                <a:lnTo>
                  <a:pt x="7580785" y="131858"/>
                </a:lnTo>
                <a:lnTo>
                  <a:pt x="7580785" y="122017"/>
                </a:lnTo>
                <a:lnTo>
                  <a:pt x="7563072" y="122017"/>
                </a:lnTo>
                <a:lnTo>
                  <a:pt x="7551264" y="118085"/>
                </a:lnTo>
                <a:lnTo>
                  <a:pt x="7567008" y="112178"/>
                </a:lnTo>
                <a:lnTo>
                  <a:pt x="7586689" y="110209"/>
                </a:lnTo>
                <a:lnTo>
                  <a:pt x="7600465" y="100369"/>
                </a:lnTo>
                <a:lnTo>
                  <a:pt x="7584721" y="92497"/>
                </a:lnTo>
                <a:lnTo>
                  <a:pt x="7604401" y="80690"/>
                </a:lnTo>
                <a:lnTo>
                  <a:pt x="7657537" y="62977"/>
                </a:lnTo>
                <a:lnTo>
                  <a:pt x="7663441" y="53137"/>
                </a:lnTo>
                <a:close/>
                <a:moveTo>
                  <a:pt x="6488535" y="47236"/>
                </a:moveTo>
                <a:lnTo>
                  <a:pt x="6498375" y="47236"/>
                </a:lnTo>
                <a:lnTo>
                  <a:pt x="6504279" y="47236"/>
                </a:lnTo>
                <a:lnTo>
                  <a:pt x="6490503" y="53137"/>
                </a:lnTo>
                <a:close/>
                <a:moveTo>
                  <a:pt x="6691240" y="41329"/>
                </a:moveTo>
                <a:lnTo>
                  <a:pt x="6693208" y="47236"/>
                </a:lnTo>
                <a:lnTo>
                  <a:pt x="6679432" y="51169"/>
                </a:lnTo>
                <a:lnTo>
                  <a:pt x="6673528" y="47236"/>
                </a:lnTo>
                <a:close/>
                <a:moveTo>
                  <a:pt x="6777834" y="39361"/>
                </a:moveTo>
                <a:lnTo>
                  <a:pt x="6795546" y="39361"/>
                </a:lnTo>
                <a:lnTo>
                  <a:pt x="6801450" y="47236"/>
                </a:lnTo>
                <a:lnTo>
                  <a:pt x="6793578" y="53137"/>
                </a:lnTo>
                <a:lnTo>
                  <a:pt x="6803418" y="62977"/>
                </a:lnTo>
                <a:lnTo>
                  <a:pt x="6803418" y="68881"/>
                </a:lnTo>
                <a:lnTo>
                  <a:pt x="6775866" y="68881"/>
                </a:lnTo>
                <a:lnTo>
                  <a:pt x="6773898" y="76755"/>
                </a:lnTo>
                <a:lnTo>
                  <a:pt x="6762090" y="84626"/>
                </a:lnTo>
                <a:lnTo>
                  <a:pt x="6754218" y="84626"/>
                </a:lnTo>
                <a:lnTo>
                  <a:pt x="6746345" y="76755"/>
                </a:lnTo>
                <a:lnTo>
                  <a:pt x="6734537" y="74786"/>
                </a:lnTo>
                <a:lnTo>
                  <a:pt x="6746345" y="62977"/>
                </a:lnTo>
                <a:lnTo>
                  <a:pt x="6744377" y="57076"/>
                </a:lnTo>
                <a:lnTo>
                  <a:pt x="6756186" y="51169"/>
                </a:lnTo>
                <a:lnTo>
                  <a:pt x="6773898" y="47236"/>
                </a:lnTo>
                <a:close/>
                <a:moveTo>
                  <a:pt x="6573160" y="39361"/>
                </a:moveTo>
                <a:lnTo>
                  <a:pt x="6590872" y="45266"/>
                </a:lnTo>
                <a:lnTo>
                  <a:pt x="6590872" y="47236"/>
                </a:lnTo>
                <a:lnTo>
                  <a:pt x="6563320" y="53137"/>
                </a:lnTo>
                <a:lnTo>
                  <a:pt x="6537735" y="53137"/>
                </a:lnTo>
                <a:lnTo>
                  <a:pt x="6531831" y="47236"/>
                </a:lnTo>
                <a:lnTo>
                  <a:pt x="6541671" y="47236"/>
                </a:lnTo>
                <a:lnTo>
                  <a:pt x="6547576" y="47236"/>
                </a:lnTo>
                <a:lnTo>
                  <a:pt x="6559384" y="41329"/>
                </a:lnTo>
                <a:close/>
                <a:moveTo>
                  <a:pt x="6628264" y="35427"/>
                </a:moveTo>
                <a:lnTo>
                  <a:pt x="6634168" y="39361"/>
                </a:lnTo>
                <a:lnTo>
                  <a:pt x="6628264" y="41329"/>
                </a:lnTo>
                <a:lnTo>
                  <a:pt x="6614488" y="41329"/>
                </a:lnTo>
                <a:lnTo>
                  <a:pt x="6614488" y="39361"/>
                </a:lnTo>
                <a:close/>
                <a:moveTo>
                  <a:pt x="6590871" y="27555"/>
                </a:moveTo>
                <a:lnTo>
                  <a:pt x="6610551" y="35427"/>
                </a:lnTo>
                <a:lnTo>
                  <a:pt x="6592839" y="39361"/>
                </a:lnTo>
                <a:lnTo>
                  <a:pt x="6567255" y="35427"/>
                </a:lnTo>
                <a:lnTo>
                  <a:pt x="6569223" y="33457"/>
                </a:lnTo>
                <a:close/>
                <a:moveTo>
                  <a:pt x="6756185" y="7876"/>
                </a:moveTo>
                <a:lnTo>
                  <a:pt x="6758153" y="15746"/>
                </a:lnTo>
                <a:lnTo>
                  <a:pt x="6748313" y="15746"/>
                </a:lnTo>
                <a:lnTo>
                  <a:pt x="6728633" y="9841"/>
                </a:lnTo>
                <a:close/>
                <a:moveTo>
                  <a:pt x="6614488" y="0"/>
                </a:moveTo>
                <a:lnTo>
                  <a:pt x="6628264" y="0"/>
                </a:lnTo>
                <a:lnTo>
                  <a:pt x="6632200" y="9841"/>
                </a:lnTo>
                <a:lnTo>
                  <a:pt x="6616456" y="13777"/>
                </a:lnTo>
                <a:lnTo>
                  <a:pt x="6596776" y="11809"/>
                </a:lnTo>
                <a:lnTo>
                  <a:pt x="6602680" y="3937"/>
                </a:lnTo>
                <a:close/>
              </a:path>
            </a:pathLst>
          </a:custGeom>
          <a:solidFill>
            <a:srgbClr val="D8D8D8"/>
          </a:solidFill>
          <a:ln>
            <a:noFill/>
          </a:ln>
        </p:spPr>
        <p:txBody>
          <a:bodyPr spcFirstLastPara="1" wrap="square" lIns="28925" tIns="14450" rIns="28925" bIns="14450" anchor="t" anchorCtr="0">
            <a:noAutofit/>
          </a:bodyPr>
          <a:lstStyle/>
          <a:p>
            <a:pPr marL="0" marR="0" lvl="0" indent="0" algn="l" rtl="0">
              <a:lnSpc>
                <a:spcPct val="100000"/>
              </a:lnSpc>
              <a:spcBef>
                <a:spcPts val="0"/>
              </a:spcBef>
              <a:spcAft>
                <a:spcPts val="0"/>
              </a:spcAft>
              <a:buClr>
                <a:srgbClr val="000000"/>
              </a:buClr>
              <a:buSzPts val="600"/>
              <a:buFont typeface="Libre Franklin"/>
              <a:buNone/>
            </a:pPr>
            <a:endParaRPr sz="700" b="1" i="0" u="none" strike="noStrike" cap="none">
              <a:solidFill>
                <a:srgbClr val="1C1815"/>
              </a:solidFill>
              <a:latin typeface="Montserrat"/>
              <a:ea typeface="Montserrat"/>
              <a:cs typeface="Montserrat"/>
              <a:sym typeface="Montserrat"/>
            </a:endParaRPr>
          </a:p>
        </p:txBody>
      </p:sp>
      <p:pic>
        <p:nvPicPr>
          <p:cNvPr id="38" name="Picture 37">
            <a:extLst>
              <a:ext uri="{FF2B5EF4-FFF2-40B4-BE49-F238E27FC236}">
                <a16:creationId xmlns:a16="http://schemas.microsoft.com/office/drawing/2014/main" id="{2C6425DA-265E-04AB-9C41-C4FA8C4B5D2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189" y="1382631"/>
            <a:ext cx="2557581" cy="2531020"/>
          </a:xfrm>
          <a:prstGeom prst="rect">
            <a:avLst/>
          </a:prstGeom>
        </p:spPr>
      </p:pic>
      <p:sp>
        <p:nvSpPr>
          <p:cNvPr id="74" name="Rectangle 73">
            <a:extLst>
              <a:ext uri="{FF2B5EF4-FFF2-40B4-BE49-F238E27FC236}">
                <a16:creationId xmlns:a16="http://schemas.microsoft.com/office/drawing/2014/main" id="{B784ADD5-5587-46B2-9954-854E8F19E417}"/>
              </a:ext>
            </a:extLst>
          </p:cNvPr>
          <p:cNvSpPr/>
          <p:nvPr/>
        </p:nvSpPr>
        <p:spPr>
          <a:xfrm>
            <a:off x="440466" y="3892278"/>
            <a:ext cx="3306474" cy="28611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
            <a:extLst>
              <a:ext uri="{FF2B5EF4-FFF2-40B4-BE49-F238E27FC236}">
                <a16:creationId xmlns:a16="http://schemas.microsoft.com/office/drawing/2014/main" id="{73690C35-4B54-5DF2-69E8-C55103214066}"/>
              </a:ext>
            </a:extLst>
          </p:cNvPr>
          <p:cNvSpPr txBox="1"/>
          <p:nvPr/>
        </p:nvSpPr>
        <p:spPr>
          <a:xfrm>
            <a:off x="0" y="1045741"/>
            <a:ext cx="4540025"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chemeClr val="dk1"/>
                </a:solidFill>
                <a:latin typeface="Figtree"/>
                <a:ea typeface="Figtree"/>
                <a:cs typeface="Figtree"/>
                <a:sym typeface="Figtree"/>
              </a:rPr>
              <a:t>South Africa – Johannesburg</a:t>
            </a:r>
            <a:endParaRPr sz="1200" dirty="0"/>
          </a:p>
        </p:txBody>
      </p:sp>
      <p:sp>
        <p:nvSpPr>
          <p:cNvPr id="9" name="TextBox 8">
            <a:extLst>
              <a:ext uri="{FF2B5EF4-FFF2-40B4-BE49-F238E27FC236}">
                <a16:creationId xmlns:a16="http://schemas.microsoft.com/office/drawing/2014/main" id="{77261B62-0349-78A4-C051-9B2933A0441F}"/>
              </a:ext>
            </a:extLst>
          </p:cNvPr>
          <p:cNvSpPr txBox="1"/>
          <p:nvPr/>
        </p:nvSpPr>
        <p:spPr>
          <a:xfrm>
            <a:off x="8392526" y="961411"/>
            <a:ext cx="3749040" cy="5793894"/>
          </a:xfrm>
          <a:prstGeom prst="rect">
            <a:avLst/>
          </a:prstGeom>
          <a:solidFill>
            <a:schemeClr val="bg1"/>
          </a:solidFill>
        </p:spPr>
        <p:txBody>
          <a:bodyPr wrap="square" rtlCol="0">
            <a:spAutoFit/>
          </a:bodyPr>
          <a:lstStyle/>
          <a:p>
            <a:pPr>
              <a:spcAft>
                <a:spcPts val="300"/>
              </a:spcAft>
            </a:pPr>
            <a:r>
              <a:rPr lang="en-US" sz="1050" b="1" dirty="0">
                <a:latin typeface="Figtree" pitchFamily="2" charset="0"/>
              </a:rPr>
              <a:t>        Estimating air pollution (1.0)</a:t>
            </a:r>
            <a:endParaRPr lang="en-US" sz="1050" dirty="0">
              <a:latin typeface="Figtree" pitchFamily="2" charset="0"/>
            </a:endParaRPr>
          </a:p>
          <a:p>
            <a:pPr algn="just"/>
            <a:r>
              <a:rPr lang="en-US" sz="900" dirty="0">
                <a:latin typeface="Figtree" pitchFamily="2" charset="0"/>
              </a:rPr>
              <a:t>Johannesburg has monitors prioritizing high‑risk communities, high resolution measurements, and access to external datasets such as long‑term monitoring records or meteorological data. Next steps include incorporating community input into siting and expanding the low‑cost and indoor measurements to better capture local source contributions. The city should also formalize procedures for validating model estimates where monitoring is sparse and routinely evaluate before‑and‑after changes in exposure and health risk to ensure methods remain accurate and equity‑focused.</a:t>
            </a:r>
          </a:p>
          <a:p>
            <a:pPr algn="just"/>
            <a:endParaRPr lang="en-US" sz="900" dirty="0">
              <a:solidFill>
                <a:schemeClr val="dk1"/>
              </a:solidFill>
              <a:latin typeface="Figtree" pitchFamily="2" charset="0"/>
            </a:endParaRPr>
          </a:p>
          <a:p>
            <a:pPr algn="just">
              <a:spcAft>
                <a:spcPts val="300"/>
              </a:spcAft>
            </a:pPr>
            <a:r>
              <a:rPr lang="en-US" sz="1050" b="1" dirty="0">
                <a:latin typeface="Figtree" pitchFamily="2" charset="0"/>
              </a:rPr>
              <a:t>        Health and economic impact modeling (0.3)</a:t>
            </a:r>
            <a:endParaRPr lang="en-US" sz="1050" dirty="0">
              <a:latin typeface="Figtree" pitchFamily="2" charset="0"/>
            </a:endParaRPr>
          </a:p>
          <a:p>
            <a:pPr algn="just"/>
            <a:r>
              <a:rPr lang="en-US" sz="900" dirty="0">
                <a:latin typeface="Figtree" pitchFamily="2" charset="0"/>
              </a:rPr>
              <a:t>Johannesburg is at a very early stage of health and economic impact modeling, with some initial capacity to disaggregate labor and economic data to reveal inequities. Next steps are to build core data and methods for robust modeling, which includes linking high‑resolution health and economic data with air quality metrics and estimating health and economic impacts of clean‑air policies, disaggregating results across neighborhood characteristics. Finally, the city should consider before‑and‑after evaluations of major policies, summarizing findings for communities and decision‑makers, and using results to guide investments and regulatory decisions.</a:t>
            </a:r>
          </a:p>
          <a:p>
            <a:pPr algn="just"/>
            <a:endParaRPr lang="en-US" sz="900" b="1" dirty="0">
              <a:latin typeface="Figtree" pitchFamily="2" charset="0"/>
            </a:endParaRPr>
          </a:p>
          <a:p>
            <a:pPr>
              <a:spcAft>
                <a:spcPts val="300"/>
              </a:spcAft>
            </a:pPr>
            <a:r>
              <a:rPr lang="en-US" sz="1050" b="1" dirty="0">
                <a:latin typeface="Figtree" pitchFamily="2" charset="0"/>
              </a:rPr>
              <a:t>        Public support and engagement (0.6)</a:t>
            </a:r>
            <a:endParaRPr lang="en-US" sz="1050" dirty="0">
              <a:latin typeface="Figtree" pitchFamily="2" charset="0"/>
            </a:endParaRPr>
          </a:p>
          <a:p>
            <a:pPr lvl="0" algn="just"/>
            <a:r>
              <a:rPr lang="en-US" sz="900" dirty="0">
                <a:latin typeface="Figtree" pitchFamily="2" charset="0"/>
              </a:rPr>
              <a:t>There is a foundation for equity-focused analysis, including neighborhood-level demographic data, some tracking of smaller unconventional emission sources, early evaluation of health and economic impacts of policies, and public-facing data platforms. Next steps include mapping access to clean air spaces, addressing data gaps that may disadvantage certain communities, and providing technical support so community sensor projects can feed into official datasets. Strengthening models with locally collected data, expanding analyses of differential health and economic burdens across groups, and establishing real-time alerts and clear mechanisms to ensure evaluation findings inform policy decisions will help close remaining gaps and deepen equity impacts.</a:t>
            </a:r>
          </a:p>
          <a:p>
            <a:pPr lvl="0" algn="just"/>
            <a:endParaRPr lang="en-US" sz="1100" dirty="0">
              <a:latin typeface="Figtree" pitchFamily="2" charset="0"/>
            </a:endParaRPr>
          </a:p>
          <a:p>
            <a:pPr algn="just"/>
            <a:endParaRPr lang="en-US" sz="1100" dirty="0">
              <a:latin typeface="Figtree" pitchFamily="2" charset="0"/>
            </a:endParaRPr>
          </a:p>
        </p:txBody>
      </p:sp>
      <p:sp>
        <p:nvSpPr>
          <p:cNvPr id="2" name="TextBox 1">
            <a:extLst>
              <a:ext uri="{FF2B5EF4-FFF2-40B4-BE49-F238E27FC236}">
                <a16:creationId xmlns:a16="http://schemas.microsoft.com/office/drawing/2014/main" id="{948F6990-6086-EE07-C499-81C2CFAAE724}"/>
              </a:ext>
            </a:extLst>
          </p:cNvPr>
          <p:cNvSpPr txBox="1"/>
          <p:nvPr/>
        </p:nvSpPr>
        <p:spPr>
          <a:xfrm>
            <a:off x="0" y="-83667"/>
            <a:ext cx="4493538" cy="1323439"/>
          </a:xfrm>
          <a:prstGeom prst="rect">
            <a:avLst/>
          </a:prstGeom>
          <a:noFill/>
        </p:spPr>
        <p:txBody>
          <a:bodyPr wrap="none" rtlCol="0">
            <a:spAutoFit/>
          </a:bodyPr>
          <a:lstStyle/>
          <a:p>
            <a:r>
              <a:rPr lang="en-US" sz="8000" b="1" dirty="0">
                <a:latin typeface="Figtree" pitchFamily="2" charset="0"/>
              </a:rPr>
              <a:t>[EQuiPD]</a:t>
            </a:r>
          </a:p>
        </p:txBody>
      </p:sp>
      <p:pic>
        <p:nvPicPr>
          <p:cNvPr id="12" name="Picture 11">
            <a:extLst>
              <a:ext uri="{FF2B5EF4-FFF2-40B4-BE49-F238E27FC236}">
                <a16:creationId xmlns:a16="http://schemas.microsoft.com/office/drawing/2014/main" id="{574A908B-4135-AD93-A6AD-BBA1C66C4F3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90989" y="219007"/>
            <a:ext cx="677649" cy="682559"/>
          </a:xfrm>
          <a:prstGeom prst="rect">
            <a:avLst/>
          </a:prstGeom>
        </p:spPr>
      </p:pic>
      <p:sp>
        <p:nvSpPr>
          <p:cNvPr id="14" name="TextBox 13">
            <a:extLst>
              <a:ext uri="{FF2B5EF4-FFF2-40B4-BE49-F238E27FC236}">
                <a16:creationId xmlns:a16="http://schemas.microsoft.com/office/drawing/2014/main" id="{6A24057D-BBAB-30B0-A694-28A4DFD00832}"/>
              </a:ext>
            </a:extLst>
          </p:cNvPr>
          <p:cNvSpPr txBox="1"/>
          <p:nvPr/>
        </p:nvSpPr>
        <p:spPr>
          <a:xfrm>
            <a:off x="4473737" y="162553"/>
            <a:ext cx="3586238" cy="830997"/>
          </a:xfrm>
          <a:prstGeom prst="rect">
            <a:avLst/>
          </a:prstGeom>
          <a:noFill/>
        </p:spPr>
        <p:txBody>
          <a:bodyPr wrap="none" rtlCol="0">
            <a:spAutoFit/>
          </a:bodyPr>
          <a:lstStyle/>
          <a:p>
            <a:r>
              <a:rPr lang="en-US" sz="2400" dirty="0">
                <a:latin typeface="Figtree" pitchFamily="2" charset="0"/>
              </a:rPr>
              <a:t>Equity in Air Quality </a:t>
            </a:r>
            <a:br>
              <a:rPr lang="en-US" sz="2400" dirty="0">
                <a:latin typeface="Figtree" pitchFamily="2" charset="0"/>
              </a:rPr>
            </a:br>
            <a:r>
              <a:rPr lang="en-US" sz="2400" dirty="0">
                <a:latin typeface="Figtree" pitchFamily="2" charset="0"/>
              </a:rPr>
              <a:t>Policy &amp; Data Ecosystem</a:t>
            </a:r>
          </a:p>
        </p:txBody>
      </p:sp>
      <p:pic>
        <p:nvPicPr>
          <p:cNvPr id="18" name="Graphic 17" descr="Star with solid fill">
            <a:extLst>
              <a:ext uri="{FF2B5EF4-FFF2-40B4-BE49-F238E27FC236}">
                <a16:creationId xmlns:a16="http://schemas.microsoft.com/office/drawing/2014/main" id="{F7BEB51F-5E9B-0058-374B-32987AC029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76303" y="3243798"/>
            <a:ext cx="295689" cy="295689"/>
          </a:xfrm>
          <a:prstGeom prst="rect">
            <a:avLst/>
          </a:prstGeom>
        </p:spPr>
      </p:pic>
      <p:pic>
        <p:nvPicPr>
          <p:cNvPr id="23" name="Picture 22">
            <a:extLst>
              <a:ext uri="{FF2B5EF4-FFF2-40B4-BE49-F238E27FC236}">
                <a16:creationId xmlns:a16="http://schemas.microsoft.com/office/drawing/2014/main" id="{B30B33FE-763B-7BEE-64EF-585E9B1C70C8}"/>
              </a:ext>
            </a:extLst>
          </p:cNvPr>
          <p:cNvPicPr>
            <a:picLocks noChangeAspect="1"/>
          </p:cNvPicPr>
          <p:nvPr/>
        </p:nvPicPr>
        <p:blipFill>
          <a:blip r:embed="rId7"/>
          <a:srcRect r="56322"/>
          <a:stretch>
            <a:fillRect/>
          </a:stretch>
        </p:blipFill>
        <p:spPr>
          <a:xfrm>
            <a:off x="505351" y="4190770"/>
            <a:ext cx="2208555" cy="1379039"/>
          </a:xfrm>
          <a:prstGeom prst="rect">
            <a:avLst/>
          </a:prstGeom>
        </p:spPr>
      </p:pic>
      <p:pic>
        <p:nvPicPr>
          <p:cNvPr id="24" name="Picture 23">
            <a:extLst>
              <a:ext uri="{FF2B5EF4-FFF2-40B4-BE49-F238E27FC236}">
                <a16:creationId xmlns:a16="http://schemas.microsoft.com/office/drawing/2014/main" id="{4620FB42-DC86-C3E0-721C-0FD2CCA05E58}"/>
              </a:ext>
            </a:extLst>
          </p:cNvPr>
          <p:cNvPicPr>
            <a:picLocks noChangeAspect="1"/>
          </p:cNvPicPr>
          <p:nvPr/>
        </p:nvPicPr>
        <p:blipFill>
          <a:blip r:embed="rId7"/>
          <a:srcRect l="43717" b="21438"/>
          <a:stretch>
            <a:fillRect/>
          </a:stretch>
        </p:blipFill>
        <p:spPr>
          <a:xfrm>
            <a:off x="505351" y="5647698"/>
            <a:ext cx="2845945" cy="1083397"/>
          </a:xfrm>
          <a:prstGeom prst="rect">
            <a:avLst/>
          </a:prstGeom>
        </p:spPr>
      </p:pic>
      <p:sp>
        <p:nvSpPr>
          <p:cNvPr id="25" name="TextBox 24">
            <a:extLst>
              <a:ext uri="{FF2B5EF4-FFF2-40B4-BE49-F238E27FC236}">
                <a16:creationId xmlns:a16="http://schemas.microsoft.com/office/drawing/2014/main" id="{7642DCD3-00F8-3298-1747-F082AFAAE73C}"/>
              </a:ext>
            </a:extLst>
          </p:cNvPr>
          <p:cNvSpPr txBox="1"/>
          <p:nvPr/>
        </p:nvSpPr>
        <p:spPr>
          <a:xfrm>
            <a:off x="1702467" y="4440936"/>
            <a:ext cx="511679" cy="276999"/>
          </a:xfrm>
          <a:prstGeom prst="rect">
            <a:avLst/>
          </a:prstGeom>
          <a:noFill/>
        </p:spPr>
        <p:txBody>
          <a:bodyPr wrap="none" rtlCol="0">
            <a:spAutoFit/>
          </a:bodyPr>
          <a:lstStyle/>
          <a:p>
            <a:r>
              <a:rPr lang="en-US" sz="1200" dirty="0">
                <a:latin typeface="Figtree" pitchFamily="2" charset="0"/>
              </a:rPr>
              <a:t>(0.6)</a:t>
            </a:r>
          </a:p>
        </p:txBody>
      </p:sp>
      <p:sp>
        <p:nvSpPr>
          <p:cNvPr id="26" name="TextBox 25">
            <a:extLst>
              <a:ext uri="{FF2B5EF4-FFF2-40B4-BE49-F238E27FC236}">
                <a16:creationId xmlns:a16="http://schemas.microsoft.com/office/drawing/2014/main" id="{117DC290-5A1B-EC56-5FA7-AC52089AC8F9}"/>
              </a:ext>
            </a:extLst>
          </p:cNvPr>
          <p:cNvSpPr txBox="1"/>
          <p:nvPr/>
        </p:nvSpPr>
        <p:spPr>
          <a:xfrm>
            <a:off x="1827613" y="4717935"/>
            <a:ext cx="508473" cy="276999"/>
          </a:xfrm>
          <a:prstGeom prst="rect">
            <a:avLst/>
          </a:prstGeom>
          <a:noFill/>
        </p:spPr>
        <p:txBody>
          <a:bodyPr wrap="none" rtlCol="0">
            <a:spAutoFit/>
          </a:bodyPr>
          <a:lstStyle/>
          <a:p>
            <a:r>
              <a:rPr lang="en-US" sz="1200" dirty="0">
                <a:latin typeface="Figtree" pitchFamily="2" charset="0"/>
              </a:rPr>
              <a:t>(0.7)</a:t>
            </a:r>
          </a:p>
        </p:txBody>
      </p:sp>
      <p:sp>
        <p:nvSpPr>
          <p:cNvPr id="27" name="TextBox 26">
            <a:extLst>
              <a:ext uri="{FF2B5EF4-FFF2-40B4-BE49-F238E27FC236}">
                <a16:creationId xmlns:a16="http://schemas.microsoft.com/office/drawing/2014/main" id="{33446E8C-652B-FFCF-BF0D-124FF1F03A22}"/>
              </a:ext>
            </a:extLst>
          </p:cNvPr>
          <p:cNvSpPr txBox="1"/>
          <p:nvPr/>
        </p:nvSpPr>
        <p:spPr>
          <a:xfrm>
            <a:off x="2619701" y="4994934"/>
            <a:ext cx="508473" cy="276999"/>
          </a:xfrm>
          <a:prstGeom prst="rect">
            <a:avLst/>
          </a:prstGeom>
          <a:noFill/>
        </p:spPr>
        <p:txBody>
          <a:bodyPr wrap="none" rtlCol="0">
            <a:spAutoFit/>
          </a:bodyPr>
          <a:lstStyle/>
          <a:p>
            <a:r>
              <a:rPr lang="en-US" sz="1200" dirty="0">
                <a:latin typeface="Figtree" pitchFamily="2" charset="0"/>
              </a:rPr>
              <a:t>(0.3)</a:t>
            </a:r>
          </a:p>
        </p:txBody>
      </p:sp>
      <p:sp>
        <p:nvSpPr>
          <p:cNvPr id="28" name="TextBox 27">
            <a:extLst>
              <a:ext uri="{FF2B5EF4-FFF2-40B4-BE49-F238E27FC236}">
                <a16:creationId xmlns:a16="http://schemas.microsoft.com/office/drawing/2014/main" id="{52EA7F75-A61B-5A05-6ACA-6FCB41BAA4DF}"/>
              </a:ext>
            </a:extLst>
          </p:cNvPr>
          <p:cNvSpPr txBox="1"/>
          <p:nvPr/>
        </p:nvSpPr>
        <p:spPr>
          <a:xfrm>
            <a:off x="1866099" y="5273839"/>
            <a:ext cx="511679" cy="276999"/>
          </a:xfrm>
          <a:prstGeom prst="rect">
            <a:avLst/>
          </a:prstGeom>
          <a:noFill/>
        </p:spPr>
        <p:txBody>
          <a:bodyPr wrap="none" rtlCol="0">
            <a:spAutoFit/>
          </a:bodyPr>
          <a:lstStyle/>
          <a:p>
            <a:r>
              <a:rPr lang="en-US" sz="1200" dirty="0">
                <a:latin typeface="Figtree" pitchFamily="2" charset="0"/>
              </a:rPr>
              <a:t>(0.9)</a:t>
            </a:r>
          </a:p>
        </p:txBody>
      </p:sp>
      <p:sp>
        <p:nvSpPr>
          <p:cNvPr id="29" name="TextBox 28">
            <a:extLst>
              <a:ext uri="{FF2B5EF4-FFF2-40B4-BE49-F238E27FC236}">
                <a16:creationId xmlns:a16="http://schemas.microsoft.com/office/drawing/2014/main" id="{18A7BCE1-0149-64D0-A165-8FDFFED6EC40}"/>
              </a:ext>
            </a:extLst>
          </p:cNvPr>
          <p:cNvSpPr txBox="1"/>
          <p:nvPr/>
        </p:nvSpPr>
        <p:spPr>
          <a:xfrm>
            <a:off x="2066804" y="5891521"/>
            <a:ext cx="511679" cy="276999"/>
          </a:xfrm>
          <a:prstGeom prst="rect">
            <a:avLst/>
          </a:prstGeom>
          <a:noFill/>
        </p:spPr>
        <p:txBody>
          <a:bodyPr wrap="none" rtlCol="0">
            <a:spAutoFit/>
          </a:bodyPr>
          <a:lstStyle/>
          <a:p>
            <a:r>
              <a:rPr lang="en-US" sz="1200" dirty="0">
                <a:latin typeface="Figtree" pitchFamily="2" charset="0"/>
              </a:rPr>
              <a:t>(0.6)</a:t>
            </a:r>
          </a:p>
        </p:txBody>
      </p:sp>
      <p:sp>
        <p:nvSpPr>
          <p:cNvPr id="30" name="TextBox 29">
            <a:extLst>
              <a:ext uri="{FF2B5EF4-FFF2-40B4-BE49-F238E27FC236}">
                <a16:creationId xmlns:a16="http://schemas.microsoft.com/office/drawing/2014/main" id="{8017D616-925E-9CEC-970B-C674796D46AD}"/>
              </a:ext>
            </a:extLst>
          </p:cNvPr>
          <p:cNvSpPr txBox="1"/>
          <p:nvPr/>
        </p:nvSpPr>
        <p:spPr>
          <a:xfrm>
            <a:off x="1947485" y="6182130"/>
            <a:ext cx="508473" cy="276999"/>
          </a:xfrm>
          <a:prstGeom prst="rect">
            <a:avLst/>
          </a:prstGeom>
          <a:noFill/>
        </p:spPr>
        <p:txBody>
          <a:bodyPr wrap="none" rtlCol="0">
            <a:spAutoFit/>
          </a:bodyPr>
          <a:lstStyle/>
          <a:p>
            <a:r>
              <a:rPr lang="en-US" sz="1200" dirty="0">
                <a:latin typeface="Figtree" pitchFamily="2" charset="0"/>
              </a:rPr>
              <a:t>(0.7)</a:t>
            </a:r>
          </a:p>
        </p:txBody>
      </p:sp>
      <p:sp>
        <p:nvSpPr>
          <p:cNvPr id="31" name="TextBox 30">
            <a:extLst>
              <a:ext uri="{FF2B5EF4-FFF2-40B4-BE49-F238E27FC236}">
                <a16:creationId xmlns:a16="http://schemas.microsoft.com/office/drawing/2014/main" id="{8824D959-0D2E-B17A-F6BF-7A3464C71685}"/>
              </a:ext>
            </a:extLst>
          </p:cNvPr>
          <p:cNvSpPr txBox="1"/>
          <p:nvPr/>
        </p:nvSpPr>
        <p:spPr>
          <a:xfrm>
            <a:off x="3249756" y="6454096"/>
            <a:ext cx="511679" cy="276999"/>
          </a:xfrm>
          <a:prstGeom prst="rect">
            <a:avLst/>
          </a:prstGeom>
          <a:noFill/>
        </p:spPr>
        <p:txBody>
          <a:bodyPr wrap="none" rtlCol="0">
            <a:spAutoFit/>
          </a:bodyPr>
          <a:lstStyle/>
          <a:p>
            <a:r>
              <a:rPr lang="en-US" sz="1200" dirty="0">
                <a:latin typeface="Figtree" pitchFamily="2" charset="0"/>
              </a:rPr>
              <a:t>(0.6)</a:t>
            </a:r>
          </a:p>
        </p:txBody>
      </p:sp>
      <p:sp>
        <p:nvSpPr>
          <p:cNvPr id="33" name="TextBox 32">
            <a:extLst>
              <a:ext uri="{FF2B5EF4-FFF2-40B4-BE49-F238E27FC236}">
                <a16:creationId xmlns:a16="http://schemas.microsoft.com/office/drawing/2014/main" id="{D2A5A8B3-C464-7CBF-2777-862D0A6F0C7A}"/>
              </a:ext>
            </a:extLst>
          </p:cNvPr>
          <p:cNvSpPr txBox="1"/>
          <p:nvPr/>
        </p:nvSpPr>
        <p:spPr>
          <a:xfrm>
            <a:off x="9522903" y="9468"/>
            <a:ext cx="2662908" cy="646331"/>
          </a:xfrm>
          <a:prstGeom prst="rect">
            <a:avLst/>
          </a:prstGeom>
          <a:noFill/>
        </p:spPr>
        <p:txBody>
          <a:bodyPr wrap="none" rtlCol="0">
            <a:spAutoFit/>
          </a:bodyPr>
          <a:lstStyle/>
          <a:p>
            <a:pPr algn="r"/>
            <a:r>
              <a:rPr lang="en-US" sz="3600" b="1" dirty="0">
                <a:solidFill>
                  <a:srgbClr val="193C67"/>
                </a:solidFill>
                <a:latin typeface="Figtree" pitchFamily="2" charset="0"/>
              </a:rPr>
              <a:t>City Report</a:t>
            </a:r>
          </a:p>
        </p:txBody>
      </p:sp>
      <p:sp>
        <p:nvSpPr>
          <p:cNvPr id="34" name="Google Shape;88;p1">
            <a:extLst>
              <a:ext uri="{FF2B5EF4-FFF2-40B4-BE49-F238E27FC236}">
                <a16:creationId xmlns:a16="http://schemas.microsoft.com/office/drawing/2014/main" id="{D66E0599-8AF0-02E2-BB3F-6C74E2251606}"/>
              </a:ext>
            </a:extLst>
          </p:cNvPr>
          <p:cNvSpPr txBox="1"/>
          <p:nvPr/>
        </p:nvSpPr>
        <p:spPr>
          <a:xfrm>
            <a:off x="4538298" y="961411"/>
            <a:ext cx="3931920" cy="5401438"/>
          </a:xfrm>
          <a:prstGeom prst="rect">
            <a:avLst/>
          </a:prstGeom>
          <a:noFill/>
          <a:ln>
            <a:noFill/>
          </a:ln>
        </p:spPr>
        <p:txBody>
          <a:bodyPr spcFirstLastPara="1" wrap="square" lIns="91425" tIns="45700" rIns="91425" bIns="45700" anchor="t" anchorCtr="0">
            <a:spAutoFit/>
          </a:bodyPr>
          <a:lstStyle/>
          <a:p>
            <a:pPr>
              <a:spcAft>
                <a:spcPts val="300"/>
              </a:spcAft>
            </a:pPr>
            <a:r>
              <a:rPr lang="en-US" sz="1050" b="1" dirty="0">
                <a:latin typeface="Figtree" pitchFamily="2" charset="0"/>
              </a:rPr>
              <a:t>        City/institutional buy-in &amp; capacity building (0.6)</a:t>
            </a:r>
          </a:p>
          <a:p>
            <a:pPr algn="just"/>
            <a:r>
              <a:rPr lang="en-US" sz="900" dirty="0">
                <a:solidFill>
                  <a:schemeClr val="dk1"/>
                </a:solidFill>
                <a:latin typeface="Figtree" pitchFamily="2" charset="0"/>
              </a:rPr>
              <a:t>Johannesburg is at an early stage of buy-in and capacity building, with some existing commitments to open data access and initial engagement of community partners. These strengths provide a foundation for deeper collaboration and more consistent practice. Next steps include formalizing leadership support (e.g., written policies or dedicated budget lines), creating regular training opportunities for staff and community members on data collection, interpretation, and use, and establishing clear roles for community organizations in decision-making processes. Building structured feedback loops and documenting procedures will help move from ad‑hoc efforts toward a fully implemented, citywide culture of shared learning and data-driven governance.</a:t>
            </a:r>
          </a:p>
          <a:p>
            <a:pPr algn="just"/>
            <a:endParaRPr lang="en-US" sz="900" b="1" dirty="0">
              <a:latin typeface="Figtree" pitchFamily="2" charset="0"/>
            </a:endParaRPr>
          </a:p>
          <a:p>
            <a:pPr algn="just">
              <a:spcAft>
                <a:spcPts val="300"/>
              </a:spcAft>
            </a:pPr>
            <a:r>
              <a:rPr lang="en-US" sz="1050" b="1" dirty="0">
                <a:latin typeface="Figtree" pitchFamily="2" charset="0"/>
              </a:rPr>
              <a:t>        Data-sharing partnerships &amp; management tools (0.8)</a:t>
            </a:r>
          </a:p>
          <a:p>
            <a:pPr algn="just"/>
            <a:r>
              <a:rPr lang="en-US" sz="900" dirty="0">
                <a:solidFill>
                  <a:schemeClr val="dk1"/>
                </a:solidFill>
                <a:latin typeface="Figtree" pitchFamily="2" charset="0"/>
              </a:rPr>
              <a:t>Current efforts around data‑sharing partnerships and management tools show encouraging progress, including relationships with key agencies and basic processes for organizing and accessing datasets. To build on these strengths, the next steps should focus on formalizing data‑sharing agreements, expanding partnerships to include community groups and additional public agencies, and standardizing data formats and metadata to enable smooth integration. Investing in secure, centralized data management tools will help ensure that shared information is timely, comparable across sources, and easily used for analysis and decision‑making.</a:t>
            </a:r>
          </a:p>
          <a:p>
            <a:endParaRPr lang="en-US" sz="900" b="1" dirty="0">
              <a:latin typeface="Figtree" pitchFamily="2" charset="0"/>
            </a:endParaRPr>
          </a:p>
          <a:p>
            <a:pPr algn="just">
              <a:spcAft>
                <a:spcPts val="300"/>
              </a:spcAft>
            </a:pPr>
            <a:r>
              <a:rPr lang="en-US" sz="1050" b="1" dirty="0">
                <a:latin typeface="Figtree" pitchFamily="2" charset="0"/>
              </a:rPr>
              <a:t>        Source &amp; emission inventories (1.2)</a:t>
            </a:r>
          </a:p>
          <a:p>
            <a:pPr algn="just"/>
            <a:r>
              <a:rPr lang="en-US" sz="900" dirty="0">
                <a:latin typeface="Figtree" pitchFamily="2" charset="0"/>
              </a:rPr>
              <a:t>Johannesburg has emissions data with coverage of major point, area, and mobile sources, historical land‑use and zoning data, and open data portals and dashboards that make emissions information publicly accessible. There is early engagement with labor and community stakeholders for initial tracking of smaller or unconventional sources. To move toward full implementation, next steps include formalizing partnerships with key sectors (industry, transportation, agriculture) to routinely update and improve inventories; systematically linking source‑specific emissions to health and economic outcome data; and integrating community‑generated and sensor data to better capture hyper‑local and inequitable exposures.</a:t>
            </a:r>
          </a:p>
        </p:txBody>
      </p:sp>
      <p:pic>
        <p:nvPicPr>
          <p:cNvPr id="72" name="Picture 2" descr="C40 Cities - partner site">
            <a:extLst>
              <a:ext uri="{FF2B5EF4-FFF2-40B4-BE49-F238E27FC236}">
                <a16:creationId xmlns:a16="http://schemas.microsoft.com/office/drawing/2014/main" id="{727D5B62-585B-9928-4E44-C42CE07F6DD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326" t="29612" r="20050" b="30233"/>
          <a:stretch>
            <a:fillRect/>
          </a:stretch>
        </p:blipFill>
        <p:spPr bwMode="auto">
          <a:xfrm>
            <a:off x="11430000" y="6086226"/>
            <a:ext cx="755811" cy="776806"/>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a:extLst>
              <a:ext uri="{FF2B5EF4-FFF2-40B4-BE49-F238E27FC236}">
                <a16:creationId xmlns:a16="http://schemas.microsoft.com/office/drawing/2014/main" id="{39A918AE-8E58-E7A8-4EFA-D2B69638D57F}"/>
              </a:ext>
            </a:extLst>
          </p:cNvPr>
          <p:cNvSpPr txBox="1"/>
          <p:nvPr/>
        </p:nvSpPr>
        <p:spPr>
          <a:xfrm>
            <a:off x="440466" y="3891798"/>
            <a:ext cx="2569934" cy="338554"/>
          </a:xfrm>
          <a:prstGeom prst="rect">
            <a:avLst/>
          </a:prstGeom>
          <a:noFill/>
        </p:spPr>
        <p:txBody>
          <a:bodyPr wrap="none" rtlCol="0">
            <a:spAutoFit/>
          </a:bodyPr>
          <a:lstStyle/>
          <a:p>
            <a:r>
              <a:rPr lang="en-US" sz="1600" b="1" dirty="0">
                <a:latin typeface="Figtree" pitchFamily="2" charset="0"/>
              </a:rPr>
              <a:t>Radar plot legend (score)</a:t>
            </a:r>
          </a:p>
        </p:txBody>
      </p:sp>
      <p:sp>
        <p:nvSpPr>
          <p:cNvPr id="42" name="TextBox 41">
            <a:extLst>
              <a:ext uri="{FF2B5EF4-FFF2-40B4-BE49-F238E27FC236}">
                <a16:creationId xmlns:a16="http://schemas.microsoft.com/office/drawing/2014/main" id="{6085D1B3-844D-32EC-4081-A4C3881C0E78}"/>
              </a:ext>
            </a:extLst>
          </p:cNvPr>
          <p:cNvSpPr txBox="1"/>
          <p:nvPr/>
        </p:nvSpPr>
        <p:spPr>
          <a:xfrm>
            <a:off x="4605468" y="6316008"/>
            <a:ext cx="5974714" cy="461665"/>
          </a:xfrm>
          <a:prstGeom prst="rect">
            <a:avLst/>
          </a:prstGeom>
          <a:gradFill flip="none" rotWithShape="1">
            <a:gsLst>
              <a:gs pos="50000">
                <a:schemeClr val="bg1"/>
              </a:gs>
              <a:gs pos="100000">
                <a:srgbClr val="57C056"/>
              </a:gs>
            </a:gsLst>
            <a:lin ang="0" scaled="1"/>
            <a:tileRect/>
          </a:gradFill>
          <a:ln w="28575">
            <a:solidFill>
              <a:schemeClr val="tx1"/>
            </a:solidFill>
          </a:ln>
        </p:spPr>
        <p:txBody>
          <a:bodyPr wrap="none" rtlCol="0">
            <a:spAutoFit/>
          </a:bodyPr>
          <a:lstStyle/>
          <a:p>
            <a:pPr algn="ctr"/>
            <a:r>
              <a:rPr lang="en-US" sz="1200" b="1" dirty="0">
                <a:latin typeface="Figtree" pitchFamily="2" charset="0"/>
              </a:rPr>
              <a:t>Implementation Scoring Guide:  	None	Limited	Partial		Full</a:t>
            </a:r>
          </a:p>
          <a:p>
            <a:pPr algn="ctr"/>
            <a:r>
              <a:rPr lang="en-US" sz="1200" b="1" dirty="0">
                <a:latin typeface="Figtree" pitchFamily="2" charset="0"/>
              </a:rPr>
              <a:t>			0	1	2	3</a:t>
            </a:r>
          </a:p>
        </p:txBody>
      </p:sp>
      <p:grpSp>
        <p:nvGrpSpPr>
          <p:cNvPr id="3" name="Group 2">
            <a:extLst>
              <a:ext uri="{FF2B5EF4-FFF2-40B4-BE49-F238E27FC236}">
                <a16:creationId xmlns:a16="http://schemas.microsoft.com/office/drawing/2014/main" id="{4D5D6ED0-6A36-B881-4B7A-3F47AC00D26B}"/>
              </a:ext>
            </a:extLst>
          </p:cNvPr>
          <p:cNvGrpSpPr/>
          <p:nvPr/>
        </p:nvGrpSpPr>
        <p:grpSpPr>
          <a:xfrm>
            <a:off x="1476197" y="1916934"/>
            <a:ext cx="274320" cy="246221"/>
            <a:chOff x="8865731" y="528065"/>
            <a:chExt cx="274320" cy="246221"/>
          </a:xfrm>
        </p:grpSpPr>
        <p:sp>
          <p:nvSpPr>
            <p:cNvPr id="4" name="TextBox 3">
              <a:extLst>
                <a:ext uri="{FF2B5EF4-FFF2-40B4-BE49-F238E27FC236}">
                  <a16:creationId xmlns:a16="http://schemas.microsoft.com/office/drawing/2014/main" id="{A83BAD13-7FD3-5977-253A-707639939B66}"/>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5" name="Oval 4">
              <a:extLst>
                <a:ext uri="{FF2B5EF4-FFF2-40B4-BE49-F238E27FC236}">
                  <a16:creationId xmlns:a16="http://schemas.microsoft.com/office/drawing/2014/main" id="{27E13B31-7A63-7BDB-0E78-8C0754DFCB55}"/>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0B9E25C7-2A99-DCE4-C789-2A23450D60C0}"/>
              </a:ext>
            </a:extLst>
          </p:cNvPr>
          <p:cNvGrpSpPr/>
          <p:nvPr/>
        </p:nvGrpSpPr>
        <p:grpSpPr>
          <a:xfrm>
            <a:off x="1933867" y="2531812"/>
            <a:ext cx="274320" cy="246221"/>
            <a:chOff x="8865731" y="528065"/>
            <a:chExt cx="274320" cy="246221"/>
          </a:xfrm>
        </p:grpSpPr>
        <p:sp>
          <p:nvSpPr>
            <p:cNvPr id="7" name="TextBox 6">
              <a:extLst>
                <a:ext uri="{FF2B5EF4-FFF2-40B4-BE49-F238E27FC236}">
                  <a16:creationId xmlns:a16="http://schemas.microsoft.com/office/drawing/2014/main" id="{E5BD7D9D-AA5A-AC61-8769-55C8F6186AFE}"/>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8" name="Oval 7">
              <a:extLst>
                <a:ext uri="{FF2B5EF4-FFF2-40B4-BE49-F238E27FC236}">
                  <a16:creationId xmlns:a16="http://schemas.microsoft.com/office/drawing/2014/main" id="{2CC50AEA-72D1-F213-A174-E9348CD2CCB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721D2E2F-D9C1-D8FB-B98D-107F3BDFB63E}"/>
              </a:ext>
            </a:extLst>
          </p:cNvPr>
          <p:cNvGrpSpPr/>
          <p:nvPr/>
        </p:nvGrpSpPr>
        <p:grpSpPr>
          <a:xfrm>
            <a:off x="1656314" y="3405149"/>
            <a:ext cx="274320" cy="246221"/>
            <a:chOff x="8865731" y="528065"/>
            <a:chExt cx="274320" cy="246221"/>
          </a:xfrm>
        </p:grpSpPr>
        <p:sp>
          <p:nvSpPr>
            <p:cNvPr id="11" name="TextBox 10">
              <a:extLst>
                <a:ext uri="{FF2B5EF4-FFF2-40B4-BE49-F238E27FC236}">
                  <a16:creationId xmlns:a16="http://schemas.microsoft.com/office/drawing/2014/main" id="{38137104-5B93-ACC4-CA57-30E7EFA839EA}"/>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13" name="Oval 12">
              <a:extLst>
                <a:ext uri="{FF2B5EF4-FFF2-40B4-BE49-F238E27FC236}">
                  <a16:creationId xmlns:a16="http://schemas.microsoft.com/office/drawing/2014/main" id="{5E0897FF-8E0F-5165-9B72-C50334755FDF}"/>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DA91E434-E586-F37F-F0CF-AA046E8B728E}"/>
              </a:ext>
            </a:extLst>
          </p:cNvPr>
          <p:cNvGrpSpPr/>
          <p:nvPr/>
        </p:nvGrpSpPr>
        <p:grpSpPr>
          <a:xfrm>
            <a:off x="543767" y="3405149"/>
            <a:ext cx="274320" cy="246221"/>
            <a:chOff x="8865731" y="528065"/>
            <a:chExt cx="274320" cy="246221"/>
          </a:xfrm>
        </p:grpSpPr>
        <p:sp>
          <p:nvSpPr>
            <p:cNvPr id="17" name="TextBox 16">
              <a:extLst>
                <a:ext uri="{FF2B5EF4-FFF2-40B4-BE49-F238E27FC236}">
                  <a16:creationId xmlns:a16="http://schemas.microsoft.com/office/drawing/2014/main" id="{366B297C-47C8-C995-9E9E-6B7FC35BA84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19" name="Oval 18">
              <a:extLst>
                <a:ext uri="{FF2B5EF4-FFF2-40B4-BE49-F238E27FC236}">
                  <a16:creationId xmlns:a16="http://schemas.microsoft.com/office/drawing/2014/main" id="{6341BBC3-7611-948E-2DAB-F2942C7C5698}"/>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5235EEBD-DED3-0F52-F605-3D827C0D801B}"/>
              </a:ext>
            </a:extLst>
          </p:cNvPr>
          <p:cNvGrpSpPr/>
          <p:nvPr/>
        </p:nvGrpSpPr>
        <p:grpSpPr>
          <a:xfrm>
            <a:off x="580343" y="2520403"/>
            <a:ext cx="274320" cy="246221"/>
            <a:chOff x="8865731" y="528065"/>
            <a:chExt cx="274320" cy="246221"/>
          </a:xfrm>
        </p:grpSpPr>
        <p:sp>
          <p:nvSpPr>
            <p:cNvPr id="21" name="TextBox 20">
              <a:extLst>
                <a:ext uri="{FF2B5EF4-FFF2-40B4-BE49-F238E27FC236}">
                  <a16:creationId xmlns:a16="http://schemas.microsoft.com/office/drawing/2014/main" id="{782541CC-3E16-7CD9-9E2D-091E2CBE73DD}"/>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22" name="Oval 21">
              <a:extLst>
                <a:ext uri="{FF2B5EF4-FFF2-40B4-BE49-F238E27FC236}">
                  <a16:creationId xmlns:a16="http://schemas.microsoft.com/office/drawing/2014/main" id="{AB39CF5C-DA69-20A9-E34D-00DF31FEA486}"/>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ACB69443-4CF0-368A-506C-45D4964A20CB}"/>
              </a:ext>
            </a:extLst>
          </p:cNvPr>
          <p:cNvGrpSpPr/>
          <p:nvPr/>
        </p:nvGrpSpPr>
        <p:grpSpPr>
          <a:xfrm>
            <a:off x="669038" y="1793823"/>
            <a:ext cx="274320" cy="246221"/>
            <a:chOff x="8865731" y="528065"/>
            <a:chExt cx="274320" cy="246221"/>
          </a:xfrm>
        </p:grpSpPr>
        <p:sp>
          <p:nvSpPr>
            <p:cNvPr id="35" name="TextBox 34">
              <a:extLst>
                <a:ext uri="{FF2B5EF4-FFF2-40B4-BE49-F238E27FC236}">
                  <a16:creationId xmlns:a16="http://schemas.microsoft.com/office/drawing/2014/main" id="{6F7B3DBA-8DB0-559C-58AB-CB56824B8AEE}"/>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37" name="Oval 36">
              <a:extLst>
                <a:ext uri="{FF2B5EF4-FFF2-40B4-BE49-F238E27FC236}">
                  <a16:creationId xmlns:a16="http://schemas.microsoft.com/office/drawing/2014/main" id="{47CF9FD7-84F8-C6FA-ACE2-C40B3E8124BC}"/>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CEF42D54-A893-E37D-620F-F46B02EC785A}"/>
              </a:ext>
            </a:extLst>
          </p:cNvPr>
          <p:cNvGrpSpPr/>
          <p:nvPr/>
        </p:nvGrpSpPr>
        <p:grpSpPr>
          <a:xfrm>
            <a:off x="4601516" y="963287"/>
            <a:ext cx="274320" cy="246221"/>
            <a:chOff x="8865731" y="528065"/>
            <a:chExt cx="274320" cy="246221"/>
          </a:xfrm>
        </p:grpSpPr>
        <p:sp>
          <p:nvSpPr>
            <p:cNvPr id="40" name="TextBox 39">
              <a:extLst>
                <a:ext uri="{FF2B5EF4-FFF2-40B4-BE49-F238E27FC236}">
                  <a16:creationId xmlns:a16="http://schemas.microsoft.com/office/drawing/2014/main" id="{C55D5924-474F-6FDB-F500-0F26668FDB6A}"/>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41" name="Oval 40">
              <a:extLst>
                <a:ext uri="{FF2B5EF4-FFF2-40B4-BE49-F238E27FC236}">
                  <a16:creationId xmlns:a16="http://schemas.microsoft.com/office/drawing/2014/main" id="{AD6BB4C7-D0FB-A16D-64AA-1377DD943FEE}"/>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082FC24A-D949-DC32-6605-17A70230A868}"/>
              </a:ext>
            </a:extLst>
          </p:cNvPr>
          <p:cNvGrpSpPr/>
          <p:nvPr/>
        </p:nvGrpSpPr>
        <p:grpSpPr>
          <a:xfrm>
            <a:off x="4601516" y="2809396"/>
            <a:ext cx="274320" cy="246221"/>
            <a:chOff x="8865731" y="528065"/>
            <a:chExt cx="274320" cy="246221"/>
          </a:xfrm>
        </p:grpSpPr>
        <p:sp>
          <p:nvSpPr>
            <p:cNvPr id="45" name="TextBox 44">
              <a:extLst>
                <a:ext uri="{FF2B5EF4-FFF2-40B4-BE49-F238E27FC236}">
                  <a16:creationId xmlns:a16="http://schemas.microsoft.com/office/drawing/2014/main" id="{90B9C771-D34A-131D-333D-9C250B4B0510}"/>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46" name="Oval 45">
              <a:extLst>
                <a:ext uri="{FF2B5EF4-FFF2-40B4-BE49-F238E27FC236}">
                  <a16:creationId xmlns:a16="http://schemas.microsoft.com/office/drawing/2014/main" id="{00F37977-7E6D-75A9-46B3-8D63BF622F3C}"/>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EAABF174-68C8-8352-A15D-9C1435C25A2E}"/>
              </a:ext>
            </a:extLst>
          </p:cNvPr>
          <p:cNvGrpSpPr/>
          <p:nvPr/>
        </p:nvGrpSpPr>
        <p:grpSpPr>
          <a:xfrm>
            <a:off x="4601516" y="4519860"/>
            <a:ext cx="274320" cy="246221"/>
            <a:chOff x="8865731" y="528065"/>
            <a:chExt cx="274320" cy="246221"/>
          </a:xfrm>
        </p:grpSpPr>
        <p:sp>
          <p:nvSpPr>
            <p:cNvPr id="48" name="TextBox 47">
              <a:extLst>
                <a:ext uri="{FF2B5EF4-FFF2-40B4-BE49-F238E27FC236}">
                  <a16:creationId xmlns:a16="http://schemas.microsoft.com/office/drawing/2014/main" id="{F1FD61AD-EF31-81E1-376D-433567841E4E}"/>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49" name="Oval 48">
              <a:extLst>
                <a:ext uri="{FF2B5EF4-FFF2-40B4-BE49-F238E27FC236}">
                  <a16:creationId xmlns:a16="http://schemas.microsoft.com/office/drawing/2014/main" id="{93BBB817-5C94-F73A-2043-07B72A86D4E1}"/>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45AF13CC-0DD8-BAAA-432B-E4AE0941CD38}"/>
              </a:ext>
            </a:extLst>
          </p:cNvPr>
          <p:cNvGrpSpPr/>
          <p:nvPr/>
        </p:nvGrpSpPr>
        <p:grpSpPr>
          <a:xfrm>
            <a:off x="8449809" y="963287"/>
            <a:ext cx="274320" cy="246221"/>
            <a:chOff x="8865731" y="528065"/>
            <a:chExt cx="274320" cy="246221"/>
          </a:xfrm>
        </p:grpSpPr>
        <p:sp>
          <p:nvSpPr>
            <p:cNvPr id="52" name="TextBox 51">
              <a:extLst>
                <a:ext uri="{FF2B5EF4-FFF2-40B4-BE49-F238E27FC236}">
                  <a16:creationId xmlns:a16="http://schemas.microsoft.com/office/drawing/2014/main" id="{4266D156-E53B-D7C7-6942-17380D50B51B}"/>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53" name="Oval 52">
              <a:extLst>
                <a:ext uri="{FF2B5EF4-FFF2-40B4-BE49-F238E27FC236}">
                  <a16:creationId xmlns:a16="http://schemas.microsoft.com/office/drawing/2014/main" id="{B4FB9AAE-F5DC-E1E6-1973-7A7425BE05DD}"/>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15BB564D-06BB-AFE1-5E54-FD19A45E8BC7}"/>
              </a:ext>
            </a:extLst>
          </p:cNvPr>
          <p:cNvGrpSpPr/>
          <p:nvPr/>
        </p:nvGrpSpPr>
        <p:grpSpPr>
          <a:xfrm>
            <a:off x="8449809" y="2539006"/>
            <a:ext cx="274320" cy="246221"/>
            <a:chOff x="8865731" y="528065"/>
            <a:chExt cx="274320" cy="246221"/>
          </a:xfrm>
        </p:grpSpPr>
        <p:sp>
          <p:nvSpPr>
            <p:cNvPr id="55" name="TextBox 54">
              <a:extLst>
                <a:ext uri="{FF2B5EF4-FFF2-40B4-BE49-F238E27FC236}">
                  <a16:creationId xmlns:a16="http://schemas.microsoft.com/office/drawing/2014/main" id="{DE66F469-33DC-DE76-BBE6-13BF6F49344E}"/>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57" name="Oval 56">
              <a:extLst>
                <a:ext uri="{FF2B5EF4-FFF2-40B4-BE49-F238E27FC236}">
                  <a16:creationId xmlns:a16="http://schemas.microsoft.com/office/drawing/2014/main" id="{F010482C-3543-93E8-D76E-3023153FA2DB}"/>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23BFFCE3-9420-4C57-5DB1-41952C586EF8}"/>
              </a:ext>
            </a:extLst>
          </p:cNvPr>
          <p:cNvGrpSpPr/>
          <p:nvPr/>
        </p:nvGrpSpPr>
        <p:grpSpPr>
          <a:xfrm>
            <a:off x="8449809" y="4248508"/>
            <a:ext cx="274320" cy="246221"/>
            <a:chOff x="8865731" y="528065"/>
            <a:chExt cx="274320" cy="246221"/>
          </a:xfrm>
        </p:grpSpPr>
        <p:sp>
          <p:nvSpPr>
            <p:cNvPr id="60" name="TextBox 59">
              <a:extLst>
                <a:ext uri="{FF2B5EF4-FFF2-40B4-BE49-F238E27FC236}">
                  <a16:creationId xmlns:a16="http://schemas.microsoft.com/office/drawing/2014/main" id="{B401CE7F-3B96-87AB-B2C0-680487743DF9}"/>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61" name="Oval 60">
              <a:extLst>
                <a:ext uri="{FF2B5EF4-FFF2-40B4-BE49-F238E27FC236}">
                  <a16:creationId xmlns:a16="http://schemas.microsoft.com/office/drawing/2014/main" id="{AFADA823-4D85-5CEA-24E0-BB6ACC09BEB8}"/>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86994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E6CF3EB-F1CE-8177-15B5-58FABB3A9C3F}"/>
            </a:ext>
          </a:extLst>
        </p:cNvPr>
        <p:cNvGrpSpPr/>
        <p:nvPr/>
      </p:nvGrpSpPr>
      <p:grpSpPr>
        <a:xfrm>
          <a:off x="0" y="0"/>
          <a:ext cx="0" cy="0"/>
          <a:chOff x="0" y="0"/>
          <a:chExt cx="0" cy="0"/>
        </a:xfrm>
      </p:grpSpPr>
      <p:sp>
        <p:nvSpPr>
          <p:cNvPr id="15" name="Google Shape;961;p37">
            <a:extLst>
              <a:ext uri="{FF2B5EF4-FFF2-40B4-BE49-F238E27FC236}">
                <a16:creationId xmlns:a16="http://schemas.microsoft.com/office/drawing/2014/main" id="{9AE4A491-C058-45A9-F746-46E952AB1800}"/>
              </a:ext>
            </a:extLst>
          </p:cNvPr>
          <p:cNvSpPr/>
          <p:nvPr/>
        </p:nvSpPr>
        <p:spPr>
          <a:xfrm>
            <a:off x="289696" y="1619542"/>
            <a:ext cx="3888083" cy="2182255"/>
          </a:xfrm>
          <a:custGeom>
            <a:avLst/>
            <a:gdLst/>
            <a:ahLst/>
            <a:cxnLst/>
            <a:rect l="l" t="t" r="r" b="b"/>
            <a:pathLst>
              <a:path w="10361593" h="5240827" extrusionOk="0">
                <a:moveTo>
                  <a:pt x="3042546" y="5230988"/>
                </a:moveTo>
                <a:lnTo>
                  <a:pt x="3050418" y="5234924"/>
                </a:lnTo>
                <a:lnTo>
                  <a:pt x="3050418" y="5240827"/>
                </a:lnTo>
                <a:lnTo>
                  <a:pt x="3034673" y="5240827"/>
                </a:lnTo>
                <a:lnTo>
                  <a:pt x="3030738" y="5234924"/>
                </a:lnTo>
                <a:close/>
                <a:moveTo>
                  <a:pt x="3038610" y="5205403"/>
                </a:moveTo>
                <a:lnTo>
                  <a:pt x="3054354" y="5207371"/>
                </a:lnTo>
                <a:lnTo>
                  <a:pt x="3054354" y="5215242"/>
                </a:lnTo>
                <a:lnTo>
                  <a:pt x="3046482" y="5215242"/>
                </a:lnTo>
                <a:lnTo>
                  <a:pt x="3030738" y="5211307"/>
                </a:lnTo>
                <a:lnTo>
                  <a:pt x="3030738" y="5207371"/>
                </a:lnTo>
                <a:close/>
                <a:moveTo>
                  <a:pt x="2997282" y="5205403"/>
                </a:moveTo>
                <a:lnTo>
                  <a:pt x="3016963" y="5207371"/>
                </a:lnTo>
                <a:lnTo>
                  <a:pt x="3030739" y="5223115"/>
                </a:lnTo>
                <a:lnTo>
                  <a:pt x="3026803" y="5227051"/>
                </a:lnTo>
                <a:lnTo>
                  <a:pt x="3018931" y="5227051"/>
                </a:lnTo>
                <a:lnTo>
                  <a:pt x="3009090" y="5223115"/>
                </a:lnTo>
                <a:lnTo>
                  <a:pt x="3001219" y="5215243"/>
                </a:lnTo>
                <a:lnTo>
                  <a:pt x="2983506" y="5215243"/>
                </a:lnTo>
                <a:lnTo>
                  <a:pt x="2975634" y="5211307"/>
                </a:lnTo>
                <a:lnTo>
                  <a:pt x="2979570" y="5207371"/>
                </a:lnTo>
                <a:close/>
                <a:moveTo>
                  <a:pt x="3142910" y="5189659"/>
                </a:moveTo>
                <a:lnTo>
                  <a:pt x="3150782" y="5189659"/>
                </a:lnTo>
                <a:lnTo>
                  <a:pt x="3146846" y="5197531"/>
                </a:lnTo>
                <a:lnTo>
                  <a:pt x="3123230" y="5197531"/>
                </a:lnTo>
                <a:lnTo>
                  <a:pt x="3123230" y="5193595"/>
                </a:lnTo>
                <a:lnTo>
                  <a:pt x="3138974" y="5193595"/>
                </a:lnTo>
                <a:close/>
                <a:moveTo>
                  <a:pt x="3896656" y="5160142"/>
                </a:moveTo>
                <a:lnTo>
                  <a:pt x="3926176" y="5166046"/>
                </a:lnTo>
                <a:lnTo>
                  <a:pt x="3949793" y="5181790"/>
                </a:lnTo>
                <a:lnTo>
                  <a:pt x="3959633" y="5201470"/>
                </a:lnTo>
                <a:lnTo>
                  <a:pt x="3937984" y="5197534"/>
                </a:lnTo>
                <a:lnTo>
                  <a:pt x="3916336" y="5177854"/>
                </a:lnTo>
                <a:lnTo>
                  <a:pt x="3894688" y="5166046"/>
                </a:lnTo>
                <a:close/>
                <a:moveTo>
                  <a:pt x="2944144" y="5160139"/>
                </a:moveTo>
                <a:lnTo>
                  <a:pt x="2948081" y="5160139"/>
                </a:lnTo>
                <a:lnTo>
                  <a:pt x="2948081" y="5166043"/>
                </a:lnTo>
                <a:lnTo>
                  <a:pt x="2950049" y="5173914"/>
                </a:lnTo>
                <a:lnTo>
                  <a:pt x="2944144" y="5173914"/>
                </a:lnTo>
                <a:close/>
                <a:moveTo>
                  <a:pt x="2936272" y="5160139"/>
                </a:moveTo>
                <a:lnTo>
                  <a:pt x="2936272" y="5166043"/>
                </a:lnTo>
                <a:lnTo>
                  <a:pt x="2936272" y="5171947"/>
                </a:lnTo>
                <a:lnTo>
                  <a:pt x="2928400" y="5171947"/>
                </a:lnTo>
                <a:lnTo>
                  <a:pt x="2932336" y="5166043"/>
                </a:lnTo>
                <a:close/>
                <a:moveTo>
                  <a:pt x="2926433" y="5160139"/>
                </a:moveTo>
                <a:lnTo>
                  <a:pt x="2922496" y="5166043"/>
                </a:lnTo>
                <a:lnTo>
                  <a:pt x="2922496" y="5171947"/>
                </a:lnTo>
                <a:lnTo>
                  <a:pt x="2912655" y="5171947"/>
                </a:lnTo>
                <a:lnTo>
                  <a:pt x="2912655" y="5162107"/>
                </a:lnTo>
                <a:close/>
                <a:moveTo>
                  <a:pt x="2959890" y="5154233"/>
                </a:moveTo>
                <a:lnTo>
                  <a:pt x="2963826" y="5160137"/>
                </a:lnTo>
                <a:lnTo>
                  <a:pt x="2967762" y="5171945"/>
                </a:lnTo>
                <a:lnTo>
                  <a:pt x="2959890" y="5171945"/>
                </a:lnTo>
                <a:lnTo>
                  <a:pt x="2953985" y="5162105"/>
                </a:lnTo>
                <a:close/>
                <a:moveTo>
                  <a:pt x="2867391" y="5144395"/>
                </a:moveTo>
                <a:lnTo>
                  <a:pt x="2891008" y="5144395"/>
                </a:lnTo>
                <a:lnTo>
                  <a:pt x="2908720" y="5154235"/>
                </a:lnTo>
                <a:lnTo>
                  <a:pt x="2900848" y="5162107"/>
                </a:lnTo>
                <a:lnTo>
                  <a:pt x="2898880" y="5173915"/>
                </a:lnTo>
                <a:lnTo>
                  <a:pt x="2883136" y="5162107"/>
                </a:lnTo>
                <a:lnTo>
                  <a:pt x="2871327" y="5154235"/>
                </a:lnTo>
                <a:close/>
                <a:moveTo>
                  <a:pt x="2902815" y="5112906"/>
                </a:moveTo>
                <a:lnTo>
                  <a:pt x="2918559" y="5116842"/>
                </a:lnTo>
                <a:lnTo>
                  <a:pt x="2914623" y="5122746"/>
                </a:lnTo>
                <a:lnTo>
                  <a:pt x="2902815" y="5122746"/>
                </a:lnTo>
                <a:lnTo>
                  <a:pt x="2891007" y="5132586"/>
                </a:lnTo>
                <a:lnTo>
                  <a:pt x="2891007" y="5118810"/>
                </a:lnTo>
                <a:close/>
                <a:moveTo>
                  <a:pt x="2837870" y="5112906"/>
                </a:moveTo>
                <a:lnTo>
                  <a:pt x="2841806" y="5112906"/>
                </a:lnTo>
                <a:lnTo>
                  <a:pt x="2865423" y="5126682"/>
                </a:lnTo>
                <a:lnTo>
                  <a:pt x="2875263" y="5142426"/>
                </a:lnTo>
                <a:lnTo>
                  <a:pt x="2865423" y="5142426"/>
                </a:lnTo>
                <a:lnTo>
                  <a:pt x="2849678" y="5126682"/>
                </a:lnTo>
                <a:lnTo>
                  <a:pt x="2837870" y="5116842"/>
                </a:lnTo>
                <a:close/>
                <a:moveTo>
                  <a:pt x="2985469" y="5105033"/>
                </a:moveTo>
                <a:lnTo>
                  <a:pt x="2997277" y="5108969"/>
                </a:lnTo>
                <a:lnTo>
                  <a:pt x="3005149" y="5108969"/>
                </a:lnTo>
                <a:lnTo>
                  <a:pt x="3005149" y="5108972"/>
                </a:lnTo>
                <a:lnTo>
                  <a:pt x="3018924" y="5116843"/>
                </a:lnTo>
                <a:lnTo>
                  <a:pt x="3034668" y="5150299"/>
                </a:lnTo>
                <a:lnTo>
                  <a:pt x="3038604" y="5162107"/>
                </a:lnTo>
                <a:lnTo>
                  <a:pt x="3062220" y="5177851"/>
                </a:lnTo>
                <a:lnTo>
                  <a:pt x="3079932" y="5185723"/>
                </a:lnTo>
                <a:lnTo>
                  <a:pt x="3111421" y="5189659"/>
                </a:lnTo>
                <a:lnTo>
                  <a:pt x="3107485" y="5197531"/>
                </a:lnTo>
                <a:lnTo>
                  <a:pt x="3099613" y="5197531"/>
                </a:lnTo>
                <a:lnTo>
                  <a:pt x="3075997" y="5201467"/>
                </a:lnTo>
                <a:lnTo>
                  <a:pt x="3070092" y="5201467"/>
                </a:lnTo>
                <a:lnTo>
                  <a:pt x="3046476" y="5197531"/>
                </a:lnTo>
                <a:lnTo>
                  <a:pt x="3024828" y="5193595"/>
                </a:lnTo>
                <a:lnTo>
                  <a:pt x="3005148" y="5193595"/>
                </a:lnTo>
                <a:lnTo>
                  <a:pt x="3005148" y="5193593"/>
                </a:lnTo>
                <a:lnTo>
                  <a:pt x="2955948" y="5193593"/>
                </a:lnTo>
                <a:lnTo>
                  <a:pt x="2938236" y="5189657"/>
                </a:lnTo>
                <a:lnTo>
                  <a:pt x="2926428" y="5185721"/>
                </a:lnTo>
                <a:lnTo>
                  <a:pt x="2926428" y="5181785"/>
                </a:lnTo>
                <a:lnTo>
                  <a:pt x="2953980" y="5177849"/>
                </a:lnTo>
                <a:lnTo>
                  <a:pt x="2975628" y="5177849"/>
                </a:lnTo>
                <a:lnTo>
                  <a:pt x="3009085" y="5181785"/>
                </a:lnTo>
                <a:lnTo>
                  <a:pt x="3009084" y="5181787"/>
                </a:lnTo>
                <a:lnTo>
                  <a:pt x="3022860" y="5185723"/>
                </a:lnTo>
                <a:lnTo>
                  <a:pt x="3022860" y="5181787"/>
                </a:lnTo>
                <a:lnTo>
                  <a:pt x="3009084" y="5177851"/>
                </a:lnTo>
                <a:lnTo>
                  <a:pt x="3009084" y="5177849"/>
                </a:lnTo>
                <a:lnTo>
                  <a:pt x="2993341" y="5173913"/>
                </a:lnTo>
                <a:lnTo>
                  <a:pt x="2977596" y="5166041"/>
                </a:lnTo>
                <a:lnTo>
                  <a:pt x="2965788" y="5154233"/>
                </a:lnTo>
                <a:lnTo>
                  <a:pt x="2981532" y="5144393"/>
                </a:lnTo>
                <a:lnTo>
                  <a:pt x="2989405" y="5138489"/>
                </a:lnTo>
                <a:lnTo>
                  <a:pt x="2981532" y="5132585"/>
                </a:lnTo>
                <a:lnTo>
                  <a:pt x="2969725" y="5138489"/>
                </a:lnTo>
                <a:lnTo>
                  <a:pt x="2957916" y="5142425"/>
                </a:lnTo>
                <a:lnTo>
                  <a:pt x="2957916" y="5130617"/>
                </a:lnTo>
                <a:lnTo>
                  <a:pt x="2957916" y="5122745"/>
                </a:lnTo>
                <a:lnTo>
                  <a:pt x="2977596" y="5112905"/>
                </a:lnTo>
                <a:close/>
                <a:moveTo>
                  <a:pt x="2849677" y="5095194"/>
                </a:moveTo>
                <a:lnTo>
                  <a:pt x="2857550" y="5095194"/>
                </a:lnTo>
                <a:lnTo>
                  <a:pt x="2859518" y="5103066"/>
                </a:lnTo>
                <a:lnTo>
                  <a:pt x="2857550" y="5108969"/>
                </a:lnTo>
                <a:close/>
                <a:moveTo>
                  <a:pt x="2837869" y="5085353"/>
                </a:moveTo>
                <a:lnTo>
                  <a:pt x="2841806" y="5089289"/>
                </a:lnTo>
                <a:lnTo>
                  <a:pt x="2833933" y="5095192"/>
                </a:lnTo>
                <a:lnTo>
                  <a:pt x="2833933" y="5089289"/>
                </a:lnTo>
                <a:close/>
                <a:moveTo>
                  <a:pt x="2849678" y="5069609"/>
                </a:moveTo>
                <a:lnTo>
                  <a:pt x="2853614" y="5069609"/>
                </a:lnTo>
                <a:lnTo>
                  <a:pt x="2853614" y="5073545"/>
                </a:lnTo>
                <a:lnTo>
                  <a:pt x="2859518" y="5081417"/>
                </a:lnTo>
                <a:lnTo>
                  <a:pt x="2853614" y="5085353"/>
                </a:lnTo>
                <a:lnTo>
                  <a:pt x="2849678" y="5077481"/>
                </a:lnTo>
                <a:close/>
                <a:moveTo>
                  <a:pt x="3292478" y="5063705"/>
                </a:moveTo>
                <a:lnTo>
                  <a:pt x="3304286" y="5063705"/>
                </a:lnTo>
                <a:lnTo>
                  <a:pt x="3312159" y="5069609"/>
                </a:lnTo>
                <a:lnTo>
                  <a:pt x="3296414" y="5077481"/>
                </a:lnTo>
                <a:lnTo>
                  <a:pt x="3292478" y="5085353"/>
                </a:lnTo>
                <a:lnTo>
                  <a:pt x="3278702" y="5093225"/>
                </a:lnTo>
                <a:lnTo>
                  <a:pt x="3270830" y="5089289"/>
                </a:lnTo>
                <a:lnTo>
                  <a:pt x="3278702" y="5073545"/>
                </a:lnTo>
                <a:lnTo>
                  <a:pt x="3292478" y="5069609"/>
                </a:lnTo>
                <a:close/>
                <a:moveTo>
                  <a:pt x="2822125" y="5059769"/>
                </a:moveTo>
                <a:lnTo>
                  <a:pt x="2826061" y="5059769"/>
                </a:lnTo>
                <a:lnTo>
                  <a:pt x="2829997" y="5069609"/>
                </a:lnTo>
                <a:lnTo>
                  <a:pt x="2826061" y="5077481"/>
                </a:lnTo>
                <a:lnTo>
                  <a:pt x="2818189" y="5065673"/>
                </a:lnTo>
                <a:close/>
                <a:moveTo>
                  <a:pt x="3274766" y="5055832"/>
                </a:moveTo>
                <a:lnTo>
                  <a:pt x="3274766" y="5069608"/>
                </a:lnTo>
                <a:lnTo>
                  <a:pt x="3255085" y="5077480"/>
                </a:lnTo>
                <a:lnTo>
                  <a:pt x="3247214" y="5093224"/>
                </a:lnTo>
                <a:lnTo>
                  <a:pt x="3231470" y="5085352"/>
                </a:lnTo>
                <a:lnTo>
                  <a:pt x="3235406" y="5077480"/>
                </a:lnTo>
                <a:lnTo>
                  <a:pt x="3247214" y="5073544"/>
                </a:lnTo>
                <a:lnTo>
                  <a:pt x="3247214" y="5063704"/>
                </a:lnTo>
                <a:close/>
                <a:moveTo>
                  <a:pt x="2833932" y="5044024"/>
                </a:moveTo>
                <a:lnTo>
                  <a:pt x="2841805" y="5044024"/>
                </a:lnTo>
                <a:lnTo>
                  <a:pt x="2837869" y="5059768"/>
                </a:lnTo>
                <a:lnTo>
                  <a:pt x="2833932" y="5051896"/>
                </a:lnTo>
                <a:close/>
                <a:moveTo>
                  <a:pt x="2818188" y="5024344"/>
                </a:moveTo>
                <a:lnTo>
                  <a:pt x="2822124" y="5028280"/>
                </a:lnTo>
                <a:lnTo>
                  <a:pt x="2814252" y="5036152"/>
                </a:lnTo>
                <a:lnTo>
                  <a:pt x="2814252" y="5028280"/>
                </a:lnTo>
                <a:close/>
                <a:moveTo>
                  <a:pt x="2841804" y="5018442"/>
                </a:moveTo>
                <a:lnTo>
                  <a:pt x="2833932" y="5024346"/>
                </a:lnTo>
                <a:lnTo>
                  <a:pt x="2833932" y="5028281"/>
                </a:lnTo>
                <a:lnTo>
                  <a:pt x="2829996" y="5024346"/>
                </a:lnTo>
                <a:close/>
                <a:moveTo>
                  <a:pt x="2822124" y="5010570"/>
                </a:moveTo>
                <a:lnTo>
                  <a:pt x="2829996" y="5010570"/>
                </a:lnTo>
                <a:lnTo>
                  <a:pt x="2833932" y="5014506"/>
                </a:lnTo>
                <a:lnTo>
                  <a:pt x="2826060" y="5018442"/>
                </a:lnTo>
                <a:lnTo>
                  <a:pt x="2818188" y="5018442"/>
                </a:lnTo>
                <a:close/>
                <a:moveTo>
                  <a:pt x="2814251" y="4983017"/>
                </a:moveTo>
                <a:lnTo>
                  <a:pt x="2822123" y="4992857"/>
                </a:lnTo>
                <a:lnTo>
                  <a:pt x="2814251" y="4996792"/>
                </a:lnTo>
                <a:lnTo>
                  <a:pt x="2810315" y="4992857"/>
                </a:lnTo>
                <a:close/>
                <a:moveTo>
                  <a:pt x="2833932" y="4959400"/>
                </a:moveTo>
                <a:lnTo>
                  <a:pt x="2837869" y="4959400"/>
                </a:lnTo>
                <a:lnTo>
                  <a:pt x="2837869" y="4975144"/>
                </a:lnTo>
                <a:lnTo>
                  <a:pt x="2837869" y="4988920"/>
                </a:lnTo>
                <a:lnTo>
                  <a:pt x="2841804" y="5000728"/>
                </a:lnTo>
                <a:lnTo>
                  <a:pt x="2833932" y="4996792"/>
                </a:lnTo>
                <a:lnTo>
                  <a:pt x="2822125" y="4984984"/>
                </a:lnTo>
                <a:lnTo>
                  <a:pt x="2822125" y="4979080"/>
                </a:lnTo>
                <a:lnTo>
                  <a:pt x="2829996" y="4971208"/>
                </a:lnTo>
                <a:close/>
                <a:moveTo>
                  <a:pt x="2818187" y="4933816"/>
                </a:moveTo>
                <a:lnTo>
                  <a:pt x="2822123" y="4937752"/>
                </a:lnTo>
                <a:lnTo>
                  <a:pt x="2818187" y="4943655"/>
                </a:lnTo>
                <a:lnTo>
                  <a:pt x="2814252" y="4937752"/>
                </a:lnTo>
                <a:close/>
                <a:moveTo>
                  <a:pt x="2833932" y="4925944"/>
                </a:moveTo>
                <a:lnTo>
                  <a:pt x="2837867" y="4933816"/>
                </a:lnTo>
                <a:lnTo>
                  <a:pt x="2837867" y="4941688"/>
                </a:lnTo>
                <a:lnTo>
                  <a:pt x="2833932" y="4937752"/>
                </a:lnTo>
                <a:close/>
                <a:moveTo>
                  <a:pt x="9735764" y="4861001"/>
                </a:moveTo>
                <a:lnTo>
                  <a:pt x="9743636" y="4864937"/>
                </a:lnTo>
                <a:lnTo>
                  <a:pt x="9743636" y="4876745"/>
                </a:lnTo>
                <a:lnTo>
                  <a:pt x="9729860" y="4880681"/>
                </a:lnTo>
                <a:close/>
                <a:moveTo>
                  <a:pt x="2916587" y="4835415"/>
                </a:moveTo>
                <a:lnTo>
                  <a:pt x="2916587" y="4835416"/>
                </a:lnTo>
                <a:lnTo>
                  <a:pt x="2920522" y="4835416"/>
                </a:lnTo>
                <a:lnTo>
                  <a:pt x="2920522" y="4835415"/>
                </a:lnTo>
                <a:close/>
                <a:moveTo>
                  <a:pt x="2849676" y="4835415"/>
                </a:moveTo>
                <a:lnTo>
                  <a:pt x="2851644" y="4845255"/>
                </a:lnTo>
                <a:lnTo>
                  <a:pt x="2849676" y="4849190"/>
                </a:lnTo>
                <a:lnTo>
                  <a:pt x="2837867" y="4849190"/>
                </a:lnTo>
                <a:lnTo>
                  <a:pt x="2841804" y="4839351"/>
                </a:lnTo>
                <a:close/>
                <a:moveTo>
                  <a:pt x="2851644" y="4817703"/>
                </a:moveTo>
                <a:lnTo>
                  <a:pt x="2859516" y="4823607"/>
                </a:lnTo>
                <a:lnTo>
                  <a:pt x="2863452" y="4835415"/>
                </a:lnTo>
                <a:lnTo>
                  <a:pt x="2859516" y="4839351"/>
                </a:lnTo>
                <a:lnTo>
                  <a:pt x="2851644" y="4831479"/>
                </a:lnTo>
                <a:close/>
                <a:moveTo>
                  <a:pt x="2877228" y="4807863"/>
                </a:moveTo>
                <a:lnTo>
                  <a:pt x="2883133" y="4815735"/>
                </a:lnTo>
                <a:lnTo>
                  <a:pt x="2881165" y="4815735"/>
                </a:lnTo>
                <a:lnTo>
                  <a:pt x="2877228" y="4821638"/>
                </a:lnTo>
                <a:lnTo>
                  <a:pt x="2873292" y="4815735"/>
                </a:lnTo>
                <a:close/>
                <a:moveTo>
                  <a:pt x="10198248" y="4717336"/>
                </a:moveTo>
                <a:lnTo>
                  <a:pt x="10206120" y="4717336"/>
                </a:lnTo>
                <a:lnTo>
                  <a:pt x="10198248" y="4727176"/>
                </a:lnTo>
                <a:lnTo>
                  <a:pt x="10190376" y="4721272"/>
                </a:lnTo>
                <a:close/>
                <a:moveTo>
                  <a:pt x="2861483" y="4705526"/>
                </a:moveTo>
                <a:lnTo>
                  <a:pt x="2875259" y="4713398"/>
                </a:lnTo>
                <a:lnTo>
                  <a:pt x="2875259" y="4733078"/>
                </a:lnTo>
                <a:lnTo>
                  <a:pt x="2865419" y="4754726"/>
                </a:lnTo>
                <a:lnTo>
                  <a:pt x="2861483" y="4762598"/>
                </a:lnTo>
                <a:lnTo>
                  <a:pt x="2849675" y="4758662"/>
                </a:lnTo>
                <a:lnTo>
                  <a:pt x="2853611" y="4717334"/>
                </a:lnTo>
                <a:lnTo>
                  <a:pt x="2853611" y="4709462"/>
                </a:lnTo>
                <a:close/>
                <a:moveTo>
                  <a:pt x="9082382" y="4642551"/>
                </a:moveTo>
                <a:lnTo>
                  <a:pt x="9088286" y="4646487"/>
                </a:lnTo>
                <a:lnTo>
                  <a:pt x="9111902" y="4656327"/>
                </a:lnTo>
                <a:lnTo>
                  <a:pt x="9133551" y="4664199"/>
                </a:lnTo>
                <a:lnTo>
                  <a:pt x="9149295" y="4660263"/>
                </a:lnTo>
                <a:lnTo>
                  <a:pt x="9163071" y="4646487"/>
                </a:lnTo>
                <a:lnTo>
                  <a:pt x="9174879" y="4646487"/>
                </a:lnTo>
                <a:lnTo>
                  <a:pt x="9186687" y="4648455"/>
                </a:lnTo>
                <a:lnTo>
                  <a:pt x="9186687" y="4676008"/>
                </a:lnTo>
                <a:lnTo>
                  <a:pt x="9178815" y="4705528"/>
                </a:lnTo>
                <a:lnTo>
                  <a:pt x="9170943" y="4717336"/>
                </a:lnTo>
                <a:lnTo>
                  <a:pt x="9163071" y="4737016"/>
                </a:lnTo>
                <a:lnTo>
                  <a:pt x="9153231" y="4737016"/>
                </a:lnTo>
                <a:lnTo>
                  <a:pt x="9149295" y="4750792"/>
                </a:lnTo>
                <a:lnTo>
                  <a:pt x="9121742" y="4754728"/>
                </a:lnTo>
                <a:lnTo>
                  <a:pt x="9115838" y="4746856"/>
                </a:lnTo>
                <a:lnTo>
                  <a:pt x="9104030" y="4725208"/>
                </a:lnTo>
                <a:lnTo>
                  <a:pt x="9092222" y="4713400"/>
                </a:lnTo>
                <a:lnTo>
                  <a:pt x="9092222" y="4679944"/>
                </a:lnTo>
                <a:lnTo>
                  <a:pt x="9082382" y="4668135"/>
                </a:lnTo>
                <a:lnTo>
                  <a:pt x="9074510" y="4652391"/>
                </a:lnTo>
                <a:close/>
                <a:moveTo>
                  <a:pt x="9871557" y="4626807"/>
                </a:moveTo>
                <a:lnTo>
                  <a:pt x="9883365" y="4638615"/>
                </a:lnTo>
                <a:lnTo>
                  <a:pt x="9883365" y="4652391"/>
                </a:lnTo>
                <a:lnTo>
                  <a:pt x="9889269" y="4652391"/>
                </a:lnTo>
                <a:lnTo>
                  <a:pt x="9897141" y="4644519"/>
                </a:lnTo>
                <a:lnTo>
                  <a:pt x="9908949" y="4644519"/>
                </a:lnTo>
                <a:lnTo>
                  <a:pt x="9905013" y="4685848"/>
                </a:lnTo>
                <a:lnTo>
                  <a:pt x="9889269" y="4713400"/>
                </a:lnTo>
                <a:lnTo>
                  <a:pt x="9883365" y="4725208"/>
                </a:lnTo>
                <a:lnTo>
                  <a:pt x="9875493" y="4746856"/>
                </a:lnTo>
                <a:lnTo>
                  <a:pt x="9847940" y="4754728"/>
                </a:lnTo>
                <a:lnTo>
                  <a:pt x="9832196" y="4774409"/>
                </a:lnTo>
                <a:lnTo>
                  <a:pt x="9810548" y="4819673"/>
                </a:lnTo>
                <a:lnTo>
                  <a:pt x="9773156" y="4857065"/>
                </a:lnTo>
                <a:lnTo>
                  <a:pt x="9727891" y="4843289"/>
                </a:lnTo>
                <a:lnTo>
                  <a:pt x="9704275" y="4843289"/>
                </a:lnTo>
                <a:lnTo>
                  <a:pt x="9700339" y="4827545"/>
                </a:lnTo>
                <a:lnTo>
                  <a:pt x="9716083" y="4792121"/>
                </a:lnTo>
                <a:lnTo>
                  <a:pt x="9735763" y="4770472"/>
                </a:lnTo>
                <a:lnTo>
                  <a:pt x="9769220" y="4750792"/>
                </a:lnTo>
                <a:lnTo>
                  <a:pt x="9790868" y="4729144"/>
                </a:lnTo>
                <a:lnTo>
                  <a:pt x="9826292" y="4709464"/>
                </a:lnTo>
                <a:lnTo>
                  <a:pt x="9838100" y="4689784"/>
                </a:lnTo>
                <a:lnTo>
                  <a:pt x="9838100" y="4676008"/>
                </a:lnTo>
                <a:lnTo>
                  <a:pt x="9855812" y="4652391"/>
                </a:lnTo>
                <a:lnTo>
                  <a:pt x="9855812" y="4634679"/>
                </a:lnTo>
                <a:close/>
                <a:moveTo>
                  <a:pt x="9174879" y="4609095"/>
                </a:moveTo>
                <a:lnTo>
                  <a:pt x="9178815" y="4609095"/>
                </a:lnTo>
                <a:lnTo>
                  <a:pt x="9182751" y="4622871"/>
                </a:lnTo>
                <a:lnTo>
                  <a:pt x="9174879" y="4626807"/>
                </a:lnTo>
                <a:lnTo>
                  <a:pt x="9172911" y="4618935"/>
                </a:lnTo>
                <a:lnTo>
                  <a:pt x="9172911" y="4614999"/>
                </a:lnTo>
                <a:close/>
                <a:moveTo>
                  <a:pt x="9052862" y="4609095"/>
                </a:moveTo>
                <a:lnTo>
                  <a:pt x="9056798" y="4609095"/>
                </a:lnTo>
                <a:lnTo>
                  <a:pt x="9062702" y="4613031"/>
                </a:lnTo>
                <a:lnTo>
                  <a:pt x="9056798" y="4618935"/>
                </a:lnTo>
                <a:lnTo>
                  <a:pt x="9052862" y="4613031"/>
                </a:lnTo>
                <a:close/>
                <a:moveTo>
                  <a:pt x="9875493" y="4412293"/>
                </a:moveTo>
                <a:lnTo>
                  <a:pt x="9905013" y="4439845"/>
                </a:lnTo>
                <a:lnTo>
                  <a:pt x="9912885" y="4439845"/>
                </a:lnTo>
                <a:lnTo>
                  <a:pt x="9928629" y="4453622"/>
                </a:lnTo>
                <a:lnTo>
                  <a:pt x="9928629" y="4465430"/>
                </a:lnTo>
                <a:lnTo>
                  <a:pt x="9940437" y="4491014"/>
                </a:lnTo>
                <a:lnTo>
                  <a:pt x="9952245" y="4502822"/>
                </a:lnTo>
                <a:lnTo>
                  <a:pt x="9956181" y="4496918"/>
                </a:lnTo>
                <a:lnTo>
                  <a:pt x="9952245" y="4485110"/>
                </a:lnTo>
                <a:lnTo>
                  <a:pt x="9962086" y="4496918"/>
                </a:lnTo>
                <a:lnTo>
                  <a:pt x="9969958" y="4522502"/>
                </a:lnTo>
                <a:lnTo>
                  <a:pt x="9989638" y="4534310"/>
                </a:lnTo>
                <a:lnTo>
                  <a:pt x="10013254" y="4530374"/>
                </a:lnTo>
                <a:lnTo>
                  <a:pt x="10019158" y="4512662"/>
                </a:lnTo>
                <a:lnTo>
                  <a:pt x="10038838" y="4510694"/>
                </a:lnTo>
                <a:lnTo>
                  <a:pt x="10038838" y="4534310"/>
                </a:lnTo>
                <a:lnTo>
                  <a:pt x="10027030" y="4546118"/>
                </a:lnTo>
                <a:lnTo>
                  <a:pt x="10023094" y="4579575"/>
                </a:lnTo>
                <a:lnTo>
                  <a:pt x="10013254" y="4573671"/>
                </a:lnTo>
                <a:lnTo>
                  <a:pt x="9993574" y="4573671"/>
                </a:lnTo>
                <a:lnTo>
                  <a:pt x="9989638" y="4581543"/>
                </a:lnTo>
                <a:lnTo>
                  <a:pt x="9997510" y="4593351"/>
                </a:lnTo>
                <a:lnTo>
                  <a:pt x="9985702" y="4605159"/>
                </a:lnTo>
                <a:lnTo>
                  <a:pt x="9962086" y="4654359"/>
                </a:lnTo>
                <a:lnTo>
                  <a:pt x="9944373" y="4660263"/>
                </a:lnTo>
                <a:lnTo>
                  <a:pt x="9924693" y="4654359"/>
                </a:lnTo>
                <a:lnTo>
                  <a:pt x="9940437" y="4638615"/>
                </a:lnTo>
                <a:lnTo>
                  <a:pt x="9944373" y="4614999"/>
                </a:lnTo>
                <a:lnTo>
                  <a:pt x="9924693" y="4593351"/>
                </a:lnTo>
                <a:lnTo>
                  <a:pt x="9905013" y="4589415"/>
                </a:lnTo>
                <a:lnTo>
                  <a:pt x="9905013" y="4573671"/>
                </a:lnTo>
                <a:lnTo>
                  <a:pt x="9928629" y="4567766"/>
                </a:lnTo>
                <a:lnTo>
                  <a:pt x="9936501" y="4546118"/>
                </a:lnTo>
                <a:lnTo>
                  <a:pt x="9924693" y="4502822"/>
                </a:lnTo>
                <a:lnTo>
                  <a:pt x="9912885" y="4481174"/>
                </a:lnTo>
                <a:lnTo>
                  <a:pt x="9887301" y="4439845"/>
                </a:lnTo>
                <a:lnTo>
                  <a:pt x="9875493" y="4428037"/>
                </a:lnTo>
                <a:close/>
                <a:moveTo>
                  <a:pt x="3410578" y="4351288"/>
                </a:moveTo>
                <a:lnTo>
                  <a:pt x="3428280" y="4359155"/>
                </a:lnTo>
                <a:lnTo>
                  <a:pt x="3436152" y="4374899"/>
                </a:lnTo>
                <a:lnTo>
                  <a:pt x="3455812" y="4388661"/>
                </a:lnTo>
                <a:lnTo>
                  <a:pt x="3438120" y="4374900"/>
                </a:lnTo>
                <a:lnTo>
                  <a:pt x="3430248" y="4359156"/>
                </a:lnTo>
                <a:close/>
                <a:moveTo>
                  <a:pt x="2961726" y="4335427"/>
                </a:moveTo>
                <a:lnTo>
                  <a:pt x="2959884" y="4343412"/>
                </a:lnTo>
                <a:lnTo>
                  <a:pt x="2960090" y="4344265"/>
                </a:lnTo>
                <a:close/>
                <a:moveTo>
                  <a:pt x="3320074" y="4321691"/>
                </a:moveTo>
                <a:lnTo>
                  <a:pt x="3320031" y="4321763"/>
                </a:lnTo>
                <a:lnTo>
                  <a:pt x="3320031" y="4335652"/>
                </a:lnTo>
                <a:lnTo>
                  <a:pt x="3320038" y="4335539"/>
                </a:lnTo>
                <a:lnTo>
                  <a:pt x="3320038" y="4321763"/>
                </a:lnTo>
                <a:close/>
                <a:moveTo>
                  <a:pt x="3353588" y="4272484"/>
                </a:moveTo>
                <a:lnTo>
                  <a:pt x="3353487" y="4272563"/>
                </a:lnTo>
                <a:lnTo>
                  <a:pt x="3349551" y="4280435"/>
                </a:lnTo>
                <a:lnTo>
                  <a:pt x="3331839" y="4302083"/>
                </a:lnTo>
                <a:lnTo>
                  <a:pt x="3331387" y="4302838"/>
                </a:lnTo>
                <a:lnTo>
                  <a:pt x="3345623" y="4309955"/>
                </a:lnTo>
                <a:lnTo>
                  <a:pt x="3331847" y="4302083"/>
                </a:lnTo>
                <a:lnTo>
                  <a:pt x="3349559" y="4280435"/>
                </a:lnTo>
                <a:lnTo>
                  <a:pt x="3353495" y="4272563"/>
                </a:lnTo>
                <a:close/>
                <a:moveTo>
                  <a:pt x="3412923" y="4158573"/>
                </a:moveTo>
                <a:lnTo>
                  <a:pt x="3412561" y="4160388"/>
                </a:lnTo>
                <a:lnTo>
                  <a:pt x="3412560" y="4160393"/>
                </a:lnTo>
                <a:lnTo>
                  <a:pt x="3422368" y="4162354"/>
                </a:lnTo>
                <a:lnTo>
                  <a:pt x="3437624" y="4192865"/>
                </a:lnTo>
                <a:lnTo>
                  <a:pt x="3438120" y="4191874"/>
                </a:lnTo>
                <a:lnTo>
                  <a:pt x="3422376" y="4162354"/>
                </a:lnTo>
                <a:close/>
                <a:moveTo>
                  <a:pt x="5646223" y="4138739"/>
                </a:moveTo>
                <a:lnTo>
                  <a:pt x="5630479" y="4142675"/>
                </a:lnTo>
                <a:lnTo>
                  <a:pt x="5630479" y="4142675"/>
                </a:lnTo>
                <a:lnTo>
                  <a:pt x="5646223" y="4138739"/>
                </a:lnTo>
                <a:lnTo>
                  <a:pt x="5658031" y="4150547"/>
                </a:lnTo>
                <a:close/>
                <a:moveTo>
                  <a:pt x="5539951" y="4113155"/>
                </a:moveTo>
                <a:lnTo>
                  <a:pt x="5539951" y="4113156"/>
                </a:lnTo>
                <a:lnTo>
                  <a:pt x="5559630" y="4132835"/>
                </a:lnTo>
                <a:lnTo>
                  <a:pt x="5571438" y="4182036"/>
                </a:lnTo>
                <a:lnTo>
                  <a:pt x="5593087" y="4182036"/>
                </a:lnTo>
                <a:lnTo>
                  <a:pt x="5630478" y="4142676"/>
                </a:lnTo>
                <a:lnTo>
                  <a:pt x="5593087" y="4180067"/>
                </a:lnTo>
                <a:lnTo>
                  <a:pt x="5571439" y="4180067"/>
                </a:lnTo>
                <a:lnTo>
                  <a:pt x="5559630" y="4130867"/>
                </a:lnTo>
                <a:close/>
                <a:moveTo>
                  <a:pt x="3251181" y="4101347"/>
                </a:moveTo>
                <a:lnTo>
                  <a:pt x="3251157" y="4101353"/>
                </a:lnTo>
                <a:lnTo>
                  <a:pt x="3274766" y="4122994"/>
                </a:lnTo>
                <a:lnTo>
                  <a:pt x="3316095" y="4132834"/>
                </a:lnTo>
                <a:lnTo>
                  <a:pt x="3333807" y="4150546"/>
                </a:lnTo>
                <a:lnTo>
                  <a:pt x="3335775" y="4160386"/>
                </a:lnTo>
                <a:lnTo>
                  <a:pt x="3304287" y="4203682"/>
                </a:lnTo>
                <a:lnTo>
                  <a:pt x="3316095" y="4207618"/>
                </a:lnTo>
                <a:lnTo>
                  <a:pt x="3316120" y="4207618"/>
                </a:lnTo>
                <a:lnTo>
                  <a:pt x="3304319" y="4203684"/>
                </a:lnTo>
                <a:lnTo>
                  <a:pt x="3335807" y="4160388"/>
                </a:lnTo>
                <a:lnTo>
                  <a:pt x="3333839" y="4150548"/>
                </a:lnTo>
                <a:lnTo>
                  <a:pt x="3316126" y="4132836"/>
                </a:lnTo>
                <a:lnTo>
                  <a:pt x="3274798" y="4121028"/>
                </a:lnTo>
                <a:close/>
                <a:moveTo>
                  <a:pt x="3404663" y="4097410"/>
                </a:moveTo>
                <a:lnTo>
                  <a:pt x="3388942" y="4105270"/>
                </a:lnTo>
                <a:lnTo>
                  <a:pt x="3388944" y="4105283"/>
                </a:lnTo>
                <a:lnTo>
                  <a:pt x="3404688" y="4099379"/>
                </a:lnTo>
                <a:lnTo>
                  <a:pt x="3418617" y="4106344"/>
                </a:lnTo>
                <a:lnTo>
                  <a:pt x="3418439" y="4105282"/>
                </a:lnTo>
                <a:close/>
                <a:moveTo>
                  <a:pt x="3050054" y="4094369"/>
                </a:moveTo>
                <a:lnTo>
                  <a:pt x="3042545" y="4113143"/>
                </a:lnTo>
                <a:lnTo>
                  <a:pt x="3050412" y="4095442"/>
                </a:lnTo>
                <a:close/>
                <a:moveTo>
                  <a:pt x="5744623" y="4067892"/>
                </a:moveTo>
                <a:lnTo>
                  <a:pt x="5736752" y="4081667"/>
                </a:lnTo>
                <a:lnTo>
                  <a:pt x="5707232" y="4089539"/>
                </a:lnTo>
                <a:lnTo>
                  <a:pt x="5703296" y="4122995"/>
                </a:lnTo>
                <a:lnTo>
                  <a:pt x="5683615" y="4146611"/>
                </a:lnTo>
                <a:lnTo>
                  <a:pt x="5703296" y="4124963"/>
                </a:lnTo>
                <a:lnTo>
                  <a:pt x="5707232" y="4089539"/>
                </a:lnTo>
                <a:lnTo>
                  <a:pt x="5736752" y="4083635"/>
                </a:lnTo>
                <a:close/>
                <a:moveTo>
                  <a:pt x="3197965" y="4063925"/>
                </a:moveTo>
                <a:lnTo>
                  <a:pt x="3198014" y="4063953"/>
                </a:lnTo>
                <a:lnTo>
                  <a:pt x="3213758" y="4083634"/>
                </a:lnTo>
                <a:lnTo>
                  <a:pt x="3233438" y="4105282"/>
                </a:lnTo>
                <a:lnTo>
                  <a:pt x="3233463" y="4105276"/>
                </a:lnTo>
                <a:lnTo>
                  <a:pt x="3213788" y="4083635"/>
                </a:lnTo>
                <a:lnTo>
                  <a:pt x="3198044" y="4063955"/>
                </a:lnTo>
                <a:close/>
                <a:moveTo>
                  <a:pt x="3144907" y="4052146"/>
                </a:moveTo>
                <a:lnTo>
                  <a:pt x="3144900" y="4052150"/>
                </a:lnTo>
                <a:lnTo>
                  <a:pt x="3164557" y="4056081"/>
                </a:lnTo>
                <a:lnTo>
                  <a:pt x="3164582" y="4056081"/>
                </a:lnTo>
                <a:close/>
                <a:moveTo>
                  <a:pt x="3070121" y="4044274"/>
                </a:moveTo>
                <a:lnTo>
                  <a:pt x="3042955" y="4071440"/>
                </a:lnTo>
                <a:lnTo>
                  <a:pt x="3070092" y="4046241"/>
                </a:lnTo>
                <a:lnTo>
                  <a:pt x="3079932" y="4046241"/>
                </a:lnTo>
                <a:lnTo>
                  <a:pt x="3107485" y="4056081"/>
                </a:lnTo>
                <a:lnTo>
                  <a:pt x="3119293" y="4075761"/>
                </a:lnTo>
                <a:lnTo>
                  <a:pt x="3133069" y="4075761"/>
                </a:lnTo>
                <a:lnTo>
                  <a:pt x="3136912" y="4068075"/>
                </a:lnTo>
                <a:lnTo>
                  <a:pt x="3133099" y="4073794"/>
                </a:lnTo>
                <a:lnTo>
                  <a:pt x="3119322" y="4073794"/>
                </a:lnTo>
                <a:lnTo>
                  <a:pt x="3107514" y="4056082"/>
                </a:lnTo>
                <a:lnTo>
                  <a:pt x="3081930" y="4044274"/>
                </a:lnTo>
                <a:close/>
                <a:moveTo>
                  <a:pt x="6533799" y="4002946"/>
                </a:moveTo>
                <a:lnTo>
                  <a:pt x="6545607" y="4002946"/>
                </a:lnTo>
                <a:lnTo>
                  <a:pt x="6551511" y="4010818"/>
                </a:lnTo>
                <a:lnTo>
                  <a:pt x="6541671" y="4016722"/>
                </a:lnTo>
                <a:lnTo>
                  <a:pt x="6533799" y="4016722"/>
                </a:lnTo>
                <a:lnTo>
                  <a:pt x="6533799" y="4010818"/>
                </a:lnTo>
                <a:close/>
                <a:moveTo>
                  <a:pt x="5752640" y="3994921"/>
                </a:moveTo>
                <a:lnTo>
                  <a:pt x="5762336" y="4022626"/>
                </a:lnTo>
                <a:lnTo>
                  <a:pt x="5774144" y="4040338"/>
                </a:lnTo>
                <a:lnTo>
                  <a:pt x="5744624" y="4067890"/>
                </a:lnTo>
                <a:lnTo>
                  <a:pt x="5744624" y="4067891"/>
                </a:lnTo>
                <a:lnTo>
                  <a:pt x="5774144" y="4040338"/>
                </a:lnTo>
                <a:lnTo>
                  <a:pt x="5774932" y="4040338"/>
                </a:lnTo>
                <a:lnTo>
                  <a:pt x="5764305" y="4022626"/>
                </a:lnTo>
                <a:close/>
                <a:moveTo>
                  <a:pt x="6598743" y="3981298"/>
                </a:moveTo>
                <a:lnTo>
                  <a:pt x="6608583" y="3989170"/>
                </a:lnTo>
                <a:lnTo>
                  <a:pt x="6598743" y="3997042"/>
                </a:lnTo>
                <a:lnTo>
                  <a:pt x="6590871" y="3993106"/>
                </a:lnTo>
                <a:lnTo>
                  <a:pt x="6590871" y="3985234"/>
                </a:lnTo>
                <a:close/>
                <a:moveTo>
                  <a:pt x="9718052" y="3981297"/>
                </a:moveTo>
                <a:lnTo>
                  <a:pt x="9721988" y="3989169"/>
                </a:lnTo>
                <a:lnTo>
                  <a:pt x="9718052" y="3993105"/>
                </a:lnTo>
                <a:lnTo>
                  <a:pt x="9712148" y="3993105"/>
                </a:lnTo>
                <a:lnTo>
                  <a:pt x="9712148" y="3985233"/>
                </a:lnTo>
                <a:close/>
                <a:moveTo>
                  <a:pt x="3202040" y="3977341"/>
                </a:moveTo>
                <a:lnTo>
                  <a:pt x="3201980" y="3977361"/>
                </a:lnTo>
                <a:lnTo>
                  <a:pt x="3194107" y="3997042"/>
                </a:lnTo>
                <a:lnTo>
                  <a:pt x="3190171" y="4030498"/>
                </a:lnTo>
                <a:lnTo>
                  <a:pt x="3182300" y="4056081"/>
                </a:lnTo>
                <a:lnTo>
                  <a:pt x="3182300" y="4056081"/>
                </a:lnTo>
                <a:lnTo>
                  <a:pt x="3190171" y="4030499"/>
                </a:lnTo>
                <a:lnTo>
                  <a:pt x="3194108" y="3997043"/>
                </a:lnTo>
                <a:lnTo>
                  <a:pt x="3201981" y="3977362"/>
                </a:lnTo>
                <a:close/>
                <a:moveTo>
                  <a:pt x="9694435" y="3973425"/>
                </a:moveTo>
                <a:lnTo>
                  <a:pt x="9700339" y="3973425"/>
                </a:lnTo>
                <a:lnTo>
                  <a:pt x="9700339" y="3981297"/>
                </a:lnTo>
                <a:lnTo>
                  <a:pt x="9694435" y="3981297"/>
                </a:lnTo>
                <a:close/>
                <a:moveTo>
                  <a:pt x="9627523" y="3971457"/>
                </a:moveTo>
                <a:lnTo>
                  <a:pt x="9635395" y="3971457"/>
                </a:lnTo>
                <a:lnTo>
                  <a:pt x="9643267" y="3977361"/>
                </a:lnTo>
                <a:lnTo>
                  <a:pt x="9651139" y="3981297"/>
                </a:lnTo>
                <a:lnTo>
                  <a:pt x="9670820" y="3993105"/>
                </a:lnTo>
                <a:lnTo>
                  <a:pt x="9678692" y="4000977"/>
                </a:lnTo>
                <a:lnTo>
                  <a:pt x="9704276" y="4014753"/>
                </a:lnTo>
                <a:lnTo>
                  <a:pt x="9704276" y="4022625"/>
                </a:lnTo>
                <a:lnTo>
                  <a:pt x="9700340" y="4026561"/>
                </a:lnTo>
                <a:lnTo>
                  <a:pt x="9684596" y="4022625"/>
                </a:lnTo>
                <a:lnTo>
                  <a:pt x="9655075" y="4004913"/>
                </a:lnTo>
                <a:lnTo>
                  <a:pt x="9643267" y="4000977"/>
                </a:lnTo>
                <a:lnTo>
                  <a:pt x="9627523" y="3985233"/>
                </a:lnTo>
                <a:lnTo>
                  <a:pt x="9627523" y="3981297"/>
                </a:lnTo>
                <a:close/>
                <a:moveTo>
                  <a:pt x="3237405" y="3965553"/>
                </a:moveTo>
                <a:lnTo>
                  <a:pt x="3237401" y="3965554"/>
                </a:lnTo>
                <a:lnTo>
                  <a:pt x="3300382" y="3965554"/>
                </a:lnTo>
                <a:lnTo>
                  <a:pt x="3320063" y="3981298"/>
                </a:lnTo>
                <a:lnTo>
                  <a:pt x="3327935" y="4050179"/>
                </a:lnTo>
                <a:lnTo>
                  <a:pt x="3347616" y="4061987"/>
                </a:lnTo>
                <a:lnTo>
                  <a:pt x="3384755" y="4075670"/>
                </a:lnTo>
                <a:lnTo>
                  <a:pt x="3345623" y="4060017"/>
                </a:lnTo>
                <a:lnTo>
                  <a:pt x="3327911" y="4048209"/>
                </a:lnTo>
                <a:lnTo>
                  <a:pt x="3320038" y="3979328"/>
                </a:lnTo>
                <a:lnTo>
                  <a:pt x="3320040" y="3979313"/>
                </a:lnTo>
                <a:lnTo>
                  <a:pt x="3302350" y="3965553"/>
                </a:lnTo>
                <a:close/>
                <a:moveTo>
                  <a:pt x="5744607" y="3965541"/>
                </a:moveTo>
                <a:lnTo>
                  <a:pt x="5744624" y="3965554"/>
                </a:lnTo>
                <a:lnTo>
                  <a:pt x="5744630" y="3965581"/>
                </a:lnTo>
                <a:lnTo>
                  <a:pt x="5744625" y="3965553"/>
                </a:lnTo>
                <a:close/>
                <a:moveTo>
                  <a:pt x="9769220" y="3941937"/>
                </a:moveTo>
                <a:lnTo>
                  <a:pt x="9775124" y="3941937"/>
                </a:lnTo>
                <a:lnTo>
                  <a:pt x="9775124" y="3945873"/>
                </a:lnTo>
                <a:lnTo>
                  <a:pt x="9769220" y="3949809"/>
                </a:lnTo>
                <a:close/>
                <a:moveTo>
                  <a:pt x="5624575" y="3920288"/>
                </a:moveTo>
                <a:lnTo>
                  <a:pt x="5623570" y="3920610"/>
                </a:lnTo>
                <a:lnTo>
                  <a:pt x="5646223" y="3928161"/>
                </a:lnTo>
                <a:lnTo>
                  <a:pt x="5646232" y="3928157"/>
                </a:lnTo>
                <a:lnTo>
                  <a:pt x="5646224" y="3928161"/>
                </a:lnTo>
                <a:close/>
                <a:moveTo>
                  <a:pt x="9769220" y="3918321"/>
                </a:moveTo>
                <a:lnTo>
                  <a:pt x="9775124" y="3930129"/>
                </a:lnTo>
                <a:lnTo>
                  <a:pt x="9769220" y="3932097"/>
                </a:lnTo>
                <a:lnTo>
                  <a:pt x="9765284" y="3924225"/>
                </a:lnTo>
                <a:lnTo>
                  <a:pt x="9761348" y="3922257"/>
                </a:lnTo>
                <a:close/>
                <a:moveTo>
                  <a:pt x="2986873" y="3917041"/>
                </a:moveTo>
                <a:lnTo>
                  <a:pt x="2986740" y="3917200"/>
                </a:lnTo>
                <a:lnTo>
                  <a:pt x="2997276" y="3924224"/>
                </a:lnTo>
                <a:lnTo>
                  <a:pt x="3009084" y="3957681"/>
                </a:lnTo>
                <a:lnTo>
                  <a:pt x="3016956" y="3999009"/>
                </a:lnTo>
                <a:lnTo>
                  <a:pt x="3034668" y="4063953"/>
                </a:lnTo>
                <a:lnTo>
                  <a:pt x="3042541" y="4071825"/>
                </a:lnTo>
                <a:lnTo>
                  <a:pt x="3042554" y="4071812"/>
                </a:lnTo>
                <a:lnTo>
                  <a:pt x="3034696" y="4063954"/>
                </a:lnTo>
                <a:lnTo>
                  <a:pt x="3016984" y="3999010"/>
                </a:lnTo>
                <a:lnTo>
                  <a:pt x="3009113" y="3957681"/>
                </a:lnTo>
                <a:lnTo>
                  <a:pt x="2997304" y="3922257"/>
                </a:lnTo>
                <a:close/>
                <a:moveTo>
                  <a:pt x="5677712" y="3912416"/>
                </a:moveTo>
                <a:lnTo>
                  <a:pt x="5677273" y="3912636"/>
                </a:lnTo>
                <a:lnTo>
                  <a:pt x="5703296" y="3916353"/>
                </a:lnTo>
                <a:lnTo>
                  <a:pt x="5703296" y="3934065"/>
                </a:lnTo>
                <a:lnTo>
                  <a:pt x="5703296" y="3934066"/>
                </a:lnTo>
                <a:lnTo>
                  <a:pt x="5703296" y="3916353"/>
                </a:lnTo>
                <a:lnTo>
                  <a:pt x="5703295" y="3916352"/>
                </a:lnTo>
                <a:close/>
                <a:moveTo>
                  <a:pt x="5624584" y="3894708"/>
                </a:moveTo>
                <a:lnTo>
                  <a:pt x="5642288" y="3902576"/>
                </a:lnTo>
                <a:lnTo>
                  <a:pt x="5673776" y="3902576"/>
                </a:lnTo>
                <a:lnTo>
                  <a:pt x="5691479" y="3904543"/>
                </a:lnTo>
                <a:lnTo>
                  <a:pt x="5673776" y="3900609"/>
                </a:lnTo>
                <a:lnTo>
                  <a:pt x="5642288" y="3900609"/>
                </a:lnTo>
                <a:close/>
                <a:moveTo>
                  <a:pt x="5965041" y="3890761"/>
                </a:moveTo>
                <a:lnTo>
                  <a:pt x="5965042" y="3890769"/>
                </a:lnTo>
                <a:lnTo>
                  <a:pt x="5965043" y="3890769"/>
                </a:lnTo>
                <a:close/>
                <a:moveTo>
                  <a:pt x="10027030" y="3884864"/>
                </a:moveTo>
                <a:lnTo>
                  <a:pt x="10034902" y="3894704"/>
                </a:lnTo>
                <a:lnTo>
                  <a:pt x="10034902" y="3906512"/>
                </a:lnTo>
                <a:lnTo>
                  <a:pt x="10015222" y="3910448"/>
                </a:lnTo>
                <a:lnTo>
                  <a:pt x="9999478" y="3900608"/>
                </a:lnTo>
                <a:lnTo>
                  <a:pt x="10003414" y="3888800"/>
                </a:lnTo>
                <a:close/>
                <a:moveTo>
                  <a:pt x="3001110" y="3882310"/>
                </a:moveTo>
                <a:lnTo>
                  <a:pt x="3001223" y="3882896"/>
                </a:lnTo>
                <a:lnTo>
                  <a:pt x="3001095" y="3883206"/>
                </a:lnTo>
                <a:lnTo>
                  <a:pt x="3001241" y="3882897"/>
                </a:lnTo>
                <a:close/>
                <a:moveTo>
                  <a:pt x="5941444" y="3878972"/>
                </a:moveTo>
                <a:lnTo>
                  <a:pt x="5959139" y="3890769"/>
                </a:lnTo>
                <a:lnTo>
                  <a:pt x="5961106" y="3890769"/>
                </a:lnTo>
                <a:close/>
                <a:moveTo>
                  <a:pt x="5780050" y="3878957"/>
                </a:moveTo>
                <a:lnTo>
                  <a:pt x="5780049" y="3878961"/>
                </a:lnTo>
                <a:lnTo>
                  <a:pt x="5760369" y="3888801"/>
                </a:lnTo>
                <a:lnTo>
                  <a:pt x="5744629" y="3894704"/>
                </a:lnTo>
                <a:lnTo>
                  <a:pt x="5760369" y="3890769"/>
                </a:lnTo>
                <a:lnTo>
                  <a:pt x="5780049" y="3878961"/>
                </a:lnTo>
                <a:close/>
                <a:moveTo>
                  <a:pt x="5816028" y="3849643"/>
                </a:moveTo>
                <a:lnTo>
                  <a:pt x="5789889" y="3853377"/>
                </a:lnTo>
                <a:lnTo>
                  <a:pt x="5785954" y="3861247"/>
                </a:lnTo>
                <a:lnTo>
                  <a:pt x="5789889" y="3855344"/>
                </a:lnTo>
                <a:lnTo>
                  <a:pt x="5816202" y="3849706"/>
                </a:lnTo>
                <a:close/>
                <a:moveTo>
                  <a:pt x="10064422" y="3847472"/>
                </a:moveTo>
                <a:lnTo>
                  <a:pt x="10076230" y="3851408"/>
                </a:lnTo>
                <a:lnTo>
                  <a:pt x="10046710" y="3867152"/>
                </a:lnTo>
                <a:lnTo>
                  <a:pt x="10030966" y="3865184"/>
                </a:lnTo>
                <a:lnTo>
                  <a:pt x="10056550" y="3851408"/>
                </a:lnTo>
                <a:close/>
                <a:moveTo>
                  <a:pt x="9716084" y="3843536"/>
                </a:moveTo>
                <a:lnTo>
                  <a:pt x="9729860" y="3849440"/>
                </a:lnTo>
                <a:lnTo>
                  <a:pt x="9729860" y="3855344"/>
                </a:lnTo>
                <a:lnTo>
                  <a:pt x="9712148" y="3847472"/>
                </a:lnTo>
                <a:close/>
                <a:moveTo>
                  <a:pt x="765542" y="3839598"/>
                </a:moveTo>
                <a:lnTo>
                  <a:pt x="767510" y="3839598"/>
                </a:lnTo>
                <a:lnTo>
                  <a:pt x="769478" y="3839598"/>
                </a:lnTo>
                <a:lnTo>
                  <a:pt x="769478" y="3841566"/>
                </a:lnTo>
                <a:lnTo>
                  <a:pt x="771446" y="3841566"/>
                </a:lnTo>
                <a:lnTo>
                  <a:pt x="773414" y="3841566"/>
                </a:lnTo>
                <a:lnTo>
                  <a:pt x="775382" y="3841566"/>
                </a:lnTo>
                <a:lnTo>
                  <a:pt x="775382" y="3843534"/>
                </a:lnTo>
                <a:lnTo>
                  <a:pt x="777350" y="3843534"/>
                </a:lnTo>
                <a:lnTo>
                  <a:pt x="777350" y="3845502"/>
                </a:lnTo>
                <a:lnTo>
                  <a:pt x="777350" y="3847470"/>
                </a:lnTo>
                <a:lnTo>
                  <a:pt x="777350" y="3849438"/>
                </a:lnTo>
                <a:lnTo>
                  <a:pt x="777350" y="3853374"/>
                </a:lnTo>
                <a:lnTo>
                  <a:pt x="779318" y="3853374"/>
                </a:lnTo>
                <a:lnTo>
                  <a:pt x="781286" y="3853374"/>
                </a:lnTo>
                <a:lnTo>
                  <a:pt x="783254" y="3853374"/>
                </a:lnTo>
                <a:lnTo>
                  <a:pt x="783254" y="3855342"/>
                </a:lnTo>
                <a:lnTo>
                  <a:pt x="785222" y="3855342"/>
                </a:lnTo>
                <a:lnTo>
                  <a:pt x="787190" y="3855342"/>
                </a:lnTo>
                <a:lnTo>
                  <a:pt x="789158" y="3855342"/>
                </a:lnTo>
                <a:lnTo>
                  <a:pt x="789158" y="3859278"/>
                </a:lnTo>
                <a:lnTo>
                  <a:pt x="789158" y="3861246"/>
                </a:lnTo>
                <a:lnTo>
                  <a:pt x="787190" y="3861246"/>
                </a:lnTo>
                <a:lnTo>
                  <a:pt x="785222" y="3861246"/>
                </a:lnTo>
                <a:lnTo>
                  <a:pt x="783254" y="3861246"/>
                </a:lnTo>
                <a:lnTo>
                  <a:pt x="781286" y="3861246"/>
                </a:lnTo>
                <a:lnTo>
                  <a:pt x="779318" y="3861246"/>
                </a:lnTo>
                <a:lnTo>
                  <a:pt x="779318" y="3859278"/>
                </a:lnTo>
                <a:lnTo>
                  <a:pt x="777350" y="3859278"/>
                </a:lnTo>
                <a:lnTo>
                  <a:pt x="777350" y="3855342"/>
                </a:lnTo>
                <a:lnTo>
                  <a:pt x="775382" y="3855342"/>
                </a:lnTo>
                <a:lnTo>
                  <a:pt x="773414" y="3855342"/>
                </a:lnTo>
                <a:lnTo>
                  <a:pt x="771446" y="3855342"/>
                </a:lnTo>
                <a:lnTo>
                  <a:pt x="769478" y="3855342"/>
                </a:lnTo>
                <a:lnTo>
                  <a:pt x="767510" y="3855342"/>
                </a:lnTo>
                <a:lnTo>
                  <a:pt x="765542" y="3855342"/>
                </a:lnTo>
                <a:lnTo>
                  <a:pt x="763574" y="3855342"/>
                </a:lnTo>
                <a:lnTo>
                  <a:pt x="761606" y="3855342"/>
                </a:lnTo>
                <a:lnTo>
                  <a:pt x="759638" y="3855342"/>
                </a:lnTo>
                <a:lnTo>
                  <a:pt x="759638" y="3853374"/>
                </a:lnTo>
                <a:lnTo>
                  <a:pt x="759638" y="3849438"/>
                </a:lnTo>
                <a:lnTo>
                  <a:pt x="757670" y="3849438"/>
                </a:lnTo>
                <a:lnTo>
                  <a:pt x="757670" y="3847470"/>
                </a:lnTo>
                <a:lnTo>
                  <a:pt x="757670" y="3845502"/>
                </a:lnTo>
                <a:lnTo>
                  <a:pt x="757670" y="3843534"/>
                </a:lnTo>
                <a:lnTo>
                  <a:pt x="759638" y="3843534"/>
                </a:lnTo>
                <a:lnTo>
                  <a:pt x="759638" y="3841566"/>
                </a:lnTo>
                <a:lnTo>
                  <a:pt x="761606" y="3841566"/>
                </a:lnTo>
                <a:lnTo>
                  <a:pt x="763574" y="3841566"/>
                </a:lnTo>
                <a:lnTo>
                  <a:pt x="765542" y="3841566"/>
                </a:lnTo>
                <a:close/>
                <a:moveTo>
                  <a:pt x="739958" y="3839598"/>
                </a:moveTo>
                <a:lnTo>
                  <a:pt x="741926" y="3839598"/>
                </a:lnTo>
                <a:lnTo>
                  <a:pt x="741926" y="3841566"/>
                </a:lnTo>
                <a:lnTo>
                  <a:pt x="743894" y="3839598"/>
                </a:lnTo>
                <a:lnTo>
                  <a:pt x="745862" y="3839598"/>
                </a:lnTo>
                <a:lnTo>
                  <a:pt x="745862" y="3841566"/>
                </a:lnTo>
                <a:lnTo>
                  <a:pt x="747830" y="3841566"/>
                </a:lnTo>
                <a:lnTo>
                  <a:pt x="747830" y="3839598"/>
                </a:lnTo>
                <a:lnTo>
                  <a:pt x="749798" y="3839598"/>
                </a:lnTo>
                <a:lnTo>
                  <a:pt x="751766" y="3839598"/>
                </a:lnTo>
                <a:lnTo>
                  <a:pt x="751766" y="3841566"/>
                </a:lnTo>
                <a:lnTo>
                  <a:pt x="749798" y="3841566"/>
                </a:lnTo>
                <a:lnTo>
                  <a:pt x="749798" y="3843534"/>
                </a:lnTo>
                <a:lnTo>
                  <a:pt x="749798" y="3845502"/>
                </a:lnTo>
                <a:lnTo>
                  <a:pt x="747830" y="3845502"/>
                </a:lnTo>
                <a:lnTo>
                  <a:pt x="747830" y="3847470"/>
                </a:lnTo>
                <a:lnTo>
                  <a:pt x="745862" y="3847470"/>
                </a:lnTo>
                <a:lnTo>
                  <a:pt x="743894" y="3847470"/>
                </a:lnTo>
                <a:lnTo>
                  <a:pt x="743894" y="3845502"/>
                </a:lnTo>
                <a:lnTo>
                  <a:pt x="741926" y="3845502"/>
                </a:lnTo>
                <a:lnTo>
                  <a:pt x="741926" y="3843534"/>
                </a:lnTo>
                <a:lnTo>
                  <a:pt x="739958" y="3843534"/>
                </a:lnTo>
                <a:lnTo>
                  <a:pt x="739958" y="3841566"/>
                </a:lnTo>
                <a:close/>
                <a:moveTo>
                  <a:pt x="9704275" y="3812048"/>
                </a:moveTo>
                <a:lnTo>
                  <a:pt x="9716083" y="3819920"/>
                </a:lnTo>
                <a:lnTo>
                  <a:pt x="9716083" y="3831728"/>
                </a:lnTo>
                <a:lnTo>
                  <a:pt x="9708211" y="3839600"/>
                </a:lnTo>
                <a:lnTo>
                  <a:pt x="9700339" y="3831728"/>
                </a:lnTo>
                <a:lnTo>
                  <a:pt x="9700339" y="3823856"/>
                </a:lnTo>
                <a:close/>
                <a:moveTo>
                  <a:pt x="5896169" y="3802210"/>
                </a:moveTo>
                <a:lnTo>
                  <a:pt x="5909938" y="3806144"/>
                </a:lnTo>
                <a:lnTo>
                  <a:pt x="5917810" y="3814016"/>
                </a:lnTo>
                <a:lnTo>
                  <a:pt x="5937486" y="3815984"/>
                </a:lnTo>
                <a:lnTo>
                  <a:pt x="5919778" y="3812049"/>
                </a:lnTo>
                <a:lnTo>
                  <a:pt x="5911905" y="3806144"/>
                </a:lnTo>
                <a:close/>
                <a:moveTo>
                  <a:pt x="3001597" y="3782433"/>
                </a:moveTo>
                <a:lnTo>
                  <a:pt x="3001223" y="3782527"/>
                </a:lnTo>
                <a:lnTo>
                  <a:pt x="3008748" y="3822034"/>
                </a:lnTo>
                <a:lnTo>
                  <a:pt x="3009113" y="3821888"/>
                </a:lnTo>
                <a:close/>
                <a:moveTo>
                  <a:pt x="6258279" y="3778591"/>
                </a:moveTo>
                <a:lnTo>
                  <a:pt x="6262215" y="3780559"/>
                </a:lnTo>
                <a:lnTo>
                  <a:pt x="6262215" y="3788431"/>
                </a:lnTo>
                <a:lnTo>
                  <a:pt x="6260247" y="3790399"/>
                </a:lnTo>
                <a:lnTo>
                  <a:pt x="6258279" y="3786463"/>
                </a:lnTo>
                <a:lnTo>
                  <a:pt x="6256310" y="3782527"/>
                </a:lnTo>
                <a:close/>
                <a:moveTo>
                  <a:pt x="6220884" y="3766783"/>
                </a:moveTo>
                <a:lnTo>
                  <a:pt x="6224821" y="3766783"/>
                </a:lnTo>
                <a:lnTo>
                  <a:pt x="6226789" y="3770719"/>
                </a:lnTo>
                <a:lnTo>
                  <a:pt x="6220884" y="3768751"/>
                </a:lnTo>
                <a:close/>
                <a:moveTo>
                  <a:pt x="3016255" y="3765742"/>
                </a:moveTo>
                <a:lnTo>
                  <a:pt x="3016967" y="3766783"/>
                </a:lnTo>
                <a:lnTo>
                  <a:pt x="3016967" y="3776628"/>
                </a:lnTo>
                <a:lnTo>
                  <a:pt x="3016984" y="3776624"/>
                </a:lnTo>
                <a:lnTo>
                  <a:pt x="3016984" y="3766784"/>
                </a:lnTo>
                <a:close/>
                <a:moveTo>
                  <a:pt x="6246470" y="3758910"/>
                </a:moveTo>
                <a:lnTo>
                  <a:pt x="6248438" y="3766782"/>
                </a:lnTo>
                <a:lnTo>
                  <a:pt x="6246470" y="3770718"/>
                </a:lnTo>
                <a:lnTo>
                  <a:pt x="6240566" y="3762846"/>
                </a:lnTo>
                <a:close/>
                <a:moveTo>
                  <a:pt x="6362582" y="3745136"/>
                </a:moveTo>
                <a:lnTo>
                  <a:pt x="6370454" y="3756944"/>
                </a:lnTo>
                <a:lnTo>
                  <a:pt x="6374390" y="3786465"/>
                </a:lnTo>
                <a:lnTo>
                  <a:pt x="6390134" y="3839601"/>
                </a:lnTo>
                <a:lnTo>
                  <a:pt x="6386198" y="3855345"/>
                </a:lnTo>
                <a:lnTo>
                  <a:pt x="6370454" y="3859281"/>
                </a:lnTo>
                <a:lnTo>
                  <a:pt x="6370454" y="3894706"/>
                </a:lnTo>
                <a:lnTo>
                  <a:pt x="6366518" y="3906514"/>
                </a:lnTo>
                <a:lnTo>
                  <a:pt x="6342902" y="3977363"/>
                </a:lnTo>
                <a:lnTo>
                  <a:pt x="6333062" y="4018691"/>
                </a:lnTo>
                <a:lnTo>
                  <a:pt x="6317318" y="4054115"/>
                </a:lnTo>
                <a:lnTo>
                  <a:pt x="6309445" y="4113156"/>
                </a:lnTo>
                <a:lnTo>
                  <a:pt x="6289765" y="4136772"/>
                </a:lnTo>
                <a:lnTo>
                  <a:pt x="6268117" y="4140708"/>
                </a:lnTo>
                <a:lnTo>
                  <a:pt x="6248437" y="4154484"/>
                </a:lnTo>
                <a:lnTo>
                  <a:pt x="6224821" y="4144644"/>
                </a:lnTo>
                <a:lnTo>
                  <a:pt x="6209076" y="4128900"/>
                </a:lnTo>
                <a:lnTo>
                  <a:pt x="6203172" y="4087572"/>
                </a:lnTo>
                <a:lnTo>
                  <a:pt x="6187428" y="4067891"/>
                </a:lnTo>
                <a:lnTo>
                  <a:pt x="6187428" y="4038371"/>
                </a:lnTo>
                <a:lnTo>
                  <a:pt x="6213013" y="4004915"/>
                </a:lnTo>
                <a:lnTo>
                  <a:pt x="6220885" y="3951778"/>
                </a:lnTo>
                <a:lnTo>
                  <a:pt x="6209076" y="3932098"/>
                </a:lnTo>
                <a:lnTo>
                  <a:pt x="6216949" y="3888802"/>
                </a:lnTo>
                <a:lnTo>
                  <a:pt x="6224821" y="3873057"/>
                </a:lnTo>
                <a:lnTo>
                  <a:pt x="6240565" y="3867153"/>
                </a:lnTo>
                <a:lnTo>
                  <a:pt x="6248437" y="3861249"/>
                </a:lnTo>
                <a:lnTo>
                  <a:pt x="6264181" y="3859281"/>
                </a:lnTo>
                <a:lnTo>
                  <a:pt x="6281893" y="3843537"/>
                </a:lnTo>
                <a:lnTo>
                  <a:pt x="6297637" y="3839601"/>
                </a:lnTo>
                <a:lnTo>
                  <a:pt x="6309445" y="3827793"/>
                </a:lnTo>
                <a:lnTo>
                  <a:pt x="6321254" y="3817953"/>
                </a:lnTo>
                <a:lnTo>
                  <a:pt x="6321254" y="3802209"/>
                </a:lnTo>
                <a:lnTo>
                  <a:pt x="6335030" y="3794337"/>
                </a:lnTo>
                <a:lnTo>
                  <a:pt x="6350774" y="3764816"/>
                </a:lnTo>
                <a:lnTo>
                  <a:pt x="6354710" y="3749072"/>
                </a:lnTo>
                <a:close/>
                <a:moveTo>
                  <a:pt x="5911770" y="3743305"/>
                </a:moveTo>
                <a:lnTo>
                  <a:pt x="5904034" y="3751040"/>
                </a:lnTo>
                <a:lnTo>
                  <a:pt x="5896162" y="3800240"/>
                </a:lnTo>
                <a:lnTo>
                  <a:pt x="5874514" y="3812049"/>
                </a:lnTo>
                <a:lnTo>
                  <a:pt x="5854834" y="3812049"/>
                </a:lnTo>
                <a:lnTo>
                  <a:pt x="5835172" y="3823846"/>
                </a:lnTo>
                <a:lnTo>
                  <a:pt x="5852866" y="3814016"/>
                </a:lnTo>
                <a:lnTo>
                  <a:pt x="5872546" y="3814016"/>
                </a:lnTo>
                <a:lnTo>
                  <a:pt x="5896162" y="3802208"/>
                </a:lnTo>
                <a:lnTo>
                  <a:pt x="5896161" y="3802208"/>
                </a:lnTo>
                <a:lnTo>
                  <a:pt x="5904033" y="3753008"/>
                </a:lnTo>
                <a:lnTo>
                  <a:pt x="5911905" y="3745136"/>
                </a:lnTo>
                <a:close/>
                <a:moveTo>
                  <a:pt x="6213013" y="3737262"/>
                </a:moveTo>
                <a:lnTo>
                  <a:pt x="6214981" y="3737262"/>
                </a:lnTo>
                <a:lnTo>
                  <a:pt x="6214981" y="3751038"/>
                </a:lnTo>
                <a:lnTo>
                  <a:pt x="6216949" y="3754974"/>
                </a:lnTo>
                <a:lnTo>
                  <a:pt x="6214981" y="3756942"/>
                </a:lnTo>
                <a:lnTo>
                  <a:pt x="6213013" y="3753006"/>
                </a:lnTo>
                <a:lnTo>
                  <a:pt x="6213013" y="3745134"/>
                </a:lnTo>
                <a:close/>
                <a:moveTo>
                  <a:pt x="5657908" y="3728777"/>
                </a:moveTo>
                <a:lnTo>
                  <a:pt x="5654095" y="3770720"/>
                </a:lnTo>
                <a:lnTo>
                  <a:pt x="5600959" y="3770720"/>
                </a:lnTo>
                <a:lnTo>
                  <a:pt x="5604895" y="3876993"/>
                </a:lnTo>
                <a:lnTo>
                  <a:pt x="5624574" y="3894705"/>
                </a:lnTo>
                <a:lnTo>
                  <a:pt x="5624575" y="3894705"/>
                </a:lnTo>
                <a:lnTo>
                  <a:pt x="5604895" y="3876993"/>
                </a:lnTo>
                <a:lnTo>
                  <a:pt x="5600959" y="3770720"/>
                </a:lnTo>
                <a:lnTo>
                  <a:pt x="5654096" y="3770720"/>
                </a:lnTo>
                <a:lnTo>
                  <a:pt x="5657909" y="3728777"/>
                </a:lnTo>
                <a:close/>
                <a:moveTo>
                  <a:pt x="5717072" y="3725456"/>
                </a:moveTo>
                <a:lnTo>
                  <a:pt x="5713628" y="3739232"/>
                </a:lnTo>
                <a:lnTo>
                  <a:pt x="5715104" y="3739232"/>
                </a:lnTo>
                <a:lnTo>
                  <a:pt x="5718909" y="3725915"/>
                </a:lnTo>
                <a:close/>
                <a:moveTo>
                  <a:pt x="5667872" y="3725456"/>
                </a:moveTo>
                <a:lnTo>
                  <a:pt x="5665904" y="3726112"/>
                </a:lnTo>
                <a:lnTo>
                  <a:pt x="5669840" y="3725456"/>
                </a:lnTo>
                <a:close/>
                <a:moveTo>
                  <a:pt x="5683616" y="3721520"/>
                </a:moveTo>
                <a:lnTo>
                  <a:pt x="5675744" y="3725456"/>
                </a:lnTo>
                <a:lnTo>
                  <a:pt x="5677712" y="3725456"/>
                </a:lnTo>
                <a:lnTo>
                  <a:pt x="5684459" y="3722082"/>
                </a:lnTo>
                <a:close/>
                <a:moveTo>
                  <a:pt x="6075252" y="3718989"/>
                </a:moveTo>
                <a:lnTo>
                  <a:pt x="6069348" y="3721519"/>
                </a:lnTo>
                <a:lnTo>
                  <a:pt x="6063443" y="3725948"/>
                </a:lnTo>
                <a:lnTo>
                  <a:pt x="6067380" y="3723487"/>
                </a:lnTo>
                <a:close/>
                <a:moveTo>
                  <a:pt x="9519282" y="3705775"/>
                </a:moveTo>
                <a:lnTo>
                  <a:pt x="9525186" y="3717583"/>
                </a:lnTo>
                <a:lnTo>
                  <a:pt x="9515346" y="3721519"/>
                </a:lnTo>
                <a:lnTo>
                  <a:pt x="9511410" y="3717583"/>
                </a:lnTo>
                <a:lnTo>
                  <a:pt x="9511410" y="3709711"/>
                </a:lnTo>
                <a:close/>
                <a:moveTo>
                  <a:pt x="9021373" y="3690031"/>
                </a:moveTo>
                <a:lnTo>
                  <a:pt x="9027277" y="3697903"/>
                </a:lnTo>
                <a:lnTo>
                  <a:pt x="9027277" y="3717583"/>
                </a:lnTo>
                <a:lnTo>
                  <a:pt x="9039085" y="3729392"/>
                </a:lnTo>
                <a:lnTo>
                  <a:pt x="9039085" y="3747104"/>
                </a:lnTo>
                <a:lnTo>
                  <a:pt x="9054830" y="3774656"/>
                </a:lnTo>
                <a:lnTo>
                  <a:pt x="9062702" y="3800240"/>
                </a:lnTo>
                <a:lnTo>
                  <a:pt x="9066638" y="3788432"/>
                </a:lnTo>
                <a:lnTo>
                  <a:pt x="9072542" y="3792368"/>
                </a:lnTo>
                <a:lnTo>
                  <a:pt x="9088286" y="3800240"/>
                </a:lnTo>
                <a:lnTo>
                  <a:pt x="9100094" y="3804176"/>
                </a:lnTo>
                <a:lnTo>
                  <a:pt x="9100094" y="3855345"/>
                </a:lnTo>
                <a:lnTo>
                  <a:pt x="9115838" y="3873057"/>
                </a:lnTo>
                <a:lnTo>
                  <a:pt x="9123710" y="3906513"/>
                </a:lnTo>
                <a:lnTo>
                  <a:pt x="9129614" y="3918321"/>
                </a:lnTo>
                <a:lnTo>
                  <a:pt x="9133550" y="3938001"/>
                </a:lnTo>
                <a:lnTo>
                  <a:pt x="9157167" y="3943906"/>
                </a:lnTo>
                <a:lnTo>
                  <a:pt x="9168975" y="3957682"/>
                </a:lnTo>
                <a:lnTo>
                  <a:pt x="9186687" y="3961618"/>
                </a:lnTo>
                <a:lnTo>
                  <a:pt x="9194559" y="3969490"/>
                </a:lnTo>
                <a:lnTo>
                  <a:pt x="9194559" y="3985234"/>
                </a:lnTo>
                <a:lnTo>
                  <a:pt x="9210303" y="3999010"/>
                </a:lnTo>
                <a:lnTo>
                  <a:pt x="9210303" y="4026562"/>
                </a:lnTo>
                <a:lnTo>
                  <a:pt x="9226047" y="4044274"/>
                </a:lnTo>
                <a:lnTo>
                  <a:pt x="9233919" y="4040338"/>
                </a:lnTo>
                <a:lnTo>
                  <a:pt x="9245727" y="4038370"/>
                </a:lnTo>
                <a:lnTo>
                  <a:pt x="9251631" y="4056083"/>
                </a:lnTo>
                <a:lnTo>
                  <a:pt x="9269343" y="4075763"/>
                </a:lnTo>
                <a:lnTo>
                  <a:pt x="9281151" y="4085603"/>
                </a:lnTo>
                <a:lnTo>
                  <a:pt x="9296896" y="4109219"/>
                </a:lnTo>
                <a:lnTo>
                  <a:pt x="9312640" y="4132835"/>
                </a:lnTo>
                <a:lnTo>
                  <a:pt x="9320512" y="4121027"/>
                </a:lnTo>
                <a:lnTo>
                  <a:pt x="9320512" y="4124963"/>
                </a:lnTo>
                <a:lnTo>
                  <a:pt x="9314608" y="4170228"/>
                </a:lnTo>
                <a:lnTo>
                  <a:pt x="9320512" y="4185972"/>
                </a:lnTo>
                <a:lnTo>
                  <a:pt x="9334288" y="4199748"/>
                </a:lnTo>
                <a:lnTo>
                  <a:pt x="9326416" y="4219428"/>
                </a:lnTo>
                <a:lnTo>
                  <a:pt x="9326416" y="4256820"/>
                </a:lnTo>
                <a:lnTo>
                  <a:pt x="9320512" y="4280436"/>
                </a:lnTo>
                <a:lnTo>
                  <a:pt x="9320512" y="4302085"/>
                </a:lnTo>
                <a:lnTo>
                  <a:pt x="9320512" y="4309957"/>
                </a:lnTo>
                <a:lnTo>
                  <a:pt x="9308704" y="4325701"/>
                </a:lnTo>
                <a:lnTo>
                  <a:pt x="9308704" y="4337509"/>
                </a:lnTo>
                <a:lnTo>
                  <a:pt x="9300832" y="4347349"/>
                </a:lnTo>
                <a:lnTo>
                  <a:pt x="9269343" y="4386709"/>
                </a:lnTo>
                <a:lnTo>
                  <a:pt x="9269343" y="4398518"/>
                </a:lnTo>
                <a:lnTo>
                  <a:pt x="9251631" y="4428038"/>
                </a:lnTo>
                <a:lnTo>
                  <a:pt x="9251631" y="4439846"/>
                </a:lnTo>
                <a:lnTo>
                  <a:pt x="9229983" y="4485110"/>
                </a:lnTo>
                <a:lnTo>
                  <a:pt x="9231951" y="4510695"/>
                </a:lnTo>
                <a:lnTo>
                  <a:pt x="9229983" y="4524471"/>
                </a:lnTo>
                <a:lnTo>
                  <a:pt x="9184719" y="4536279"/>
                </a:lnTo>
                <a:lnTo>
                  <a:pt x="9168975" y="4542183"/>
                </a:lnTo>
                <a:lnTo>
                  <a:pt x="9157167" y="4555959"/>
                </a:lnTo>
                <a:lnTo>
                  <a:pt x="9153230" y="4567767"/>
                </a:lnTo>
                <a:lnTo>
                  <a:pt x="9133550" y="4573671"/>
                </a:lnTo>
                <a:lnTo>
                  <a:pt x="9111902" y="4579575"/>
                </a:lnTo>
                <a:lnTo>
                  <a:pt x="9100094" y="4561863"/>
                </a:lnTo>
                <a:lnTo>
                  <a:pt x="9100094" y="4548087"/>
                </a:lnTo>
                <a:lnTo>
                  <a:pt x="9076478" y="4546119"/>
                </a:lnTo>
                <a:lnTo>
                  <a:pt x="9066638" y="4557927"/>
                </a:lnTo>
                <a:lnTo>
                  <a:pt x="9050894" y="4569735"/>
                </a:lnTo>
                <a:lnTo>
                  <a:pt x="9054830" y="4585479"/>
                </a:lnTo>
                <a:lnTo>
                  <a:pt x="9001693" y="4567767"/>
                </a:lnTo>
                <a:lnTo>
                  <a:pt x="8993821" y="4567767"/>
                </a:lnTo>
                <a:lnTo>
                  <a:pt x="8989885" y="4567767"/>
                </a:lnTo>
                <a:lnTo>
                  <a:pt x="8982013" y="4557927"/>
                </a:lnTo>
                <a:lnTo>
                  <a:pt x="8968237" y="4555959"/>
                </a:lnTo>
                <a:lnTo>
                  <a:pt x="8952493" y="4548087"/>
                </a:lnTo>
                <a:lnTo>
                  <a:pt x="8948557" y="4530375"/>
                </a:lnTo>
                <a:lnTo>
                  <a:pt x="8932813" y="4518567"/>
                </a:lnTo>
                <a:lnTo>
                  <a:pt x="8940685" y="4502822"/>
                </a:lnTo>
                <a:lnTo>
                  <a:pt x="8928877" y="4489046"/>
                </a:lnTo>
                <a:lnTo>
                  <a:pt x="8921004" y="4477238"/>
                </a:lnTo>
                <a:lnTo>
                  <a:pt x="8899356" y="4469366"/>
                </a:lnTo>
                <a:lnTo>
                  <a:pt x="8891484" y="4457558"/>
                </a:lnTo>
                <a:lnTo>
                  <a:pt x="8911164" y="4449686"/>
                </a:lnTo>
                <a:lnTo>
                  <a:pt x="8903292" y="4435910"/>
                </a:lnTo>
                <a:lnTo>
                  <a:pt x="8887548" y="4435910"/>
                </a:lnTo>
                <a:lnTo>
                  <a:pt x="8887548" y="4445750"/>
                </a:lnTo>
                <a:lnTo>
                  <a:pt x="8871804" y="4461494"/>
                </a:lnTo>
                <a:lnTo>
                  <a:pt x="8856060" y="4461494"/>
                </a:lnTo>
                <a:lnTo>
                  <a:pt x="8856060" y="4449686"/>
                </a:lnTo>
                <a:lnTo>
                  <a:pt x="8865900" y="4443782"/>
                </a:lnTo>
                <a:lnTo>
                  <a:pt x="8871804" y="4435910"/>
                </a:lnTo>
                <a:lnTo>
                  <a:pt x="8875740" y="4416230"/>
                </a:lnTo>
                <a:lnTo>
                  <a:pt x="8887548" y="4400486"/>
                </a:lnTo>
                <a:lnTo>
                  <a:pt x="8891484" y="4378837"/>
                </a:lnTo>
                <a:lnTo>
                  <a:pt x="8875740" y="4378837"/>
                </a:lnTo>
                <a:lnTo>
                  <a:pt x="8871804" y="4388677"/>
                </a:lnTo>
                <a:lnTo>
                  <a:pt x="8865900" y="4394582"/>
                </a:lnTo>
                <a:lnTo>
                  <a:pt x="8838348" y="4424102"/>
                </a:lnTo>
                <a:lnTo>
                  <a:pt x="8842284" y="4435910"/>
                </a:lnTo>
                <a:lnTo>
                  <a:pt x="8826540" y="4445750"/>
                </a:lnTo>
                <a:lnTo>
                  <a:pt x="8808827" y="4439846"/>
                </a:lnTo>
                <a:lnTo>
                  <a:pt x="8800955" y="4431974"/>
                </a:lnTo>
                <a:lnTo>
                  <a:pt x="8808827" y="4424102"/>
                </a:lnTo>
                <a:lnTo>
                  <a:pt x="8804891" y="4404422"/>
                </a:lnTo>
                <a:lnTo>
                  <a:pt x="8789147" y="4388677"/>
                </a:lnTo>
                <a:lnTo>
                  <a:pt x="8773403" y="4359157"/>
                </a:lnTo>
                <a:lnTo>
                  <a:pt x="8743883" y="4351285"/>
                </a:lnTo>
                <a:lnTo>
                  <a:pt x="8728139" y="4355221"/>
                </a:lnTo>
                <a:lnTo>
                  <a:pt x="8694683" y="4333573"/>
                </a:lnTo>
                <a:lnTo>
                  <a:pt x="8633674" y="4341445"/>
                </a:lnTo>
                <a:lnTo>
                  <a:pt x="8592346" y="4355221"/>
                </a:lnTo>
                <a:lnTo>
                  <a:pt x="8552985" y="4359157"/>
                </a:lnTo>
                <a:lnTo>
                  <a:pt x="8531337" y="4378837"/>
                </a:lnTo>
                <a:lnTo>
                  <a:pt x="8511657" y="4378837"/>
                </a:lnTo>
                <a:lnTo>
                  <a:pt x="8490009" y="4394582"/>
                </a:lnTo>
                <a:lnTo>
                  <a:pt x="8490009" y="4400486"/>
                </a:lnTo>
                <a:lnTo>
                  <a:pt x="8474265" y="4412294"/>
                </a:lnTo>
                <a:lnTo>
                  <a:pt x="8454584" y="4412294"/>
                </a:lnTo>
                <a:lnTo>
                  <a:pt x="8446712" y="4408358"/>
                </a:lnTo>
                <a:lnTo>
                  <a:pt x="8401448" y="4408358"/>
                </a:lnTo>
                <a:lnTo>
                  <a:pt x="8393576" y="4412294"/>
                </a:lnTo>
                <a:lnTo>
                  <a:pt x="8367992" y="4424102"/>
                </a:lnTo>
                <a:lnTo>
                  <a:pt x="8360120" y="4431974"/>
                </a:lnTo>
                <a:lnTo>
                  <a:pt x="8340439" y="4435910"/>
                </a:lnTo>
                <a:lnTo>
                  <a:pt x="8336503" y="4449686"/>
                </a:lnTo>
                <a:lnTo>
                  <a:pt x="8332567" y="4453622"/>
                </a:lnTo>
                <a:lnTo>
                  <a:pt x="8303047" y="4453622"/>
                </a:lnTo>
                <a:lnTo>
                  <a:pt x="8277463" y="4449686"/>
                </a:lnTo>
                <a:lnTo>
                  <a:pt x="8265655" y="4435910"/>
                </a:lnTo>
                <a:lnTo>
                  <a:pt x="8238103" y="4431974"/>
                </a:lnTo>
                <a:lnTo>
                  <a:pt x="8234167" y="4416230"/>
                </a:lnTo>
                <a:lnTo>
                  <a:pt x="8238103" y="4400486"/>
                </a:lnTo>
                <a:lnTo>
                  <a:pt x="8249911" y="4400486"/>
                </a:lnTo>
                <a:lnTo>
                  <a:pt x="8253847" y="4367029"/>
                </a:lnTo>
                <a:lnTo>
                  <a:pt x="8257783" y="4355221"/>
                </a:lnTo>
                <a:lnTo>
                  <a:pt x="8249911" y="4333573"/>
                </a:lnTo>
                <a:lnTo>
                  <a:pt x="8245975" y="4317829"/>
                </a:lnTo>
                <a:lnTo>
                  <a:pt x="8234167" y="4298149"/>
                </a:lnTo>
                <a:lnTo>
                  <a:pt x="8230230" y="4252884"/>
                </a:lnTo>
                <a:lnTo>
                  <a:pt x="8230230" y="4241076"/>
                </a:lnTo>
                <a:lnTo>
                  <a:pt x="8212518" y="4223364"/>
                </a:lnTo>
                <a:lnTo>
                  <a:pt x="8212518" y="4211556"/>
                </a:lnTo>
                <a:lnTo>
                  <a:pt x="8200710" y="4195812"/>
                </a:lnTo>
                <a:lnTo>
                  <a:pt x="8200710" y="4185972"/>
                </a:lnTo>
                <a:lnTo>
                  <a:pt x="8173158" y="4142675"/>
                </a:lnTo>
                <a:lnTo>
                  <a:pt x="8173158" y="4138739"/>
                </a:lnTo>
                <a:lnTo>
                  <a:pt x="8177094" y="4138739"/>
                </a:lnTo>
                <a:lnTo>
                  <a:pt x="8200710" y="4174164"/>
                </a:lnTo>
                <a:lnTo>
                  <a:pt x="8204646" y="4170228"/>
                </a:lnTo>
                <a:lnTo>
                  <a:pt x="8196774" y="4154483"/>
                </a:lnTo>
                <a:lnTo>
                  <a:pt x="8192838" y="4142675"/>
                </a:lnTo>
                <a:lnTo>
                  <a:pt x="8200710" y="4142675"/>
                </a:lnTo>
                <a:lnTo>
                  <a:pt x="8208582" y="4162355"/>
                </a:lnTo>
                <a:lnTo>
                  <a:pt x="8212518" y="4158419"/>
                </a:lnTo>
                <a:lnTo>
                  <a:pt x="8216454" y="4150547"/>
                </a:lnTo>
                <a:lnTo>
                  <a:pt x="8200710" y="4117091"/>
                </a:lnTo>
                <a:lnTo>
                  <a:pt x="8192838" y="4093475"/>
                </a:lnTo>
                <a:lnTo>
                  <a:pt x="8208582" y="4030498"/>
                </a:lnTo>
                <a:lnTo>
                  <a:pt x="8212518" y="4022626"/>
                </a:lnTo>
                <a:lnTo>
                  <a:pt x="8216454" y="4026562"/>
                </a:lnTo>
                <a:lnTo>
                  <a:pt x="8220390" y="4038370"/>
                </a:lnTo>
                <a:lnTo>
                  <a:pt x="8234167" y="4018690"/>
                </a:lnTo>
                <a:lnTo>
                  <a:pt x="8253847" y="4010818"/>
                </a:lnTo>
                <a:lnTo>
                  <a:pt x="8257783" y="4010818"/>
                </a:lnTo>
                <a:lnTo>
                  <a:pt x="8281399" y="3987202"/>
                </a:lnTo>
                <a:lnTo>
                  <a:pt x="8295175" y="3985234"/>
                </a:lnTo>
                <a:lnTo>
                  <a:pt x="8303047" y="3991138"/>
                </a:lnTo>
                <a:lnTo>
                  <a:pt x="8314855" y="3991138"/>
                </a:lnTo>
                <a:lnTo>
                  <a:pt x="8332567" y="3977362"/>
                </a:lnTo>
                <a:lnTo>
                  <a:pt x="8348312" y="3973426"/>
                </a:lnTo>
                <a:lnTo>
                  <a:pt x="8356184" y="3965554"/>
                </a:lnTo>
                <a:lnTo>
                  <a:pt x="8387672" y="3961618"/>
                </a:lnTo>
                <a:lnTo>
                  <a:pt x="8393576" y="3957682"/>
                </a:lnTo>
                <a:lnTo>
                  <a:pt x="8421128" y="3938001"/>
                </a:lnTo>
                <a:lnTo>
                  <a:pt x="8429000" y="3932097"/>
                </a:lnTo>
                <a:lnTo>
                  <a:pt x="8446712" y="3910449"/>
                </a:lnTo>
                <a:lnTo>
                  <a:pt x="8436872" y="3906513"/>
                </a:lnTo>
                <a:lnTo>
                  <a:pt x="8440808" y="3888801"/>
                </a:lnTo>
                <a:lnTo>
                  <a:pt x="8446712" y="3873057"/>
                </a:lnTo>
                <a:lnTo>
                  <a:pt x="8458520" y="3861249"/>
                </a:lnTo>
                <a:lnTo>
                  <a:pt x="8474265" y="3876993"/>
                </a:lnTo>
                <a:lnTo>
                  <a:pt x="8490009" y="3876993"/>
                </a:lnTo>
                <a:lnTo>
                  <a:pt x="8482137" y="3867153"/>
                </a:lnTo>
                <a:lnTo>
                  <a:pt x="8486073" y="3861249"/>
                </a:lnTo>
                <a:lnTo>
                  <a:pt x="8491977" y="3861249"/>
                </a:lnTo>
                <a:lnTo>
                  <a:pt x="8503785" y="3861249"/>
                </a:lnTo>
                <a:lnTo>
                  <a:pt x="8507721" y="3827792"/>
                </a:lnTo>
                <a:lnTo>
                  <a:pt x="8527401" y="3827792"/>
                </a:lnTo>
                <a:lnTo>
                  <a:pt x="8527401" y="3812048"/>
                </a:lnTo>
                <a:lnTo>
                  <a:pt x="8543145" y="3800240"/>
                </a:lnTo>
                <a:lnTo>
                  <a:pt x="8552985" y="3804176"/>
                </a:lnTo>
                <a:lnTo>
                  <a:pt x="8564793" y="3788432"/>
                </a:lnTo>
                <a:lnTo>
                  <a:pt x="8572665" y="3788432"/>
                </a:lnTo>
                <a:lnTo>
                  <a:pt x="8584474" y="3784496"/>
                </a:lnTo>
                <a:lnTo>
                  <a:pt x="8594314" y="3780560"/>
                </a:lnTo>
                <a:lnTo>
                  <a:pt x="8613994" y="3823856"/>
                </a:lnTo>
                <a:lnTo>
                  <a:pt x="8625802" y="3815984"/>
                </a:lnTo>
                <a:lnTo>
                  <a:pt x="8633674" y="3815984"/>
                </a:lnTo>
                <a:lnTo>
                  <a:pt x="8633674" y="3823856"/>
                </a:lnTo>
                <a:lnTo>
                  <a:pt x="8641546" y="3823856"/>
                </a:lnTo>
                <a:lnTo>
                  <a:pt x="8651386" y="3823856"/>
                </a:lnTo>
                <a:lnTo>
                  <a:pt x="8659258" y="3835665"/>
                </a:lnTo>
                <a:lnTo>
                  <a:pt x="8663194" y="3827792"/>
                </a:lnTo>
                <a:lnTo>
                  <a:pt x="8663194" y="3815984"/>
                </a:lnTo>
                <a:lnTo>
                  <a:pt x="8649418" y="3800240"/>
                </a:lnTo>
                <a:lnTo>
                  <a:pt x="8659258" y="3774656"/>
                </a:lnTo>
                <a:lnTo>
                  <a:pt x="8667130" y="3766784"/>
                </a:lnTo>
                <a:lnTo>
                  <a:pt x="8667130" y="3758912"/>
                </a:lnTo>
                <a:lnTo>
                  <a:pt x="8682874" y="3739232"/>
                </a:lnTo>
                <a:lnTo>
                  <a:pt x="8698619" y="3739232"/>
                </a:lnTo>
                <a:lnTo>
                  <a:pt x="8736011" y="3739232"/>
                </a:lnTo>
                <a:lnTo>
                  <a:pt x="8739947" y="3729392"/>
                </a:lnTo>
                <a:lnTo>
                  <a:pt x="8716331" y="3717583"/>
                </a:lnTo>
                <a:lnTo>
                  <a:pt x="8716331" y="3709711"/>
                </a:lnTo>
                <a:lnTo>
                  <a:pt x="8743883" y="3713647"/>
                </a:lnTo>
                <a:lnTo>
                  <a:pt x="8757659" y="3721520"/>
                </a:lnTo>
                <a:lnTo>
                  <a:pt x="8789147" y="3725456"/>
                </a:lnTo>
                <a:lnTo>
                  <a:pt x="8804891" y="3731360"/>
                </a:lnTo>
                <a:lnTo>
                  <a:pt x="8830476" y="3731360"/>
                </a:lnTo>
                <a:lnTo>
                  <a:pt x="8838348" y="3735296"/>
                </a:lnTo>
                <a:lnTo>
                  <a:pt x="8850156" y="3731360"/>
                </a:lnTo>
                <a:lnTo>
                  <a:pt x="8856060" y="3735296"/>
                </a:lnTo>
                <a:lnTo>
                  <a:pt x="8856060" y="3747104"/>
                </a:lnTo>
                <a:lnTo>
                  <a:pt x="8854092" y="3762848"/>
                </a:lnTo>
                <a:lnTo>
                  <a:pt x="8850156" y="3766784"/>
                </a:lnTo>
                <a:lnTo>
                  <a:pt x="8830476" y="3774656"/>
                </a:lnTo>
                <a:lnTo>
                  <a:pt x="8830476" y="3800240"/>
                </a:lnTo>
                <a:lnTo>
                  <a:pt x="8822604" y="3804176"/>
                </a:lnTo>
                <a:lnTo>
                  <a:pt x="8818668" y="3819920"/>
                </a:lnTo>
                <a:lnTo>
                  <a:pt x="8830476" y="3823856"/>
                </a:lnTo>
                <a:lnTo>
                  <a:pt x="8842284" y="3831729"/>
                </a:lnTo>
                <a:lnTo>
                  <a:pt x="8850156" y="3837633"/>
                </a:lnTo>
                <a:lnTo>
                  <a:pt x="8865900" y="3837633"/>
                </a:lnTo>
                <a:lnTo>
                  <a:pt x="8867868" y="3845505"/>
                </a:lnTo>
                <a:lnTo>
                  <a:pt x="8891484" y="3865185"/>
                </a:lnTo>
                <a:lnTo>
                  <a:pt x="8913132" y="3873057"/>
                </a:lnTo>
                <a:lnTo>
                  <a:pt x="8921004" y="3878961"/>
                </a:lnTo>
                <a:lnTo>
                  <a:pt x="8936749" y="3888801"/>
                </a:lnTo>
                <a:lnTo>
                  <a:pt x="8964301" y="3894705"/>
                </a:lnTo>
                <a:lnTo>
                  <a:pt x="8978077" y="3878961"/>
                </a:lnTo>
                <a:lnTo>
                  <a:pt x="8985949" y="3835665"/>
                </a:lnTo>
                <a:lnTo>
                  <a:pt x="8993821" y="3804176"/>
                </a:lnTo>
                <a:lnTo>
                  <a:pt x="8997757" y="3792368"/>
                </a:lnTo>
                <a:lnTo>
                  <a:pt x="8989885" y="3780560"/>
                </a:lnTo>
                <a:lnTo>
                  <a:pt x="8989885" y="3766784"/>
                </a:lnTo>
                <a:lnTo>
                  <a:pt x="8997757" y="3758912"/>
                </a:lnTo>
                <a:lnTo>
                  <a:pt x="9001693" y="3754976"/>
                </a:lnTo>
                <a:lnTo>
                  <a:pt x="8989885" y="3743168"/>
                </a:lnTo>
                <a:lnTo>
                  <a:pt x="8997757" y="3731360"/>
                </a:lnTo>
                <a:lnTo>
                  <a:pt x="9005629" y="3725456"/>
                </a:lnTo>
                <a:lnTo>
                  <a:pt x="9009565" y="3713647"/>
                </a:lnTo>
                <a:lnTo>
                  <a:pt x="9013501" y="3693967"/>
                </a:lnTo>
                <a:close/>
                <a:moveTo>
                  <a:pt x="9312640" y="3686095"/>
                </a:moveTo>
                <a:lnTo>
                  <a:pt x="9314608" y="3695935"/>
                </a:lnTo>
                <a:lnTo>
                  <a:pt x="9308704" y="3699871"/>
                </a:lnTo>
                <a:lnTo>
                  <a:pt x="9300832" y="3695935"/>
                </a:lnTo>
                <a:lnTo>
                  <a:pt x="9300832" y="3691999"/>
                </a:lnTo>
                <a:close/>
                <a:moveTo>
                  <a:pt x="3087812" y="3686094"/>
                </a:moveTo>
                <a:lnTo>
                  <a:pt x="3058291" y="3693966"/>
                </a:lnTo>
                <a:lnTo>
                  <a:pt x="3042547" y="3721518"/>
                </a:lnTo>
                <a:lnTo>
                  <a:pt x="2989411" y="3727422"/>
                </a:lnTo>
                <a:lnTo>
                  <a:pt x="2969749" y="3723209"/>
                </a:lnTo>
                <a:lnTo>
                  <a:pt x="2990665" y="3729185"/>
                </a:lnTo>
                <a:lnTo>
                  <a:pt x="2989432" y="3727424"/>
                </a:lnTo>
                <a:lnTo>
                  <a:pt x="3042569" y="3721520"/>
                </a:lnTo>
                <a:lnTo>
                  <a:pt x="3058314" y="3693967"/>
                </a:lnTo>
                <a:lnTo>
                  <a:pt x="3087820" y="3686099"/>
                </a:lnTo>
                <a:close/>
                <a:moveTo>
                  <a:pt x="9550770" y="3678222"/>
                </a:moveTo>
                <a:lnTo>
                  <a:pt x="9562578" y="3678222"/>
                </a:lnTo>
                <a:lnTo>
                  <a:pt x="9574386" y="3682158"/>
                </a:lnTo>
                <a:lnTo>
                  <a:pt x="9574386" y="3695934"/>
                </a:lnTo>
                <a:lnTo>
                  <a:pt x="9566514" y="3699870"/>
                </a:lnTo>
                <a:lnTo>
                  <a:pt x="9550770" y="3688062"/>
                </a:lnTo>
                <a:close/>
                <a:moveTo>
                  <a:pt x="2893517" y="3677723"/>
                </a:moveTo>
                <a:lnTo>
                  <a:pt x="2902821" y="3688062"/>
                </a:lnTo>
                <a:lnTo>
                  <a:pt x="2955959" y="3684126"/>
                </a:lnTo>
                <a:lnTo>
                  <a:pt x="2959895" y="3688062"/>
                </a:lnTo>
                <a:lnTo>
                  <a:pt x="2960093" y="3689750"/>
                </a:lnTo>
                <a:lnTo>
                  <a:pt x="2959890" y="3686094"/>
                </a:lnTo>
                <a:lnTo>
                  <a:pt x="2955954" y="3682158"/>
                </a:lnTo>
                <a:lnTo>
                  <a:pt x="2902818" y="3686094"/>
                </a:lnTo>
                <a:close/>
                <a:moveTo>
                  <a:pt x="5935514" y="3672316"/>
                </a:moveTo>
                <a:lnTo>
                  <a:pt x="5935522" y="3672319"/>
                </a:lnTo>
                <a:lnTo>
                  <a:pt x="5945362" y="3699872"/>
                </a:lnTo>
                <a:lnTo>
                  <a:pt x="5949298" y="3733328"/>
                </a:lnTo>
                <a:lnTo>
                  <a:pt x="5945362" y="3770720"/>
                </a:lnTo>
                <a:lnTo>
                  <a:pt x="5945373" y="3770734"/>
                </a:lnTo>
                <a:lnTo>
                  <a:pt x="5945363" y="3770720"/>
                </a:lnTo>
                <a:lnTo>
                  <a:pt x="5949299" y="3733328"/>
                </a:lnTo>
                <a:lnTo>
                  <a:pt x="5986691" y="3737264"/>
                </a:lnTo>
                <a:lnTo>
                  <a:pt x="6006371" y="3741200"/>
                </a:lnTo>
                <a:lnTo>
                  <a:pt x="6007305" y="3740992"/>
                </a:lnTo>
                <a:lnTo>
                  <a:pt x="5988659" y="3737263"/>
                </a:lnTo>
                <a:lnTo>
                  <a:pt x="5951267" y="3733327"/>
                </a:lnTo>
                <a:lnTo>
                  <a:pt x="5947331" y="3699871"/>
                </a:lnTo>
                <a:lnTo>
                  <a:pt x="5935523" y="3672319"/>
                </a:lnTo>
                <a:close/>
                <a:moveTo>
                  <a:pt x="9253599" y="3664446"/>
                </a:moveTo>
                <a:lnTo>
                  <a:pt x="9263439" y="3676254"/>
                </a:lnTo>
                <a:lnTo>
                  <a:pt x="9263439" y="3682158"/>
                </a:lnTo>
                <a:lnTo>
                  <a:pt x="9253599" y="3682158"/>
                </a:lnTo>
                <a:lnTo>
                  <a:pt x="9253599" y="3676254"/>
                </a:lnTo>
                <a:lnTo>
                  <a:pt x="9251631" y="3668382"/>
                </a:lnTo>
                <a:close/>
                <a:moveTo>
                  <a:pt x="5786480" y="3657098"/>
                </a:moveTo>
                <a:lnTo>
                  <a:pt x="5778081" y="3664447"/>
                </a:lnTo>
                <a:lnTo>
                  <a:pt x="5766273" y="3729392"/>
                </a:lnTo>
                <a:lnTo>
                  <a:pt x="5782017" y="3749072"/>
                </a:lnTo>
                <a:lnTo>
                  <a:pt x="5793825" y="3749072"/>
                </a:lnTo>
                <a:lnTo>
                  <a:pt x="5801697" y="3737264"/>
                </a:lnTo>
                <a:lnTo>
                  <a:pt x="5813505" y="3745136"/>
                </a:lnTo>
                <a:lnTo>
                  <a:pt x="5813505" y="3743168"/>
                </a:lnTo>
                <a:lnTo>
                  <a:pt x="5801697" y="3735296"/>
                </a:lnTo>
                <a:lnTo>
                  <a:pt x="5793825" y="3747104"/>
                </a:lnTo>
                <a:lnTo>
                  <a:pt x="5783985" y="3747104"/>
                </a:lnTo>
                <a:lnTo>
                  <a:pt x="5768241" y="3727424"/>
                </a:lnTo>
                <a:lnTo>
                  <a:pt x="5780049" y="3664447"/>
                </a:lnTo>
                <a:close/>
                <a:moveTo>
                  <a:pt x="8352247" y="3652638"/>
                </a:moveTo>
                <a:lnTo>
                  <a:pt x="8379799" y="3660510"/>
                </a:lnTo>
                <a:lnTo>
                  <a:pt x="8401447" y="3678222"/>
                </a:lnTo>
                <a:lnTo>
                  <a:pt x="8393575" y="3682158"/>
                </a:lnTo>
                <a:lnTo>
                  <a:pt x="8367991" y="3674286"/>
                </a:lnTo>
                <a:lnTo>
                  <a:pt x="8348311" y="3660510"/>
                </a:lnTo>
                <a:close/>
                <a:moveTo>
                  <a:pt x="9501570" y="3650670"/>
                </a:moveTo>
                <a:lnTo>
                  <a:pt x="9517314" y="3650670"/>
                </a:lnTo>
                <a:lnTo>
                  <a:pt x="9529122" y="3658542"/>
                </a:lnTo>
                <a:lnTo>
                  <a:pt x="9517314" y="3664446"/>
                </a:lnTo>
                <a:lnTo>
                  <a:pt x="9501570" y="3654606"/>
                </a:lnTo>
                <a:close/>
                <a:moveTo>
                  <a:pt x="9529122" y="3625086"/>
                </a:moveTo>
                <a:lnTo>
                  <a:pt x="9540930" y="3629022"/>
                </a:lnTo>
                <a:lnTo>
                  <a:pt x="9560610" y="3656574"/>
                </a:lnTo>
                <a:lnTo>
                  <a:pt x="9556674" y="3664446"/>
                </a:lnTo>
                <a:lnTo>
                  <a:pt x="9548802" y="3660510"/>
                </a:lnTo>
                <a:lnTo>
                  <a:pt x="9529122" y="3640830"/>
                </a:lnTo>
                <a:lnTo>
                  <a:pt x="9525186" y="3632958"/>
                </a:lnTo>
                <a:close/>
                <a:moveTo>
                  <a:pt x="8574634" y="3625086"/>
                </a:moveTo>
                <a:lnTo>
                  <a:pt x="8578570" y="3632958"/>
                </a:lnTo>
                <a:lnTo>
                  <a:pt x="8570698" y="3640830"/>
                </a:lnTo>
                <a:lnTo>
                  <a:pt x="8545114" y="3652638"/>
                </a:lnTo>
                <a:lnTo>
                  <a:pt x="8531338" y="3656574"/>
                </a:lnTo>
                <a:lnTo>
                  <a:pt x="8519529" y="3670350"/>
                </a:lnTo>
                <a:lnTo>
                  <a:pt x="8493945" y="3678222"/>
                </a:lnTo>
                <a:lnTo>
                  <a:pt x="8482137" y="3678222"/>
                </a:lnTo>
                <a:lnTo>
                  <a:pt x="8478201" y="3670350"/>
                </a:lnTo>
                <a:lnTo>
                  <a:pt x="8493945" y="3656574"/>
                </a:lnTo>
                <a:lnTo>
                  <a:pt x="8503785" y="3652638"/>
                </a:lnTo>
                <a:lnTo>
                  <a:pt x="8527401" y="3632958"/>
                </a:lnTo>
                <a:close/>
                <a:moveTo>
                  <a:pt x="8393576" y="3625086"/>
                </a:moveTo>
                <a:lnTo>
                  <a:pt x="8434905" y="3629022"/>
                </a:lnTo>
                <a:lnTo>
                  <a:pt x="8438841" y="3636894"/>
                </a:lnTo>
                <a:lnTo>
                  <a:pt x="8430969" y="3640830"/>
                </a:lnTo>
                <a:lnTo>
                  <a:pt x="8373896" y="3640830"/>
                </a:lnTo>
                <a:lnTo>
                  <a:pt x="8366024" y="3636894"/>
                </a:lnTo>
                <a:close/>
                <a:moveTo>
                  <a:pt x="8271559" y="3623118"/>
                </a:moveTo>
                <a:lnTo>
                  <a:pt x="8283367" y="3634926"/>
                </a:lnTo>
                <a:lnTo>
                  <a:pt x="8303047" y="3630990"/>
                </a:lnTo>
                <a:lnTo>
                  <a:pt x="8314856" y="3630990"/>
                </a:lnTo>
                <a:lnTo>
                  <a:pt x="8318792" y="3627054"/>
                </a:lnTo>
                <a:lnTo>
                  <a:pt x="8352248" y="3623118"/>
                </a:lnTo>
                <a:lnTo>
                  <a:pt x="8356184" y="3634926"/>
                </a:lnTo>
                <a:lnTo>
                  <a:pt x="8348312" y="3642798"/>
                </a:lnTo>
                <a:lnTo>
                  <a:pt x="8295175" y="3650670"/>
                </a:lnTo>
                <a:lnTo>
                  <a:pt x="8267623" y="3642798"/>
                </a:lnTo>
                <a:lnTo>
                  <a:pt x="8259751" y="3634926"/>
                </a:lnTo>
                <a:close/>
                <a:moveTo>
                  <a:pt x="8523465" y="3619182"/>
                </a:moveTo>
                <a:lnTo>
                  <a:pt x="8523465" y="3627054"/>
                </a:lnTo>
                <a:lnTo>
                  <a:pt x="8507721" y="3632958"/>
                </a:lnTo>
                <a:lnTo>
                  <a:pt x="8491977" y="3632958"/>
                </a:lnTo>
                <a:lnTo>
                  <a:pt x="8491977" y="3629022"/>
                </a:lnTo>
                <a:lnTo>
                  <a:pt x="8507721" y="3623118"/>
                </a:lnTo>
                <a:close/>
                <a:moveTo>
                  <a:pt x="8484104" y="3619182"/>
                </a:moveTo>
                <a:lnTo>
                  <a:pt x="8484104" y="3627054"/>
                </a:lnTo>
                <a:lnTo>
                  <a:pt x="8470328" y="3632958"/>
                </a:lnTo>
                <a:lnTo>
                  <a:pt x="8466392" y="3629022"/>
                </a:lnTo>
                <a:lnTo>
                  <a:pt x="8474264" y="3623118"/>
                </a:lnTo>
                <a:close/>
                <a:moveTo>
                  <a:pt x="8458520" y="3619182"/>
                </a:moveTo>
                <a:lnTo>
                  <a:pt x="8466392" y="3623118"/>
                </a:lnTo>
                <a:lnTo>
                  <a:pt x="8450648" y="3632958"/>
                </a:lnTo>
                <a:lnTo>
                  <a:pt x="8442776" y="3632958"/>
                </a:lnTo>
                <a:close/>
                <a:moveTo>
                  <a:pt x="8222358" y="3619182"/>
                </a:moveTo>
                <a:lnTo>
                  <a:pt x="8245974" y="3619182"/>
                </a:lnTo>
                <a:lnTo>
                  <a:pt x="8249910" y="3634926"/>
                </a:lnTo>
                <a:lnTo>
                  <a:pt x="8238102" y="3636894"/>
                </a:lnTo>
                <a:lnTo>
                  <a:pt x="8222358" y="3634926"/>
                </a:lnTo>
                <a:close/>
                <a:moveTo>
                  <a:pt x="8653354" y="3611310"/>
                </a:moveTo>
                <a:lnTo>
                  <a:pt x="8663194" y="3611310"/>
                </a:lnTo>
                <a:lnTo>
                  <a:pt x="8663194" y="3619182"/>
                </a:lnTo>
                <a:lnTo>
                  <a:pt x="8657290" y="3623118"/>
                </a:lnTo>
                <a:lnTo>
                  <a:pt x="8653354" y="3615246"/>
                </a:lnTo>
                <a:close/>
                <a:moveTo>
                  <a:pt x="8564793" y="3603438"/>
                </a:moveTo>
                <a:lnTo>
                  <a:pt x="8568729" y="3607374"/>
                </a:lnTo>
                <a:lnTo>
                  <a:pt x="8564793" y="3615246"/>
                </a:lnTo>
                <a:lnTo>
                  <a:pt x="8545113" y="3619182"/>
                </a:lnTo>
                <a:lnTo>
                  <a:pt x="8545113" y="3611310"/>
                </a:lnTo>
                <a:close/>
                <a:moveTo>
                  <a:pt x="5528142" y="3603135"/>
                </a:moveTo>
                <a:lnTo>
                  <a:pt x="5524206" y="3603438"/>
                </a:lnTo>
                <a:lnTo>
                  <a:pt x="5524206" y="3625251"/>
                </a:lnTo>
                <a:lnTo>
                  <a:pt x="5526174" y="3625087"/>
                </a:lnTo>
                <a:lnTo>
                  <a:pt x="5526174" y="3603438"/>
                </a:lnTo>
                <a:close/>
                <a:moveTo>
                  <a:pt x="9472049" y="3595566"/>
                </a:moveTo>
                <a:lnTo>
                  <a:pt x="9495665" y="3611310"/>
                </a:lnTo>
                <a:lnTo>
                  <a:pt x="9511409" y="3625086"/>
                </a:lnTo>
                <a:lnTo>
                  <a:pt x="9501569" y="3625086"/>
                </a:lnTo>
                <a:lnTo>
                  <a:pt x="9464177" y="3611310"/>
                </a:lnTo>
                <a:lnTo>
                  <a:pt x="9462209" y="3599502"/>
                </a:lnTo>
                <a:close/>
                <a:moveTo>
                  <a:pt x="8893452" y="3595566"/>
                </a:moveTo>
                <a:lnTo>
                  <a:pt x="8905260" y="3595566"/>
                </a:lnTo>
                <a:lnTo>
                  <a:pt x="8913132" y="3607374"/>
                </a:lnTo>
                <a:lnTo>
                  <a:pt x="8913132" y="3621150"/>
                </a:lnTo>
                <a:lnTo>
                  <a:pt x="8883612" y="3625086"/>
                </a:lnTo>
                <a:lnTo>
                  <a:pt x="8879676" y="3619182"/>
                </a:lnTo>
                <a:close/>
                <a:moveTo>
                  <a:pt x="8708458" y="3595566"/>
                </a:moveTo>
                <a:lnTo>
                  <a:pt x="8708458" y="3603438"/>
                </a:lnTo>
                <a:lnTo>
                  <a:pt x="8704522" y="3615246"/>
                </a:lnTo>
                <a:lnTo>
                  <a:pt x="8694682" y="3619182"/>
                </a:lnTo>
                <a:lnTo>
                  <a:pt x="8694682" y="3611310"/>
                </a:lnTo>
                <a:close/>
                <a:moveTo>
                  <a:pt x="8214486" y="3587694"/>
                </a:moveTo>
                <a:lnTo>
                  <a:pt x="8210550" y="3595566"/>
                </a:lnTo>
                <a:lnTo>
                  <a:pt x="8173158" y="3595566"/>
                </a:lnTo>
                <a:lnTo>
                  <a:pt x="8173158" y="3591630"/>
                </a:lnTo>
                <a:close/>
                <a:moveTo>
                  <a:pt x="9411041" y="3573918"/>
                </a:moveTo>
                <a:lnTo>
                  <a:pt x="9426785" y="3577854"/>
                </a:lnTo>
                <a:lnTo>
                  <a:pt x="9434657" y="3589662"/>
                </a:lnTo>
                <a:lnTo>
                  <a:pt x="9426785" y="3595566"/>
                </a:lnTo>
                <a:lnTo>
                  <a:pt x="9409073" y="3581790"/>
                </a:lnTo>
                <a:close/>
                <a:moveTo>
                  <a:pt x="8785211" y="3566045"/>
                </a:moveTo>
                <a:lnTo>
                  <a:pt x="8793083" y="3573917"/>
                </a:lnTo>
                <a:lnTo>
                  <a:pt x="8781275" y="3579821"/>
                </a:lnTo>
                <a:lnTo>
                  <a:pt x="8777339" y="3569981"/>
                </a:lnTo>
                <a:close/>
                <a:moveTo>
                  <a:pt x="7990132" y="3558173"/>
                </a:moveTo>
                <a:lnTo>
                  <a:pt x="8013748" y="3569981"/>
                </a:lnTo>
                <a:lnTo>
                  <a:pt x="8019652" y="3566045"/>
                </a:lnTo>
                <a:lnTo>
                  <a:pt x="8047205" y="3566045"/>
                </a:lnTo>
                <a:lnTo>
                  <a:pt x="8053109" y="3581790"/>
                </a:lnTo>
                <a:lnTo>
                  <a:pt x="8106245" y="3589662"/>
                </a:lnTo>
                <a:lnTo>
                  <a:pt x="8110181" y="3581790"/>
                </a:lnTo>
                <a:lnTo>
                  <a:pt x="8114117" y="3573917"/>
                </a:lnTo>
                <a:lnTo>
                  <a:pt x="8159382" y="3589662"/>
                </a:lnTo>
                <a:lnTo>
                  <a:pt x="8161350" y="3603438"/>
                </a:lnTo>
                <a:lnTo>
                  <a:pt x="8192838" y="3611310"/>
                </a:lnTo>
                <a:lnTo>
                  <a:pt x="8206614" y="3611310"/>
                </a:lnTo>
                <a:lnTo>
                  <a:pt x="8210550" y="3619182"/>
                </a:lnTo>
                <a:lnTo>
                  <a:pt x="8214486" y="3632958"/>
                </a:lnTo>
                <a:lnTo>
                  <a:pt x="8192838" y="3632958"/>
                </a:lnTo>
                <a:lnTo>
                  <a:pt x="8161350" y="3623118"/>
                </a:lnTo>
                <a:lnTo>
                  <a:pt x="8110181" y="3623118"/>
                </a:lnTo>
                <a:lnTo>
                  <a:pt x="8084597" y="3611310"/>
                </a:lnTo>
                <a:lnTo>
                  <a:pt x="8047205" y="3611310"/>
                </a:lnTo>
                <a:lnTo>
                  <a:pt x="8035396" y="3607374"/>
                </a:lnTo>
                <a:lnTo>
                  <a:pt x="7990132" y="3599502"/>
                </a:lnTo>
                <a:lnTo>
                  <a:pt x="7976356" y="3581790"/>
                </a:lnTo>
                <a:close/>
                <a:moveTo>
                  <a:pt x="8789147" y="3546365"/>
                </a:moveTo>
                <a:lnTo>
                  <a:pt x="8797019" y="3546365"/>
                </a:lnTo>
                <a:lnTo>
                  <a:pt x="8800955" y="3564077"/>
                </a:lnTo>
                <a:lnTo>
                  <a:pt x="8789147" y="3554237"/>
                </a:lnTo>
                <a:close/>
                <a:moveTo>
                  <a:pt x="8737979" y="3546365"/>
                </a:moveTo>
                <a:lnTo>
                  <a:pt x="8747819" y="3546365"/>
                </a:lnTo>
                <a:lnTo>
                  <a:pt x="8751755" y="3554237"/>
                </a:lnTo>
                <a:lnTo>
                  <a:pt x="8737979" y="3558173"/>
                </a:lnTo>
                <a:lnTo>
                  <a:pt x="8730107" y="3552269"/>
                </a:lnTo>
                <a:close/>
                <a:moveTo>
                  <a:pt x="9363808" y="3542429"/>
                </a:moveTo>
                <a:lnTo>
                  <a:pt x="9387424" y="3566045"/>
                </a:lnTo>
                <a:lnTo>
                  <a:pt x="9391360" y="3569981"/>
                </a:lnTo>
                <a:lnTo>
                  <a:pt x="9391360" y="3585725"/>
                </a:lnTo>
                <a:lnTo>
                  <a:pt x="9375616" y="3573917"/>
                </a:lnTo>
                <a:lnTo>
                  <a:pt x="9367744" y="3562109"/>
                </a:lnTo>
                <a:lnTo>
                  <a:pt x="9359872" y="3550301"/>
                </a:lnTo>
                <a:close/>
                <a:moveTo>
                  <a:pt x="6527895" y="3526686"/>
                </a:moveTo>
                <a:lnTo>
                  <a:pt x="6533799" y="3530622"/>
                </a:lnTo>
                <a:lnTo>
                  <a:pt x="6531831" y="3538494"/>
                </a:lnTo>
                <a:lnTo>
                  <a:pt x="6523959" y="3530622"/>
                </a:lnTo>
                <a:close/>
                <a:moveTo>
                  <a:pt x="8448680" y="3526685"/>
                </a:moveTo>
                <a:lnTo>
                  <a:pt x="8452616" y="3532589"/>
                </a:lnTo>
                <a:lnTo>
                  <a:pt x="8446712" y="3536525"/>
                </a:lnTo>
                <a:lnTo>
                  <a:pt x="8446712" y="3540461"/>
                </a:lnTo>
                <a:lnTo>
                  <a:pt x="8438840" y="3540461"/>
                </a:lnTo>
                <a:lnTo>
                  <a:pt x="8442776" y="3528653"/>
                </a:lnTo>
                <a:close/>
                <a:moveTo>
                  <a:pt x="8462456" y="3514877"/>
                </a:moveTo>
                <a:lnTo>
                  <a:pt x="8466392" y="3520781"/>
                </a:lnTo>
                <a:lnTo>
                  <a:pt x="8462456" y="3540461"/>
                </a:lnTo>
                <a:lnTo>
                  <a:pt x="8454584" y="3552269"/>
                </a:lnTo>
                <a:lnTo>
                  <a:pt x="8446712" y="3552269"/>
                </a:lnTo>
                <a:lnTo>
                  <a:pt x="8454584" y="3544397"/>
                </a:lnTo>
                <a:lnTo>
                  <a:pt x="8462456" y="3528653"/>
                </a:lnTo>
                <a:lnTo>
                  <a:pt x="8454584" y="3520781"/>
                </a:lnTo>
                <a:close/>
                <a:moveTo>
                  <a:pt x="2959895" y="3514874"/>
                </a:moveTo>
                <a:lnTo>
                  <a:pt x="2959895" y="3514876"/>
                </a:lnTo>
                <a:lnTo>
                  <a:pt x="2959913" y="3514874"/>
                </a:lnTo>
                <a:close/>
                <a:moveTo>
                  <a:pt x="5421784" y="3508886"/>
                </a:moveTo>
                <a:lnTo>
                  <a:pt x="5417933" y="3522749"/>
                </a:lnTo>
                <a:lnTo>
                  <a:pt x="5392344" y="3535544"/>
                </a:lnTo>
                <a:lnTo>
                  <a:pt x="5417933" y="3524718"/>
                </a:lnTo>
                <a:close/>
                <a:moveTo>
                  <a:pt x="9287056" y="3503069"/>
                </a:moveTo>
                <a:lnTo>
                  <a:pt x="9292960" y="3512909"/>
                </a:lnTo>
                <a:lnTo>
                  <a:pt x="9290992" y="3520782"/>
                </a:lnTo>
                <a:lnTo>
                  <a:pt x="9292960" y="3548334"/>
                </a:lnTo>
                <a:lnTo>
                  <a:pt x="9287056" y="3544398"/>
                </a:lnTo>
                <a:lnTo>
                  <a:pt x="9233919" y="3564078"/>
                </a:lnTo>
                <a:lnTo>
                  <a:pt x="9206367" y="3566046"/>
                </a:lnTo>
                <a:lnTo>
                  <a:pt x="9182751" y="3552270"/>
                </a:lnTo>
                <a:lnTo>
                  <a:pt x="9178815" y="3540462"/>
                </a:lnTo>
                <a:lnTo>
                  <a:pt x="9184719" y="3540462"/>
                </a:lnTo>
                <a:lnTo>
                  <a:pt x="9196527" y="3540462"/>
                </a:lnTo>
                <a:lnTo>
                  <a:pt x="9220143" y="3548334"/>
                </a:lnTo>
                <a:lnTo>
                  <a:pt x="9245728" y="3548334"/>
                </a:lnTo>
                <a:lnTo>
                  <a:pt x="9275248" y="3524718"/>
                </a:lnTo>
                <a:lnTo>
                  <a:pt x="9279184" y="3508973"/>
                </a:lnTo>
                <a:close/>
                <a:moveTo>
                  <a:pt x="5809569" y="3503069"/>
                </a:moveTo>
                <a:lnTo>
                  <a:pt x="5809569" y="3520782"/>
                </a:lnTo>
                <a:lnTo>
                  <a:pt x="5805633" y="3540462"/>
                </a:lnTo>
                <a:lnTo>
                  <a:pt x="5805633" y="3544398"/>
                </a:lnTo>
                <a:lnTo>
                  <a:pt x="5809569" y="3577854"/>
                </a:lnTo>
                <a:lnTo>
                  <a:pt x="5831217" y="3611311"/>
                </a:lnTo>
                <a:lnTo>
                  <a:pt x="5838487" y="3633120"/>
                </a:lnTo>
                <a:lnTo>
                  <a:pt x="5838590" y="3633092"/>
                </a:lnTo>
                <a:lnTo>
                  <a:pt x="5833186" y="3613278"/>
                </a:lnTo>
                <a:lnTo>
                  <a:pt x="5809569" y="3577854"/>
                </a:lnTo>
                <a:lnTo>
                  <a:pt x="5805633" y="3544397"/>
                </a:lnTo>
                <a:lnTo>
                  <a:pt x="5805633" y="3540461"/>
                </a:lnTo>
                <a:lnTo>
                  <a:pt x="5809569" y="3520781"/>
                </a:lnTo>
                <a:lnTo>
                  <a:pt x="5809569" y="3503069"/>
                </a:lnTo>
                <a:close/>
                <a:moveTo>
                  <a:pt x="5301819" y="3493226"/>
                </a:moveTo>
                <a:lnTo>
                  <a:pt x="5301820" y="3493230"/>
                </a:lnTo>
                <a:lnTo>
                  <a:pt x="5324362" y="3515772"/>
                </a:lnTo>
                <a:lnTo>
                  <a:pt x="5325437" y="3514877"/>
                </a:lnTo>
                <a:lnTo>
                  <a:pt x="5301820" y="3493229"/>
                </a:lnTo>
                <a:close/>
                <a:moveTo>
                  <a:pt x="5797755" y="3491228"/>
                </a:moveTo>
                <a:lnTo>
                  <a:pt x="5797761" y="3491261"/>
                </a:lnTo>
                <a:lnTo>
                  <a:pt x="5797764" y="3491264"/>
                </a:lnTo>
                <a:lnTo>
                  <a:pt x="5797761" y="3491261"/>
                </a:lnTo>
                <a:close/>
                <a:moveTo>
                  <a:pt x="5370704" y="3489273"/>
                </a:moveTo>
                <a:lnTo>
                  <a:pt x="5370701" y="3489292"/>
                </a:lnTo>
                <a:lnTo>
                  <a:pt x="5370701" y="3489293"/>
                </a:lnTo>
                <a:close/>
                <a:moveTo>
                  <a:pt x="8271559" y="3479453"/>
                </a:moveTo>
                <a:lnTo>
                  <a:pt x="8271559" y="3497165"/>
                </a:lnTo>
                <a:lnTo>
                  <a:pt x="8263687" y="3497165"/>
                </a:lnTo>
                <a:lnTo>
                  <a:pt x="8263687" y="3487325"/>
                </a:lnTo>
                <a:close/>
                <a:moveTo>
                  <a:pt x="6026053" y="3475523"/>
                </a:moveTo>
                <a:lnTo>
                  <a:pt x="6029706" y="3486482"/>
                </a:lnTo>
                <a:lnTo>
                  <a:pt x="6029987" y="3485358"/>
                </a:lnTo>
                <a:close/>
                <a:moveTo>
                  <a:pt x="8560857" y="3473549"/>
                </a:moveTo>
                <a:lnTo>
                  <a:pt x="8578569" y="3473549"/>
                </a:lnTo>
                <a:lnTo>
                  <a:pt x="8582505" y="3483389"/>
                </a:lnTo>
                <a:lnTo>
                  <a:pt x="8578569" y="3491261"/>
                </a:lnTo>
                <a:lnTo>
                  <a:pt x="8564793" y="3491261"/>
                </a:lnTo>
                <a:lnTo>
                  <a:pt x="8556921" y="3483389"/>
                </a:lnTo>
                <a:close/>
                <a:moveTo>
                  <a:pt x="2940210" y="3471578"/>
                </a:moveTo>
                <a:lnTo>
                  <a:pt x="2883140" y="3475514"/>
                </a:lnTo>
                <a:lnTo>
                  <a:pt x="2883141" y="3475516"/>
                </a:lnTo>
                <a:lnTo>
                  <a:pt x="2940213" y="3471580"/>
                </a:lnTo>
                <a:close/>
                <a:moveTo>
                  <a:pt x="8659259" y="3469613"/>
                </a:moveTo>
                <a:lnTo>
                  <a:pt x="8671067" y="3475517"/>
                </a:lnTo>
                <a:lnTo>
                  <a:pt x="8686811" y="3479453"/>
                </a:lnTo>
                <a:lnTo>
                  <a:pt x="8694683" y="3487325"/>
                </a:lnTo>
                <a:lnTo>
                  <a:pt x="8694683" y="3499133"/>
                </a:lnTo>
                <a:lnTo>
                  <a:pt x="8686811" y="3503069"/>
                </a:lnTo>
                <a:lnTo>
                  <a:pt x="8663195" y="3487325"/>
                </a:lnTo>
                <a:lnTo>
                  <a:pt x="8641546" y="3483389"/>
                </a:lnTo>
                <a:lnTo>
                  <a:pt x="8621866" y="3483389"/>
                </a:lnTo>
                <a:lnTo>
                  <a:pt x="8610058" y="3491261"/>
                </a:lnTo>
                <a:lnTo>
                  <a:pt x="8606122" y="3479453"/>
                </a:lnTo>
                <a:lnTo>
                  <a:pt x="8629738" y="3473549"/>
                </a:lnTo>
                <a:close/>
                <a:moveTo>
                  <a:pt x="5817440" y="3469613"/>
                </a:moveTo>
                <a:lnTo>
                  <a:pt x="5817439" y="3469614"/>
                </a:lnTo>
                <a:lnTo>
                  <a:pt x="5817441" y="3469613"/>
                </a:lnTo>
                <a:close/>
                <a:moveTo>
                  <a:pt x="8976109" y="3463709"/>
                </a:moveTo>
                <a:lnTo>
                  <a:pt x="9001693" y="3475517"/>
                </a:lnTo>
                <a:lnTo>
                  <a:pt x="9046958" y="3489293"/>
                </a:lnTo>
                <a:lnTo>
                  <a:pt x="9062702" y="3493230"/>
                </a:lnTo>
                <a:lnTo>
                  <a:pt x="9088286" y="3512910"/>
                </a:lnTo>
                <a:lnTo>
                  <a:pt x="9107966" y="3522750"/>
                </a:lnTo>
                <a:lnTo>
                  <a:pt x="9111903" y="3546366"/>
                </a:lnTo>
                <a:lnTo>
                  <a:pt x="9157167" y="3566046"/>
                </a:lnTo>
                <a:lnTo>
                  <a:pt x="9163071" y="3569982"/>
                </a:lnTo>
                <a:lnTo>
                  <a:pt x="9163071" y="3579822"/>
                </a:lnTo>
                <a:lnTo>
                  <a:pt x="9145359" y="3583758"/>
                </a:lnTo>
                <a:lnTo>
                  <a:pt x="9145359" y="3591630"/>
                </a:lnTo>
                <a:lnTo>
                  <a:pt x="9161103" y="3611311"/>
                </a:lnTo>
                <a:lnTo>
                  <a:pt x="9174879" y="3615247"/>
                </a:lnTo>
                <a:lnTo>
                  <a:pt x="9174879" y="3629023"/>
                </a:lnTo>
                <a:lnTo>
                  <a:pt x="9190623" y="3648703"/>
                </a:lnTo>
                <a:lnTo>
                  <a:pt x="9208336" y="3656575"/>
                </a:lnTo>
                <a:lnTo>
                  <a:pt x="9245728" y="3676255"/>
                </a:lnTo>
                <a:lnTo>
                  <a:pt x="9251632" y="3690031"/>
                </a:lnTo>
                <a:lnTo>
                  <a:pt x="9243760" y="3690031"/>
                </a:lnTo>
                <a:lnTo>
                  <a:pt x="9216208" y="3684127"/>
                </a:lnTo>
                <a:lnTo>
                  <a:pt x="9194559" y="3676255"/>
                </a:lnTo>
                <a:lnTo>
                  <a:pt x="9167007" y="3676255"/>
                </a:lnTo>
                <a:lnTo>
                  <a:pt x="9153231" y="3668383"/>
                </a:lnTo>
                <a:lnTo>
                  <a:pt x="9145359" y="3648703"/>
                </a:lnTo>
                <a:lnTo>
                  <a:pt x="9129615" y="3640831"/>
                </a:lnTo>
                <a:lnTo>
                  <a:pt x="9121743" y="3623119"/>
                </a:lnTo>
                <a:lnTo>
                  <a:pt x="9107966" y="3619183"/>
                </a:lnTo>
                <a:lnTo>
                  <a:pt x="9076478" y="3607375"/>
                </a:lnTo>
                <a:lnTo>
                  <a:pt x="9058766" y="3607375"/>
                </a:lnTo>
                <a:lnTo>
                  <a:pt x="9062702" y="3623119"/>
                </a:lnTo>
                <a:lnTo>
                  <a:pt x="9035150" y="3623119"/>
                </a:lnTo>
                <a:lnTo>
                  <a:pt x="9031214" y="3629023"/>
                </a:lnTo>
                <a:lnTo>
                  <a:pt x="9046958" y="3640831"/>
                </a:lnTo>
                <a:lnTo>
                  <a:pt x="9035150" y="3652639"/>
                </a:lnTo>
                <a:lnTo>
                  <a:pt x="8982013" y="3652639"/>
                </a:lnTo>
                <a:lnTo>
                  <a:pt x="8980045" y="3591630"/>
                </a:lnTo>
                <a:lnTo>
                  <a:pt x="8972173" y="3579822"/>
                </a:lnTo>
                <a:lnTo>
                  <a:pt x="8968237" y="3569982"/>
                </a:lnTo>
                <a:lnTo>
                  <a:pt x="8980045" y="3558174"/>
                </a:lnTo>
                <a:close/>
                <a:moveTo>
                  <a:pt x="8029492" y="3459773"/>
                </a:moveTo>
                <a:lnTo>
                  <a:pt x="8041300" y="3463709"/>
                </a:lnTo>
                <a:lnTo>
                  <a:pt x="8047204" y="3471581"/>
                </a:lnTo>
                <a:lnTo>
                  <a:pt x="8047204" y="3479453"/>
                </a:lnTo>
                <a:lnTo>
                  <a:pt x="8029492" y="3487325"/>
                </a:lnTo>
                <a:lnTo>
                  <a:pt x="8025556" y="3475517"/>
                </a:lnTo>
                <a:close/>
                <a:moveTo>
                  <a:pt x="5317564" y="3455837"/>
                </a:moveTo>
                <a:lnTo>
                  <a:pt x="5313628" y="3467646"/>
                </a:lnTo>
                <a:lnTo>
                  <a:pt x="5313627" y="3467647"/>
                </a:lnTo>
                <a:lnTo>
                  <a:pt x="5313628" y="3467645"/>
                </a:lnTo>
                <a:close/>
                <a:moveTo>
                  <a:pt x="9228015" y="3455836"/>
                </a:moveTo>
                <a:lnTo>
                  <a:pt x="9239823" y="3455836"/>
                </a:lnTo>
                <a:lnTo>
                  <a:pt x="9249663" y="3459772"/>
                </a:lnTo>
                <a:lnTo>
                  <a:pt x="9265407" y="3463708"/>
                </a:lnTo>
                <a:lnTo>
                  <a:pt x="9285088" y="3475517"/>
                </a:lnTo>
                <a:lnTo>
                  <a:pt x="9300832" y="3491261"/>
                </a:lnTo>
                <a:lnTo>
                  <a:pt x="9310672" y="3497165"/>
                </a:lnTo>
                <a:lnTo>
                  <a:pt x="9314608" y="3518813"/>
                </a:lnTo>
                <a:lnTo>
                  <a:pt x="9308704" y="3520781"/>
                </a:lnTo>
                <a:lnTo>
                  <a:pt x="9290992" y="3495197"/>
                </a:lnTo>
                <a:lnTo>
                  <a:pt x="9285088" y="3491261"/>
                </a:lnTo>
                <a:lnTo>
                  <a:pt x="9273280" y="3475517"/>
                </a:lnTo>
                <a:lnTo>
                  <a:pt x="9249663" y="3471580"/>
                </a:lnTo>
                <a:lnTo>
                  <a:pt x="9228015" y="3463708"/>
                </a:lnTo>
                <a:close/>
                <a:moveTo>
                  <a:pt x="8511657" y="3434188"/>
                </a:moveTo>
                <a:lnTo>
                  <a:pt x="8519529" y="3438124"/>
                </a:lnTo>
                <a:lnTo>
                  <a:pt x="8525433" y="3442060"/>
                </a:lnTo>
                <a:lnTo>
                  <a:pt x="8545113" y="3442060"/>
                </a:lnTo>
                <a:lnTo>
                  <a:pt x="8545113" y="3445996"/>
                </a:lnTo>
                <a:lnTo>
                  <a:pt x="8507721" y="3449932"/>
                </a:lnTo>
                <a:lnTo>
                  <a:pt x="8499849" y="3442060"/>
                </a:lnTo>
                <a:lnTo>
                  <a:pt x="8499849" y="3438124"/>
                </a:lnTo>
                <a:close/>
                <a:moveTo>
                  <a:pt x="7978324" y="3434188"/>
                </a:moveTo>
                <a:lnTo>
                  <a:pt x="8003908" y="3473548"/>
                </a:lnTo>
                <a:lnTo>
                  <a:pt x="7990132" y="3475516"/>
                </a:lnTo>
                <a:lnTo>
                  <a:pt x="7966516" y="3449932"/>
                </a:lnTo>
                <a:lnTo>
                  <a:pt x="7956676" y="3445996"/>
                </a:lnTo>
                <a:lnTo>
                  <a:pt x="7956676" y="3438124"/>
                </a:lnTo>
                <a:close/>
                <a:moveTo>
                  <a:pt x="5368015" y="3430608"/>
                </a:moveTo>
                <a:lnTo>
                  <a:pt x="5370700" y="3434189"/>
                </a:lnTo>
                <a:lnTo>
                  <a:pt x="5376502" y="3437090"/>
                </a:lnTo>
                <a:lnTo>
                  <a:pt x="5376605" y="3436156"/>
                </a:lnTo>
                <a:lnTo>
                  <a:pt x="5370701" y="3432220"/>
                </a:lnTo>
                <a:close/>
                <a:moveTo>
                  <a:pt x="2983516" y="3430261"/>
                </a:moveTo>
                <a:lnTo>
                  <a:pt x="2993009" y="3441653"/>
                </a:lnTo>
                <a:lnTo>
                  <a:pt x="2993347" y="3440092"/>
                </a:lnTo>
                <a:close/>
                <a:moveTo>
                  <a:pt x="8663194" y="3430252"/>
                </a:moveTo>
                <a:lnTo>
                  <a:pt x="8678938" y="3430252"/>
                </a:lnTo>
                <a:lnTo>
                  <a:pt x="8678938" y="3438124"/>
                </a:lnTo>
                <a:lnTo>
                  <a:pt x="8671066" y="3445996"/>
                </a:lnTo>
                <a:lnTo>
                  <a:pt x="8659258" y="3445996"/>
                </a:lnTo>
                <a:lnTo>
                  <a:pt x="8659258" y="3438124"/>
                </a:lnTo>
                <a:close/>
                <a:moveTo>
                  <a:pt x="8594314" y="3430252"/>
                </a:moveTo>
                <a:lnTo>
                  <a:pt x="8606122" y="3430252"/>
                </a:lnTo>
                <a:lnTo>
                  <a:pt x="8606122" y="3438124"/>
                </a:lnTo>
                <a:lnTo>
                  <a:pt x="8594314" y="3434188"/>
                </a:lnTo>
                <a:lnTo>
                  <a:pt x="8586442" y="3434188"/>
                </a:lnTo>
                <a:close/>
                <a:moveTo>
                  <a:pt x="5923735" y="3426330"/>
                </a:moveTo>
                <a:lnTo>
                  <a:pt x="5965043" y="3453869"/>
                </a:lnTo>
                <a:lnTo>
                  <a:pt x="6026020" y="3475506"/>
                </a:lnTo>
                <a:lnTo>
                  <a:pt x="5965043" y="3451902"/>
                </a:lnTo>
                <a:close/>
                <a:moveTo>
                  <a:pt x="2422623" y="3418443"/>
                </a:moveTo>
                <a:lnTo>
                  <a:pt x="2428528" y="3426315"/>
                </a:lnTo>
                <a:lnTo>
                  <a:pt x="2418687" y="3430251"/>
                </a:lnTo>
                <a:lnTo>
                  <a:pt x="2414751" y="3426315"/>
                </a:lnTo>
                <a:close/>
                <a:moveTo>
                  <a:pt x="2755254" y="3414493"/>
                </a:moveTo>
                <a:lnTo>
                  <a:pt x="2755216" y="3414505"/>
                </a:lnTo>
                <a:lnTo>
                  <a:pt x="2755218" y="3414507"/>
                </a:lnTo>
                <a:close/>
                <a:moveTo>
                  <a:pt x="2812288" y="3410570"/>
                </a:moveTo>
                <a:lnTo>
                  <a:pt x="2800480" y="3418442"/>
                </a:lnTo>
                <a:lnTo>
                  <a:pt x="2800483" y="3418443"/>
                </a:lnTo>
                <a:lnTo>
                  <a:pt x="2826067" y="3432220"/>
                </a:lnTo>
                <a:lnTo>
                  <a:pt x="2822131" y="3447964"/>
                </a:lnTo>
                <a:lnTo>
                  <a:pt x="2796547" y="3475516"/>
                </a:lnTo>
                <a:lnTo>
                  <a:pt x="2767027" y="3489292"/>
                </a:lnTo>
                <a:lnTo>
                  <a:pt x="2729634" y="3528652"/>
                </a:lnTo>
                <a:lnTo>
                  <a:pt x="2731602" y="3546364"/>
                </a:lnTo>
                <a:lnTo>
                  <a:pt x="2717826" y="3546364"/>
                </a:lnTo>
                <a:lnTo>
                  <a:pt x="2717827" y="3546365"/>
                </a:lnTo>
                <a:lnTo>
                  <a:pt x="2731603" y="3546365"/>
                </a:lnTo>
                <a:lnTo>
                  <a:pt x="2729635" y="3528652"/>
                </a:lnTo>
                <a:lnTo>
                  <a:pt x="2767028" y="3489292"/>
                </a:lnTo>
                <a:lnTo>
                  <a:pt x="2796548" y="3475516"/>
                </a:lnTo>
                <a:lnTo>
                  <a:pt x="2824101" y="3447964"/>
                </a:lnTo>
                <a:lnTo>
                  <a:pt x="2828037" y="3432219"/>
                </a:lnTo>
                <a:lnTo>
                  <a:pt x="2800484" y="3418443"/>
                </a:lnTo>
                <a:lnTo>
                  <a:pt x="2812293" y="3412539"/>
                </a:lnTo>
                <a:lnTo>
                  <a:pt x="2837877" y="3416475"/>
                </a:lnTo>
                <a:lnTo>
                  <a:pt x="2883051" y="3475398"/>
                </a:lnTo>
                <a:lnTo>
                  <a:pt x="2837873" y="3414506"/>
                </a:lnTo>
                <a:close/>
                <a:moveTo>
                  <a:pt x="2767024" y="3410570"/>
                </a:moveTo>
                <a:lnTo>
                  <a:pt x="2767019" y="3410571"/>
                </a:lnTo>
                <a:lnTo>
                  <a:pt x="2788674" y="3410571"/>
                </a:lnTo>
                <a:lnTo>
                  <a:pt x="2788672" y="3410570"/>
                </a:lnTo>
                <a:close/>
                <a:moveTo>
                  <a:pt x="8728137" y="3406637"/>
                </a:moveTo>
                <a:lnTo>
                  <a:pt x="8736009" y="3406637"/>
                </a:lnTo>
                <a:lnTo>
                  <a:pt x="8755689" y="3414509"/>
                </a:lnTo>
                <a:lnTo>
                  <a:pt x="8777338" y="3414509"/>
                </a:lnTo>
                <a:lnTo>
                  <a:pt x="8781274" y="3428285"/>
                </a:lnTo>
                <a:lnTo>
                  <a:pt x="8781274" y="3451902"/>
                </a:lnTo>
                <a:lnTo>
                  <a:pt x="8797018" y="3463710"/>
                </a:lnTo>
                <a:lnTo>
                  <a:pt x="8800954" y="3475518"/>
                </a:lnTo>
                <a:lnTo>
                  <a:pt x="8814730" y="3485358"/>
                </a:lnTo>
                <a:lnTo>
                  <a:pt x="8858026" y="3447966"/>
                </a:lnTo>
                <a:lnTo>
                  <a:pt x="8858026" y="3440094"/>
                </a:lnTo>
                <a:lnTo>
                  <a:pt x="8871802" y="3432221"/>
                </a:lnTo>
                <a:lnTo>
                  <a:pt x="8921003" y="3440094"/>
                </a:lnTo>
                <a:lnTo>
                  <a:pt x="8946587" y="3459774"/>
                </a:lnTo>
                <a:lnTo>
                  <a:pt x="8970203" y="3463710"/>
                </a:lnTo>
                <a:lnTo>
                  <a:pt x="8974139" y="3463710"/>
                </a:lnTo>
                <a:lnTo>
                  <a:pt x="8978075" y="3558174"/>
                </a:lnTo>
                <a:lnTo>
                  <a:pt x="8966267" y="3569983"/>
                </a:lnTo>
                <a:lnTo>
                  <a:pt x="8970203" y="3581791"/>
                </a:lnTo>
                <a:lnTo>
                  <a:pt x="8978075" y="3591631"/>
                </a:lnTo>
                <a:lnTo>
                  <a:pt x="8982011" y="3652639"/>
                </a:lnTo>
                <a:lnTo>
                  <a:pt x="8962331" y="3638863"/>
                </a:lnTo>
                <a:lnTo>
                  <a:pt x="8946587" y="3623119"/>
                </a:lnTo>
                <a:lnTo>
                  <a:pt x="8921003" y="3623119"/>
                </a:lnTo>
                <a:lnTo>
                  <a:pt x="8917067" y="3603439"/>
                </a:lnTo>
                <a:lnTo>
                  <a:pt x="8913131" y="3587695"/>
                </a:lnTo>
                <a:lnTo>
                  <a:pt x="8901322" y="3581791"/>
                </a:lnTo>
                <a:lnTo>
                  <a:pt x="8899354" y="3554238"/>
                </a:lnTo>
                <a:lnTo>
                  <a:pt x="8871802" y="3530622"/>
                </a:lnTo>
                <a:lnTo>
                  <a:pt x="8850154" y="3528654"/>
                </a:lnTo>
                <a:lnTo>
                  <a:pt x="8826538" y="3524718"/>
                </a:lnTo>
                <a:lnTo>
                  <a:pt x="8800954" y="3512910"/>
                </a:lnTo>
                <a:lnTo>
                  <a:pt x="8773402" y="3497166"/>
                </a:lnTo>
                <a:lnTo>
                  <a:pt x="8763561" y="3501102"/>
                </a:lnTo>
                <a:lnTo>
                  <a:pt x="8759625" y="3512910"/>
                </a:lnTo>
                <a:lnTo>
                  <a:pt x="8739945" y="3505038"/>
                </a:lnTo>
                <a:lnTo>
                  <a:pt x="8736009" y="3481422"/>
                </a:lnTo>
                <a:lnTo>
                  <a:pt x="8722233" y="3471582"/>
                </a:lnTo>
                <a:lnTo>
                  <a:pt x="8722233" y="3467646"/>
                </a:lnTo>
                <a:lnTo>
                  <a:pt x="8763561" y="3471582"/>
                </a:lnTo>
                <a:lnTo>
                  <a:pt x="8769465" y="3459774"/>
                </a:lnTo>
                <a:lnTo>
                  <a:pt x="8763561" y="3455838"/>
                </a:lnTo>
                <a:lnTo>
                  <a:pt x="8736009" y="3455838"/>
                </a:lnTo>
                <a:lnTo>
                  <a:pt x="8728137" y="3451902"/>
                </a:lnTo>
                <a:lnTo>
                  <a:pt x="8714361" y="3432221"/>
                </a:lnTo>
                <a:lnTo>
                  <a:pt x="8698617" y="3428285"/>
                </a:lnTo>
                <a:lnTo>
                  <a:pt x="8706489" y="3414509"/>
                </a:lnTo>
                <a:lnTo>
                  <a:pt x="8714361" y="3414509"/>
                </a:lnTo>
                <a:close/>
                <a:moveTo>
                  <a:pt x="8810796" y="3406636"/>
                </a:moveTo>
                <a:lnTo>
                  <a:pt x="8830476" y="3406636"/>
                </a:lnTo>
                <a:lnTo>
                  <a:pt x="8850156" y="3422380"/>
                </a:lnTo>
                <a:lnTo>
                  <a:pt x="8834412" y="3428284"/>
                </a:lnTo>
                <a:close/>
                <a:moveTo>
                  <a:pt x="2389166" y="3406635"/>
                </a:moveTo>
                <a:lnTo>
                  <a:pt x="2404910" y="3414507"/>
                </a:lnTo>
                <a:lnTo>
                  <a:pt x="2404910" y="3430251"/>
                </a:lnTo>
                <a:lnTo>
                  <a:pt x="2385230" y="3442059"/>
                </a:lnTo>
                <a:lnTo>
                  <a:pt x="2389166" y="3422379"/>
                </a:lnTo>
                <a:lnTo>
                  <a:pt x="2385230" y="3410571"/>
                </a:lnTo>
                <a:close/>
                <a:moveTo>
                  <a:pt x="5475000" y="3402715"/>
                </a:moveTo>
                <a:lnTo>
                  <a:pt x="5459262" y="3440092"/>
                </a:lnTo>
                <a:lnTo>
                  <a:pt x="5443974" y="3448431"/>
                </a:lnTo>
                <a:lnTo>
                  <a:pt x="5459262" y="3442061"/>
                </a:lnTo>
                <a:close/>
                <a:moveTo>
                  <a:pt x="8590378" y="3400732"/>
                </a:moveTo>
                <a:lnTo>
                  <a:pt x="8594314" y="3402700"/>
                </a:lnTo>
                <a:lnTo>
                  <a:pt x="8604154" y="3406636"/>
                </a:lnTo>
                <a:lnTo>
                  <a:pt x="8594314" y="3414508"/>
                </a:lnTo>
                <a:lnTo>
                  <a:pt x="8586442" y="3406636"/>
                </a:lnTo>
                <a:lnTo>
                  <a:pt x="8586442" y="3402700"/>
                </a:lnTo>
                <a:close/>
                <a:moveTo>
                  <a:pt x="5177835" y="3381053"/>
                </a:moveTo>
                <a:lnTo>
                  <a:pt x="5181771" y="3381053"/>
                </a:lnTo>
                <a:lnTo>
                  <a:pt x="5185707" y="3384989"/>
                </a:lnTo>
                <a:lnTo>
                  <a:pt x="5185707" y="3388925"/>
                </a:lnTo>
                <a:lnTo>
                  <a:pt x="5177835" y="3384989"/>
                </a:lnTo>
                <a:close/>
                <a:moveTo>
                  <a:pt x="2983619" y="3378985"/>
                </a:moveTo>
                <a:lnTo>
                  <a:pt x="2996562" y="3388397"/>
                </a:lnTo>
                <a:lnTo>
                  <a:pt x="2997282" y="3386955"/>
                </a:lnTo>
                <a:close/>
                <a:moveTo>
                  <a:pt x="5380538" y="3377113"/>
                </a:moveTo>
                <a:lnTo>
                  <a:pt x="5380540" y="3377117"/>
                </a:lnTo>
                <a:lnTo>
                  <a:pt x="5384476" y="3396797"/>
                </a:lnTo>
                <a:lnTo>
                  <a:pt x="5370700" y="3406637"/>
                </a:lnTo>
                <a:lnTo>
                  <a:pt x="5370699" y="3406640"/>
                </a:lnTo>
                <a:lnTo>
                  <a:pt x="5370701" y="3406636"/>
                </a:lnTo>
                <a:lnTo>
                  <a:pt x="5384477" y="3396796"/>
                </a:lnTo>
                <a:lnTo>
                  <a:pt x="5380541" y="3377116"/>
                </a:lnTo>
                <a:close/>
                <a:moveTo>
                  <a:pt x="5376605" y="3373180"/>
                </a:moveTo>
                <a:lnTo>
                  <a:pt x="5354393" y="3380584"/>
                </a:lnTo>
                <a:lnTo>
                  <a:pt x="5354956" y="3381053"/>
                </a:lnTo>
                <a:lnTo>
                  <a:pt x="5377098" y="3373672"/>
                </a:lnTo>
                <a:close/>
                <a:moveTo>
                  <a:pt x="3164565" y="3361370"/>
                </a:moveTo>
                <a:lnTo>
                  <a:pt x="3164541" y="3361380"/>
                </a:lnTo>
                <a:lnTo>
                  <a:pt x="3164565" y="3361371"/>
                </a:lnTo>
                <a:close/>
                <a:moveTo>
                  <a:pt x="3024835" y="3357434"/>
                </a:moveTo>
                <a:lnTo>
                  <a:pt x="3023059" y="3357588"/>
                </a:lnTo>
                <a:lnTo>
                  <a:pt x="3042547" y="3373179"/>
                </a:lnTo>
                <a:lnTo>
                  <a:pt x="3042563" y="3373184"/>
                </a:lnTo>
                <a:lnTo>
                  <a:pt x="3042547" y="3373178"/>
                </a:lnTo>
                <a:close/>
                <a:moveTo>
                  <a:pt x="5189643" y="3353500"/>
                </a:moveTo>
                <a:lnTo>
                  <a:pt x="5197515" y="3353500"/>
                </a:lnTo>
                <a:lnTo>
                  <a:pt x="5201451" y="3361372"/>
                </a:lnTo>
                <a:lnTo>
                  <a:pt x="5191611" y="3361372"/>
                </a:lnTo>
                <a:lnTo>
                  <a:pt x="5189643" y="3357436"/>
                </a:lnTo>
                <a:close/>
                <a:moveTo>
                  <a:pt x="8615962" y="3351532"/>
                </a:moveTo>
                <a:lnTo>
                  <a:pt x="8631706" y="3351532"/>
                </a:lnTo>
                <a:lnTo>
                  <a:pt x="8627770" y="3361372"/>
                </a:lnTo>
                <a:lnTo>
                  <a:pt x="8615962" y="3365308"/>
                </a:lnTo>
                <a:lnTo>
                  <a:pt x="8613994" y="3369244"/>
                </a:lnTo>
                <a:lnTo>
                  <a:pt x="8623834" y="3369244"/>
                </a:lnTo>
                <a:lnTo>
                  <a:pt x="8627770" y="3379084"/>
                </a:lnTo>
                <a:lnTo>
                  <a:pt x="8606122" y="3379084"/>
                </a:lnTo>
                <a:lnTo>
                  <a:pt x="8606122" y="3390892"/>
                </a:lnTo>
                <a:lnTo>
                  <a:pt x="8613994" y="3402700"/>
                </a:lnTo>
                <a:lnTo>
                  <a:pt x="8606122" y="3402700"/>
                </a:lnTo>
                <a:lnTo>
                  <a:pt x="8598250" y="3390892"/>
                </a:lnTo>
                <a:lnTo>
                  <a:pt x="8594314" y="3373180"/>
                </a:lnTo>
                <a:lnTo>
                  <a:pt x="8606122" y="3361372"/>
                </a:lnTo>
                <a:close/>
                <a:moveTo>
                  <a:pt x="8507721" y="3347596"/>
                </a:moveTo>
                <a:lnTo>
                  <a:pt x="8519529" y="3347596"/>
                </a:lnTo>
                <a:lnTo>
                  <a:pt x="8507721" y="3377117"/>
                </a:lnTo>
                <a:lnTo>
                  <a:pt x="8482137" y="3388925"/>
                </a:lnTo>
                <a:lnTo>
                  <a:pt x="8466392" y="3381053"/>
                </a:lnTo>
                <a:lnTo>
                  <a:pt x="8389640" y="3381053"/>
                </a:lnTo>
                <a:lnTo>
                  <a:pt x="8379799" y="3392861"/>
                </a:lnTo>
                <a:lnTo>
                  <a:pt x="8379799" y="3410573"/>
                </a:lnTo>
                <a:lnTo>
                  <a:pt x="8401448" y="3434189"/>
                </a:lnTo>
                <a:lnTo>
                  <a:pt x="8413256" y="3418445"/>
                </a:lnTo>
                <a:lnTo>
                  <a:pt x="8440808" y="3410573"/>
                </a:lnTo>
                <a:lnTo>
                  <a:pt x="8466392" y="3408605"/>
                </a:lnTo>
                <a:lnTo>
                  <a:pt x="8482137" y="3414509"/>
                </a:lnTo>
                <a:lnTo>
                  <a:pt x="8470328" y="3422381"/>
                </a:lnTo>
                <a:lnTo>
                  <a:pt x="8454584" y="3422381"/>
                </a:lnTo>
                <a:lnTo>
                  <a:pt x="8436872" y="3445997"/>
                </a:lnTo>
                <a:lnTo>
                  <a:pt x="8417192" y="3442061"/>
                </a:lnTo>
                <a:lnTo>
                  <a:pt x="8413256" y="3445997"/>
                </a:lnTo>
                <a:lnTo>
                  <a:pt x="8417192" y="3453869"/>
                </a:lnTo>
                <a:lnTo>
                  <a:pt x="8440808" y="3463709"/>
                </a:lnTo>
                <a:lnTo>
                  <a:pt x="8440808" y="3487326"/>
                </a:lnTo>
                <a:lnTo>
                  <a:pt x="8446712" y="3507006"/>
                </a:lnTo>
                <a:lnTo>
                  <a:pt x="8446712" y="3512910"/>
                </a:lnTo>
                <a:lnTo>
                  <a:pt x="8440808" y="3512910"/>
                </a:lnTo>
                <a:lnTo>
                  <a:pt x="8432936" y="3532590"/>
                </a:lnTo>
                <a:lnTo>
                  <a:pt x="8421128" y="3532590"/>
                </a:lnTo>
                <a:lnTo>
                  <a:pt x="8421128" y="3512910"/>
                </a:lnTo>
                <a:lnTo>
                  <a:pt x="8405384" y="3495198"/>
                </a:lnTo>
                <a:lnTo>
                  <a:pt x="8409320" y="3467645"/>
                </a:lnTo>
                <a:lnTo>
                  <a:pt x="8397512" y="3463709"/>
                </a:lnTo>
                <a:lnTo>
                  <a:pt x="8393576" y="3471581"/>
                </a:lnTo>
                <a:lnTo>
                  <a:pt x="8383735" y="3471581"/>
                </a:lnTo>
                <a:lnTo>
                  <a:pt x="8379799" y="3475517"/>
                </a:lnTo>
                <a:lnTo>
                  <a:pt x="8387671" y="3483390"/>
                </a:lnTo>
                <a:lnTo>
                  <a:pt x="8383735" y="3528654"/>
                </a:lnTo>
                <a:lnTo>
                  <a:pt x="8375863" y="3552270"/>
                </a:lnTo>
                <a:lnTo>
                  <a:pt x="8360119" y="3552270"/>
                </a:lnTo>
                <a:lnTo>
                  <a:pt x="8360119" y="3544398"/>
                </a:lnTo>
                <a:lnTo>
                  <a:pt x="8371927" y="3524718"/>
                </a:lnTo>
                <a:lnTo>
                  <a:pt x="8367991" y="3497166"/>
                </a:lnTo>
                <a:lnTo>
                  <a:pt x="8360119" y="3491262"/>
                </a:lnTo>
                <a:lnTo>
                  <a:pt x="8344375" y="3491262"/>
                </a:lnTo>
                <a:lnTo>
                  <a:pt x="8348311" y="3463709"/>
                </a:lnTo>
                <a:lnTo>
                  <a:pt x="8356183" y="3463709"/>
                </a:lnTo>
                <a:lnTo>
                  <a:pt x="8360119" y="3449933"/>
                </a:lnTo>
                <a:lnTo>
                  <a:pt x="8360119" y="3426317"/>
                </a:lnTo>
                <a:lnTo>
                  <a:pt x="8364055" y="3410573"/>
                </a:lnTo>
                <a:lnTo>
                  <a:pt x="8371927" y="3396797"/>
                </a:lnTo>
                <a:lnTo>
                  <a:pt x="8379799" y="3373180"/>
                </a:lnTo>
                <a:lnTo>
                  <a:pt x="8387671" y="3369244"/>
                </a:lnTo>
                <a:lnTo>
                  <a:pt x="8393576" y="3369244"/>
                </a:lnTo>
                <a:lnTo>
                  <a:pt x="8405384" y="3355468"/>
                </a:lnTo>
                <a:lnTo>
                  <a:pt x="8413256" y="3355468"/>
                </a:lnTo>
                <a:lnTo>
                  <a:pt x="8444744" y="3369244"/>
                </a:lnTo>
                <a:lnTo>
                  <a:pt x="8478201" y="3367276"/>
                </a:lnTo>
                <a:lnTo>
                  <a:pt x="8501817" y="3363340"/>
                </a:lnTo>
                <a:close/>
                <a:moveTo>
                  <a:pt x="5252620" y="3343660"/>
                </a:moveTo>
                <a:lnTo>
                  <a:pt x="5293948" y="3343660"/>
                </a:lnTo>
                <a:lnTo>
                  <a:pt x="5295916" y="3369244"/>
                </a:lnTo>
                <a:lnTo>
                  <a:pt x="5244748" y="3369244"/>
                </a:lnTo>
                <a:close/>
                <a:moveTo>
                  <a:pt x="3140949" y="3341691"/>
                </a:moveTo>
                <a:lnTo>
                  <a:pt x="3140949" y="3343658"/>
                </a:lnTo>
                <a:lnTo>
                  <a:pt x="3160629" y="3343658"/>
                </a:lnTo>
                <a:lnTo>
                  <a:pt x="3164565" y="3347593"/>
                </a:lnTo>
                <a:lnTo>
                  <a:pt x="3164565" y="3345627"/>
                </a:lnTo>
                <a:lnTo>
                  <a:pt x="3160628" y="3341691"/>
                </a:lnTo>
                <a:close/>
                <a:moveTo>
                  <a:pt x="8600218" y="3339723"/>
                </a:moveTo>
                <a:lnTo>
                  <a:pt x="8604154" y="3353499"/>
                </a:lnTo>
                <a:lnTo>
                  <a:pt x="8594314" y="3361371"/>
                </a:lnTo>
                <a:lnTo>
                  <a:pt x="8590378" y="3343659"/>
                </a:lnTo>
                <a:close/>
                <a:moveTo>
                  <a:pt x="3050419" y="3339722"/>
                </a:moveTo>
                <a:lnTo>
                  <a:pt x="3062227" y="3355466"/>
                </a:lnTo>
                <a:lnTo>
                  <a:pt x="3062227" y="3379083"/>
                </a:lnTo>
                <a:lnTo>
                  <a:pt x="3062228" y="3379084"/>
                </a:lnTo>
                <a:lnTo>
                  <a:pt x="3062228" y="3355466"/>
                </a:lnTo>
                <a:close/>
                <a:moveTo>
                  <a:pt x="3430233" y="3324016"/>
                </a:moveTo>
                <a:lnTo>
                  <a:pt x="3419318" y="3345846"/>
                </a:lnTo>
                <a:lnTo>
                  <a:pt x="3434183" y="3349563"/>
                </a:lnTo>
                <a:lnTo>
                  <a:pt x="3467640" y="3353499"/>
                </a:lnTo>
                <a:lnTo>
                  <a:pt x="3467641" y="3353498"/>
                </a:lnTo>
                <a:lnTo>
                  <a:pt x="3434187" y="3349562"/>
                </a:lnTo>
                <a:lnTo>
                  <a:pt x="3420411" y="3345626"/>
                </a:lnTo>
                <a:close/>
                <a:moveTo>
                  <a:pt x="8621866" y="3320043"/>
                </a:moveTo>
                <a:lnTo>
                  <a:pt x="8625802" y="3329883"/>
                </a:lnTo>
                <a:lnTo>
                  <a:pt x="8621866" y="3335787"/>
                </a:lnTo>
                <a:lnTo>
                  <a:pt x="8613994" y="3329883"/>
                </a:lnTo>
                <a:close/>
                <a:moveTo>
                  <a:pt x="3046483" y="3312168"/>
                </a:moveTo>
                <a:lnTo>
                  <a:pt x="3046483" y="3312169"/>
                </a:lnTo>
                <a:lnTo>
                  <a:pt x="3046481" y="3312176"/>
                </a:lnTo>
                <a:lnTo>
                  <a:pt x="3046484" y="3312170"/>
                </a:lnTo>
                <a:close/>
                <a:moveTo>
                  <a:pt x="3131265" y="3305007"/>
                </a:moveTo>
                <a:lnTo>
                  <a:pt x="3131108" y="3306266"/>
                </a:lnTo>
                <a:lnTo>
                  <a:pt x="3140940" y="3308232"/>
                </a:lnTo>
                <a:close/>
                <a:moveTo>
                  <a:pt x="5219163" y="3302331"/>
                </a:moveTo>
                <a:lnTo>
                  <a:pt x="5227035" y="3302331"/>
                </a:lnTo>
                <a:lnTo>
                  <a:pt x="5227035" y="3306267"/>
                </a:lnTo>
                <a:lnTo>
                  <a:pt x="5219163" y="3312171"/>
                </a:lnTo>
                <a:lnTo>
                  <a:pt x="5219163" y="3306267"/>
                </a:lnTo>
                <a:close/>
                <a:moveTo>
                  <a:pt x="5449422" y="3300363"/>
                </a:moveTo>
                <a:lnTo>
                  <a:pt x="5429742" y="3308235"/>
                </a:lnTo>
                <a:lnTo>
                  <a:pt x="5423260" y="3317495"/>
                </a:lnTo>
                <a:lnTo>
                  <a:pt x="5429742" y="3310203"/>
                </a:lnTo>
                <a:lnTo>
                  <a:pt x="5447454" y="3302331"/>
                </a:lnTo>
                <a:lnTo>
                  <a:pt x="5475006" y="3302331"/>
                </a:lnTo>
                <a:lnTo>
                  <a:pt x="5492718" y="3302331"/>
                </a:lnTo>
                <a:lnTo>
                  <a:pt x="5492718" y="3300364"/>
                </a:lnTo>
                <a:lnTo>
                  <a:pt x="5492718" y="3300363"/>
                </a:lnTo>
                <a:lnTo>
                  <a:pt x="5476974" y="3300363"/>
                </a:lnTo>
                <a:close/>
                <a:moveTo>
                  <a:pt x="5844994" y="3294455"/>
                </a:moveTo>
                <a:lnTo>
                  <a:pt x="5844453" y="3294816"/>
                </a:lnTo>
                <a:lnTo>
                  <a:pt x="5849360" y="3296043"/>
                </a:lnTo>
                <a:close/>
                <a:moveTo>
                  <a:pt x="3499509" y="3290920"/>
                </a:moveTo>
                <a:lnTo>
                  <a:pt x="3493213" y="3308234"/>
                </a:lnTo>
                <a:lnTo>
                  <a:pt x="3479436" y="3337754"/>
                </a:lnTo>
                <a:lnTo>
                  <a:pt x="3477984" y="3339691"/>
                </a:lnTo>
                <a:lnTo>
                  <a:pt x="3479436" y="3337755"/>
                </a:lnTo>
                <a:lnTo>
                  <a:pt x="3495180" y="3308235"/>
                </a:lnTo>
                <a:close/>
                <a:moveTo>
                  <a:pt x="6102803" y="3282652"/>
                </a:moveTo>
                <a:lnTo>
                  <a:pt x="6102799" y="3282655"/>
                </a:lnTo>
                <a:lnTo>
                  <a:pt x="6102804" y="3282652"/>
                </a:lnTo>
                <a:close/>
                <a:moveTo>
                  <a:pt x="3270837" y="3282650"/>
                </a:moveTo>
                <a:lnTo>
                  <a:pt x="3270837" y="3304299"/>
                </a:lnTo>
                <a:lnTo>
                  <a:pt x="3262966" y="3325947"/>
                </a:lnTo>
                <a:lnTo>
                  <a:pt x="3262966" y="3329882"/>
                </a:lnTo>
                <a:lnTo>
                  <a:pt x="3270838" y="3306266"/>
                </a:lnTo>
                <a:lnTo>
                  <a:pt x="3270838" y="3282650"/>
                </a:lnTo>
                <a:close/>
                <a:moveTo>
                  <a:pt x="5923715" y="3274783"/>
                </a:moveTo>
                <a:lnTo>
                  <a:pt x="5929618" y="3296427"/>
                </a:lnTo>
                <a:lnTo>
                  <a:pt x="5957168" y="3335785"/>
                </a:lnTo>
                <a:lnTo>
                  <a:pt x="5931586" y="3296428"/>
                </a:lnTo>
                <a:close/>
                <a:moveTo>
                  <a:pt x="5760335" y="3274734"/>
                </a:moveTo>
                <a:lnTo>
                  <a:pt x="5760368" y="3274779"/>
                </a:lnTo>
                <a:lnTo>
                  <a:pt x="5770209" y="3274779"/>
                </a:lnTo>
                <a:lnTo>
                  <a:pt x="5770217" y="3274775"/>
                </a:lnTo>
                <a:lnTo>
                  <a:pt x="5760370" y="3274775"/>
                </a:lnTo>
                <a:close/>
                <a:moveTo>
                  <a:pt x="5976846" y="3270840"/>
                </a:moveTo>
                <a:lnTo>
                  <a:pt x="5923715" y="3274775"/>
                </a:lnTo>
                <a:lnTo>
                  <a:pt x="5923703" y="3274792"/>
                </a:lnTo>
                <a:lnTo>
                  <a:pt x="5923714" y="3274779"/>
                </a:lnTo>
                <a:lnTo>
                  <a:pt x="5923715" y="3274780"/>
                </a:lnTo>
                <a:lnTo>
                  <a:pt x="5976851" y="3270844"/>
                </a:lnTo>
                <a:lnTo>
                  <a:pt x="5976862" y="3270846"/>
                </a:lnTo>
                <a:lnTo>
                  <a:pt x="5976850" y="3270844"/>
                </a:lnTo>
                <a:close/>
                <a:moveTo>
                  <a:pt x="5780050" y="3270839"/>
                </a:moveTo>
                <a:lnTo>
                  <a:pt x="5779482" y="3271123"/>
                </a:lnTo>
                <a:lnTo>
                  <a:pt x="5797761" y="3274779"/>
                </a:lnTo>
                <a:lnTo>
                  <a:pt x="5809569" y="3274779"/>
                </a:lnTo>
                <a:lnTo>
                  <a:pt x="5831217" y="3300364"/>
                </a:lnTo>
                <a:lnTo>
                  <a:pt x="5839089" y="3327916"/>
                </a:lnTo>
                <a:lnTo>
                  <a:pt x="5835153" y="3353500"/>
                </a:lnTo>
                <a:lnTo>
                  <a:pt x="5801697" y="3402701"/>
                </a:lnTo>
                <a:lnTo>
                  <a:pt x="5793825" y="3438125"/>
                </a:lnTo>
                <a:lnTo>
                  <a:pt x="5793825" y="3438125"/>
                </a:lnTo>
                <a:lnTo>
                  <a:pt x="5813504" y="3434189"/>
                </a:lnTo>
                <a:lnTo>
                  <a:pt x="5821376" y="3428285"/>
                </a:lnTo>
                <a:lnTo>
                  <a:pt x="5831216" y="3432221"/>
                </a:lnTo>
                <a:lnTo>
                  <a:pt x="5843024" y="3442061"/>
                </a:lnTo>
                <a:lnTo>
                  <a:pt x="5839088" y="3453869"/>
                </a:lnTo>
                <a:lnTo>
                  <a:pt x="5827280" y="3457805"/>
                </a:lnTo>
                <a:lnTo>
                  <a:pt x="5827280" y="3469613"/>
                </a:lnTo>
                <a:lnTo>
                  <a:pt x="5829249" y="3469613"/>
                </a:lnTo>
                <a:lnTo>
                  <a:pt x="5837121" y="3479453"/>
                </a:lnTo>
                <a:lnTo>
                  <a:pt x="5837121" y="3499133"/>
                </a:lnTo>
                <a:lnTo>
                  <a:pt x="5837122" y="3499133"/>
                </a:lnTo>
                <a:lnTo>
                  <a:pt x="5837122" y="3479453"/>
                </a:lnTo>
                <a:lnTo>
                  <a:pt x="5829249" y="3469613"/>
                </a:lnTo>
                <a:lnTo>
                  <a:pt x="5829249" y="3457805"/>
                </a:lnTo>
                <a:lnTo>
                  <a:pt x="5839090" y="3453869"/>
                </a:lnTo>
                <a:lnTo>
                  <a:pt x="5844994" y="3442060"/>
                </a:lnTo>
                <a:lnTo>
                  <a:pt x="5833186" y="3430252"/>
                </a:lnTo>
                <a:lnTo>
                  <a:pt x="5844994" y="3424348"/>
                </a:lnTo>
                <a:lnTo>
                  <a:pt x="5923714" y="3426316"/>
                </a:lnTo>
                <a:lnTo>
                  <a:pt x="5927650" y="3381053"/>
                </a:lnTo>
                <a:lnTo>
                  <a:pt x="5957171" y="3357437"/>
                </a:lnTo>
                <a:lnTo>
                  <a:pt x="5957171" y="3335789"/>
                </a:lnTo>
                <a:lnTo>
                  <a:pt x="5957170" y="3335788"/>
                </a:lnTo>
                <a:lnTo>
                  <a:pt x="5957170" y="3357436"/>
                </a:lnTo>
                <a:lnTo>
                  <a:pt x="5927650" y="3381052"/>
                </a:lnTo>
                <a:lnTo>
                  <a:pt x="5923714" y="3426316"/>
                </a:lnTo>
                <a:lnTo>
                  <a:pt x="5843026" y="3422380"/>
                </a:lnTo>
                <a:lnTo>
                  <a:pt x="5831217" y="3430252"/>
                </a:lnTo>
                <a:lnTo>
                  <a:pt x="5821377" y="3426316"/>
                </a:lnTo>
                <a:lnTo>
                  <a:pt x="5813505" y="3434188"/>
                </a:lnTo>
                <a:lnTo>
                  <a:pt x="5793825" y="3438124"/>
                </a:lnTo>
                <a:lnTo>
                  <a:pt x="5801697" y="3402700"/>
                </a:lnTo>
                <a:lnTo>
                  <a:pt x="5835154" y="3353500"/>
                </a:lnTo>
                <a:lnTo>
                  <a:pt x="5839090" y="3327916"/>
                </a:lnTo>
                <a:lnTo>
                  <a:pt x="5831217" y="3300363"/>
                </a:lnTo>
                <a:lnTo>
                  <a:pt x="5831417" y="3300263"/>
                </a:lnTo>
                <a:lnTo>
                  <a:pt x="5809570" y="3274775"/>
                </a:lnTo>
                <a:lnTo>
                  <a:pt x="5799730" y="3274775"/>
                </a:lnTo>
                <a:close/>
                <a:moveTo>
                  <a:pt x="5539951" y="3264939"/>
                </a:moveTo>
                <a:lnTo>
                  <a:pt x="5538273" y="3265158"/>
                </a:lnTo>
                <a:lnTo>
                  <a:pt x="5561599" y="3282652"/>
                </a:lnTo>
                <a:lnTo>
                  <a:pt x="5569492" y="3283779"/>
                </a:lnTo>
                <a:lnTo>
                  <a:pt x="5563567" y="3282651"/>
                </a:lnTo>
                <a:close/>
                <a:moveTo>
                  <a:pt x="3430250" y="3262971"/>
                </a:moveTo>
                <a:lnTo>
                  <a:pt x="3426316" y="3264938"/>
                </a:lnTo>
                <a:lnTo>
                  <a:pt x="3420416" y="3290507"/>
                </a:lnTo>
                <a:lnTo>
                  <a:pt x="3428283" y="3264938"/>
                </a:lnTo>
                <a:close/>
                <a:moveTo>
                  <a:pt x="8572665" y="3261003"/>
                </a:moveTo>
                <a:lnTo>
                  <a:pt x="8578569" y="3264939"/>
                </a:lnTo>
                <a:lnTo>
                  <a:pt x="8572665" y="3274779"/>
                </a:lnTo>
                <a:lnTo>
                  <a:pt x="8568729" y="3274779"/>
                </a:lnTo>
                <a:lnTo>
                  <a:pt x="8564793" y="3272811"/>
                </a:lnTo>
                <a:close/>
                <a:moveTo>
                  <a:pt x="5699360" y="3255099"/>
                </a:moveTo>
                <a:lnTo>
                  <a:pt x="5699320" y="3255115"/>
                </a:lnTo>
                <a:lnTo>
                  <a:pt x="5699360" y="3255099"/>
                </a:lnTo>
                <a:lnTo>
                  <a:pt x="5747690" y="3258966"/>
                </a:lnTo>
                <a:lnTo>
                  <a:pt x="5747690" y="3258965"/>
                </a:lnTo>
                <a:close/>
                <a:moveTo>
                  <a:pt x="7675249" y="3241323"/>
                </a:moveTo>
                <a:lnTo>
                  <a:pt x="7694929" y="3251163"/>
                </a:lnTo>
                <a:lnTo>
                  <a:pt x="7732322" y="3251163"/>
                </a:lnTo>
                <a:lnTo>
                  <a:pt x="7742162" y="3253131"/>
                </a:lnTo>
                <a:lnTo>
                  <a:pt x="7753970" y="3266907"/>
                </a:lnTo>
                <a:lnTo>
                  <a:pt x="7757906" y="3278716"/>
                </a:lnTo>
                <a:lnTo>
                  <a:pt x="7765778" y="3284620"/>
                </a:lnTo>
                <a:lnTo>
                  <a:pt x="7785458" y="3302332"/>
                </a:lnTo>
                <a:lnTo>
                  <a:pt x="7805138" y="3308236"/>
                </a:lnTo>
                <a:lnTo>
                  <a:pt x="7826787" y="3335788"/>
                </a:lnTo>
                <a:lnTo>
                  <a:pt x="7834659" y="3335788"/>
                </a:lnTo>
                <a:lnTo>
                  <a:pt x="7862211" y="3357436"/>
                </a:lnTo>
                <a:lnTo>
                  <a:pt x="7868115" y="3373181"/>
                </a:lnTo>
                <a:lnTo>
                  <a:pt x="7887795" y="3388925"/>
                </a:lnTo>
                <a:lnTo>
                  <a:pt x="7911411" y="3388925"/>
                </a:lnTo>
                <a:lnTo>
                  <a:pt x="7913379" y="3398765"/>
                </a:lnTo>
                <a:lnTo>
                  <a:pt x="7913379" y="3414509"/>
                </a:lnTo>
                <a:lnTo>
                  <a:pt x="7929124" y="3430253"/>
                </a:lnTo>
                <a:lnTo>
                  <a:pt x="7940932" y="3455837"/>
                </a:lnTo>
                <a:lnTo>
                  <a:pt x="7952740" y="3459773"/>
                </a:lnTo>
                <a:lnTo>
                  <a:pt x="7976356" y="3485358"/>
                </a:lnTo>
                <a:lnTo>
                  <a:pt x="7976356" y="3550302"/>
                </a:lnTo>
                <a:lnTo>
                  <a:pt x="7964548" y="3552270"/>
                </a:lnTo>
                <a:lnTo>
                  <a:pt x="7936996" y="3534558"/>
                </a:lnTo>
                <a:lnTo>
                  <a:pt x="7911411" y="3530622"/>
                </a:lnTo>
                <a:lnTo>
                  <a:pt x="7862211" y="3489294"/>
                </a:lnTo>
                <a:lnTo>
                  <a:pt x="7830723" y="3447965"/>
                </a:lnTo>
                <a:lnTo>
                  <a:pt x="7826787" y="3430253"/>
                </a:lnTo>
                <a:lnTo>
                  <a:pt x="7793330" y="3390893"/>
                </a:lnTo>
                <a:lnTo>
                  <a:pt x="7781522" y="3390893"/>
                </a:lnTo>
                <a:lnTo>
                  <a:pt x="7769714" y="3349564"/>
                </a:lnTo>
                <a:lnTo>
                  <a:pt x="7757906" y="3331852"/>
                </a:lnTo>
                <a:lnTo>
                  <a:pt x="7740194" y="3323980"/>
                </a:lnTo>
                <a:lnTo>
                  <a:pt x="7736258" y="3308236"/>
                </a:lnTo>
                <a:lnTo>
                  <a:pt x="7716577" y="3296428"/>
                </a:lnTo>
                <a:lnTo>
                  <a:pt x="7700833" y="3290524"/>
                </a:lnTo>
                <a:lnTo>
                  <a:pt x="7675249" y="3259035"/>
                </a:lnTo>
                <a:close/>
                <a:moveTo>
                  <a:pt x="2989405" y="3231478"/>
                </a:moveTo>
                <a:lnTo>
                  <a:pt x="2989410" y="3231481"/>
                </a:lnTo>
                <a:lnTo>
                  <a:pt x="2989428" y="3231484"/>
                </a:lnTo>
                <a:lnTo>
                  <a:pt x="2989411" y="3231481"/>
                </a:lnTo>
                <a:close/>
                <a:moveTo>
                  <a:pt x="5711148" y="3225491"/>
                </a:moveTo>
                <a:lnTo>
                  <a:pt x="5711168" y="3225578"/>
                </a:lnTo>
                <a:lnTo>
                  <a:pt x="5740688" y="3247227"/>
                </a:lnTo>
                <a:lnTo>
                  <a:pt x="5746207" y="3255505"/>
                </a:lnTo>
                <a:lnTo>
                  <a:pt x="5742657" y="3247223"/>
                </a:lnTo>
                <a:lnTo>
                  <a:pt x="5711169" y="3225575"/>
                </a:lnTo>
                <a:close/>
                <a:moveTo>
                  <a:pt x="7826787" y="3219675"/>
                </a:moveTo>
                <a:lnTo>
                  <a:pt x="7825130" y="3220089"/>
                </a:lnTo>
                <a:lnTo>
                  <a:pt x="7836627" y="3235418"/>
                </a:lnTo>
                <a:lnTo>
                  <a:pt x="7856276" y="3241313"/>
                </a:lnTo>
                <a:lnTo>
                  <a:pt x="7838595" y="3235419"/>
                </a:lnTo>
                <a:close/>
                <a:moveTo>
                  <a:pt x="4736992" y="3201960"/>
                </a:moveTo>
                <a:lnTo>
                  <a:pt x="4736998" y="3201962"/>
                </a:lnTo>
                <a:lnTo>
                  <a:pt x="4736998" y="3229515"/>
                </a:lnTo>
                <a:lnTo>
                  <a:pt x="4737005" y="3229518"/>
                </a:lnTo>
                <a:lnTo>
                  <a:pt x="4736999" y="3229515"/>
                </a:lnTo>
                <a:lnTo>
                  <a:pt x="4736999" y="3201962"/>
                </a:lnTo>
                <a:close/>
                <a:moveTo>
                  <a:pt x="2902818" y="3194084"/>
                </a:moveTo>
                <a:lnTo>
                  <a:pt x="2902818" y="3194089"/>
                </a:lnTo>
                <a:lnTo>
                  <a:pt x="2902818" y="3194090"/>
                </a:lnTo>
                <a:lnTo>
                  <a:pt x="2902818" y="3194089"/>
                </a:lnTo>
                <a:close/>
                <a:moveTo>
                  <a:pt x="8299111" y="3188186"/>
                </a:moveTo>
                <a:lnTo>
                  <a:pt x="8310919" y="3217707"/>
                </a:lnTo>
                <a:lnTo>
                  <a:pt x="8338471" y="3219675"/>
                </a:lnTo>
                <a:lnTo>
                  <a:pt x="8352247" y="3241323"/>
                </a:lnTo>
                <a:lnTo>
                  <a:pt x="8326663" y="3249195"/>
                </a:lnTo>
                <a:lnTo>
                  <a:pt x="8334535" y="3264939"/>
                </a:lnTo>
                <a:lnTo>
                  <a:pt x="8318791" y="3266907"/>
                </a:lnTo>
                <a:lnTo>
                  <a:pt x="8306983" y="3282651"/>
                </a:lnTo>
                <a:lnTo>
                  <a:pt x="8295175" y="3274779"/>
                </a:lnTo>
                <a:lnTo>
                  <a:pt x="8261718" y="3274779"/>
                </a:lnTo>
                <a:lnTo>
                  <a:pt x="8253846" y="3286587"/>
                </a:lnTo>
                <a:lnTo>
                  <a:pt x="8238102" y="3323980"/>
                </a:lnTo>
                <a:lnTo>
                  <a:pt x="8212518" y="3353500"/>
                </a:lnTo>
                <a:lnTo>
                  <a:pt x="8188902" y="3361372"/>
                </a:lnTo>
                <a:lnTo>
                  <a:pt x="8173158" y="3353500"/>
                </a:lnTo>
                <a:lnTo>
                  <a:pt x="8157414" y="3357436"/>
                </a:lnTo>
                <a:lnTo>
                  <a:pt x="8141669" y="3369244"/>
                </a:lnTo>
                <a:lnTo>
                  <a:pt x="8098373" y="3369244"/>
                </a:lnTo>
                <a:lnTo>
                  <a:pt x="8098373" y="3369245"/>
                </a:lnTo>
                <a:lnTo>
                  <a:pt x="8141670" y="3369245"/>
                </a:lnTo>
                <a:lnTo>
                  <a:pt x="8159382" y="3357437"/>
                </a:lnTo>
                <a:lnTo>
                  <a:pt x="8173158" y="3353501"/>
                </a:lnTo>
                <a:lnTo>
                  <a:pt x="8188902" y="3361373"/>
                </a:lnTo>
                <a:lnTo>
                  <a:pt x="8212519" y="3353501"/>
                </a:lnTo>
                <a:lnTo>
                  <a:pt x="8238103" y="3323981"/>
                </a:lnTo>
                <a:lnTo>
                  <a:pt x="8253847" y="3286588"/>
                </a:lnTo>
                <a:lnTo>
                  <a:pt x="8261719" y="3274780"/>
                </a:lnTo>
                <a:lnTo>
                  <a:pt x="8295175" y="3274780"/>
                </a:lnTo>
                <a:lnTo>
                  <a:pt x="8306984" y="3284620"/>
                </a:lnTo>
                <a:lnTo>
                  <a:pt x="8306984" y="3302332"/>
                </a:lnTo>
                <a:lnTo>
                  <a:pt x="8322728" y="3318077"/>
                </a:lnTo>
                <a:lnTo>
                  <a:pt x="8318792" y="3343661"/>
                </a:lnTo>
                <a:lnTo>
                  <a:pt x="8340440" y="3349565"/>
                </a:lnTo>
                <a:lnTo>
                  <a:pt x="8348312" y="3365309"/>
                </a:lnTo>
                <a:lnTo>
                  <a:pt x="8326664" y="3369245"/>
                </a:lnTo>
                <a:lnTo>
                  <a:pt x="8322728" y="3361373"/>
                </a:lnTo>
                <a:lnTo>
                  <a:pt x="8303048" y="3377117"/>
                </a:lnTo>
                <a:lnTo>
                  <a:pt x="8310920" y="3402701"/>
                </a:lnTo>
                <a:lnTo>
                  <a:pt x="8287303" y="3434190"/>
                </a:lnTo>
                <a:lnTo>
                  <a:pt x="8273527" y="3438126"/>
                </a:lnTo>
                <a:lnTo>
                  <a:pt x="8275495" y="3467646"/>
                </a:lnTo>
                <a:lnTo>
                  <a:pt x="8249911" y="3495198"/>
                </a:lnTo>
                <a:lnTo>
                  <a:pt x="8228263" y="3503070"/>
                </a:lnTo>
                <a:lnTo>
                  <a:pt x="8228263" y="3495198"/>
                </a:lnTo>
                <a:lnTo>
                  <a:pt x="8212519" y="3483390"/>
                </a:lnTo>
                <a:lnTo>
                  <a:pt x="8196774" y="3487326"/>
                </a:lnTo>
                <a:lnTo>
                  <a:pt x="8188902" y="3479454"/>
                </a:lnTo>
                <a:lnTo>
                  <a:pt x="8173158" y="3475518"/>
                </a:lnTo>
                <a:lnTo>
                  <a:pt x="8155446" y="3487326"/>
                </a:lnTo>
                <a:lnTo>
                  <a:pt x="8141670" y="3475518"/>
                </a:lnTo>
                <a:lnTo>
                  <a:pt x="8106245" y="3467646"/>
                </a:lnTo>
                <a:lnTo>
                  <a:pt x="8090501" y="3422382"/>
                </a:lnTo>
                <a:lnTo>
                  <a:pt x="8072789" y="3406637"/>
                </a:lnTo>
                <a:lnTo>
                  <a:pt x="8062949" y="3349565"/>
                </a:lnTo>
                <a:lnTo>
                  <a:pt x="8078693" y="3343661"/>
                </a:lnTo>
                <a:lnTo>
                  <a:pt x="8084597" y="3345137"/>
                </a:lnTo>
                <a:lnTo>
                  <a:pt x="8084597" y="3341692"/>
                </a:lnTo>
                <a:lnTo>
                  <a:pt x="8085850" y="3345450"/>
                </a:lnTo>
                <a:lnTo>
                  <a:pt x="8086000" y="3345487"/>
                </a:lnTo>
                <a:lnTo>
                  <a:pt x="8086565" y="3345431"/>
                </a:lnTo>
                <a:lnTo>
                  <a:pt x="8086565" y="3343661"/>
                </a:lnTo>
                <a:lnTo>
                  <a:pt x="8087246" y="3345363"/>
                </a:lnTo>
                <a:lnTo>
                  <a:pt x="8123957" y="3341692"/>
                </a:lnTo>
                <a:lnTo>
                  <a:pt x="8129861" y="3318076"/>
                </a:lnTo>
                <a:lnTo>
                  <a:pt x="8149541" y="3312172"/>
                </a:lnTo>
                <a:lnTo>
                  <a:pt x="8161350" y="3306268"/>
                </a:lnTo>
                <a:lnTo>
                  <a:pt x="8192838" y="3294459"/>
                </a:lnTo>
                <a:lnTo>
                  <a:pt x="8206614" y="3266907"/>
                </a:lnTo>
                <a:lnTo>
                  <a:pt x="8222358" y="3261003"/>
                </a:lnTo>
                <a:lnTo>
                  <a:pt x="8230230" y="3255099"/>
                </a:lnTo>
                <a:lnTo>
                  <a:pt x="8249910" y="3261003"/>
                </a:lnTo>
                <a:lnTo>
                  <a:pt x="8253846" y="3231483"/>
                </a:lnTo>
                <a:close/>
                <a:moveTo>
                  <a:pt x="4908205" y="3180334"/>
                </a:moveTo>
                <a:lnTo>
                  <a:pt x="4884601" y="3219675"/>
                </a:lnTo>
                <a:lnTo>
                  <a:pt x="4888537" y="3241323"/>
                </a:lnTo>
                <a:lnTo>
                  <a:pt x="4894975" y="3252052"/>
                </a:lnTo>
                <a:lnTo>
                  <a:pt x="4890504" y="3241323"/>
                </a:lnTo>
                <a:lnTo>
                  <a:pt x="4886568" y="3219675"/>
                </a:lnTo>
                <a:close/>
                <a:moveTo>
                  <a:pt x="6329125" y="3166539"/>
                </a:moveTo>
                <a:lnTo>
                  <a:pt x="6307502" y="3170471"/>
                </a:lnTo>
                <a:lnTo>
                  <a:pt x="6329009" y="3166886"/>
                </a:lnTo>
                <a:close/>
                <a:moveTo>
                  <a:pt x="4679926" y="3166538"/>
                </a:moveTo>
                <a:lnTo>
                  <a:pt x="4664183" y="3170474"/>
                </a:lnTo>
                <a:lnTo>
                  <a:pt x="4664183" y="3170475"/>
                </a:lnTo>
                <a:lnTo>
                  <a:pt x="4679927" y="3166539"/>
                </a:lnTo>
                <a:close/>
                <a:moveTo>
                  <a:pt x="5927649" y="3140953"/>
                </a:moveTo>
                <a:lnTo>
                  <a:pt x="5927638" y="3140969"/>
                </a:lnTo>
                <a:lnTo>
                  <a:pt x="5927649" y="3140955"/>
                </a:lnTo>
                <a:close/>
                <a:moveTo>
                  <a:pt x="5341181" y="3135050"/>
                </a:moveTo>
                <a:lnTo>
                  <a:pt x="5325437" y="3152762"/>
                </a:lnTo>
                <a:lnTo>
                  <a:pt x="5311661" y="3205899"/>
                </a:lnTo>
                <a:lnTo>
                  <a:pt x="5295916" y="3219675"/>
                </a:lnTo>
                <a:lnTo>
                  <a:pt x="5278204" y="3201963"/>
                </a:lnTo>
                <a:lnTo>
                  <a:pt x="5262460" y="3201963"/>
                </a:lnTo>
                <a:lnTo>
                  <a:pt x="5223101" y="3243290"/>
                </a:lnTo>
                <a:lnTo>
                  <a:pt x="5262460" y="3203931"/>
                </a:lnTo>
                <a:lnTo>
                  <a:pt x="5278204" y="3203931"/>
                </a:lnTo>
                <a:lnTo>
                  <a:pt x="5295916" y="3219675"/>
                </a:lnTo>
                <a:lnTo>
                  <a:pt x="5311660" y="3207867"/>
                </a:lnTo>
                <a:lnTo>
                  <a:pt x="5325436" y="3154730"/>
                </a:lnTo>
                <a:close/>
                <a:moveTo>
                  <a:pt x="7242285" y="3131114"/>
                </a:moveTo>
                <a:lnTo>
                  <a:pt x="7254094" y="3131114"/>
                </a:lnTo>
                <a:lnTo>
                  <a:pt x="7261966" y="3138986"/>
                </a:lnTo>
                <a:lnTo>
                  <a:pt x="7261966" y="3154730"/>
                </a:lnTo>
                <a:lnTo>
                  <a:pt x="7283614" y="3168507"/>
                </a:lnTo>
                <a:lnTo>
                  <a:pt x="7287550" y="3188187"/>
                </a:lnTo>
                <a:lnTo>
                  <a:pt x="7291486" y="3196059"/>
                </a:lnTo>
                <a:lnTo>
                  <a:pt x="7291486" y="3207867"/>
                </a:lnTo>
                <a:lnTo>
                  <a:pt x="7263934" y="3231483"/>
                </a:lnTo>
                <a:lnTo>
                  <a:pt x="7250158" y="3231483"/>
                </a:lnTo>
                <a:lnTo>
                  <a:pt x="7238349" y="3219675"/>
                </a:lnTo>
                <a:lnTo>
                  <a:pt x="7230477" y="3168507"/>
                </a:lnTo>
                <a:lnTo>
                  <a:pt x="7234413" y="3154730"/>
                </a:lnTo>
                <a:lnTo>
                  <a:pt x="7234413" y="3142922"/>
                </a:lnTo>
                <a:close/>
                <a:moveTo>
                  <a:pt x="8531337" y="3125210"/>
                </a:moveTo>
                <a:lnTo>
                  <a:pt x="8549049" y="3137018"/>
                </a:lnTo>
                <a:lnTo>
                  <a:pt x="8556921" y="3154731"/>
                </a:lnTo>
                <a:lnTo>
                  <a:pt x="8552985" y="3166539"/>
                </a:lnTo>
                <a:lnTo>
                  <a:pt x="8564793" y="3178347"/>
                </a:lnTo>
                <a:lnTo>
                  <a:pt x="8560857" y="3196059"/>
                </a:lnTo>
                <a:lnTo>
                  <a:pt x="8552985" y="3203931"/>
                </a:lnTo>
                <a:lnTo>
                  <a:pt x="8539209" y="3196059"/>
                </a:lnTo>
                <a:lnTo>
                  <a:pt x="8531337" y="3199995"/>
                </a:lnTo>
                <a:lnTo>
                  <a:pt x="8531337" y="3207867"/>
                </a:lnTo>
                <a:lnTo>
                  <a:pt x="8539209" y="3215739"/>
                </a:lnTo>
                <a:lnTo>
                  <a:pt x="8539209" y="3231483"/>
                </a:lnTo>
                <a:lnTo>
                  <a:pt x="8535273" y="3237387"/>
                </a:lnTo>
                <a:lnTo>
                  <a:pt x="8527401" y="3231483"/>
                </a:lnTo>
                <a:lnTo>
                  <a:pt x="8527401" y="3219675"/>
                </a:lnTo>
                <a:lnTo>
                  <a:pt x="8523465" y="3225579"/>
                </a:lnTo>
                <a:lnTo>
                  <a:pt x="8515593" y="3229515"/>
                </a:lnTo>
                <a:lnTo>
                  <a:pt x="8491976" y="3211803"/>
                </a:lnTo>
                <a:lnTo>
                  <a:pt x="8491976" y="3203931"/>
                </a:lnTo>
                <a:lnTo>
                  <a:pt x="8499849" y="3188187"/>
                </a:lnTo>
                <a:lnTo>
                  <a:pt x="8488040" y="3182283"/>
                </a:lnTo>
                <a:lnTo>
                  <a:pt x="8480168" y="3182283"/>
                </a:lnTo>
                <a:lnTo>
                  <a:pt x="8474264" y="3182283"/>
                </a:lnTo>
                <a:lnTo>
                  <a:pt x="8466392" y="3184251"/>
                </a:lnTo>
                <a:lnTo>
                  <a:pt x="8458520" y="3178347"/>
                </a:lnTo>
                <a:lnTo>
                  <a:pt x="8446712" y="3182283"/>
                </a:lnTo>
                <a:lnTo>
                  <a:pt x="8446712" y="3188187"/>
                </a:lnTo>
                <a:lnTo>
                  <a:pt x="8442776" y="3192123"/>
                </a:lnTo>
                <a:lnTo>
                  <a:pt x="8434904" y="3196059"/>
                </a:lnTo>
                <a:lnTo>
                  <a:pt x="8434904" y="3184251"/>
                </a:lnTo>
                <a:lnTo>
                  <a:pt x="8442776" y="3174411"/>
                </a:lnTo>
                <a:lnTo>
                  <a:pt x="8450648" y="3170475"/>
                </a:lnTo>
                <a:lnTo>
                  <a:pt x="8474264" y="3148826"/>
                </a:lnTo>
                <a:lnTo>
                  <a:pt x="8488040" y="3158667"/>
                </a:lnTo>
                <a:lnTo>
                  <a:pt x="8491976" y="3170475"/>
                </a:lnTo>
                <a:lnTo>
                  <a:pt x="8503785" y="3166539"/>
                </a:lnTo>
                <a:lnTo>
                  <a:pt x="8503785" y="3154731"/>
                </a:lnTo>
                <a:lnTo>
                  <a:pt x="8515593" y="3150794"/>
                </a:lnTo>
                <a:lnTo>
                  <a:pt x="8519529" y="3140954"/>
                </a:lnTo>
                <a:lnTo>
                  <a:pt x="8527401" y="3140954"/>
                </a:lnTo>
                <a:lnTo>
                  <a:pt x="8531337" y="3144890"/>
                </a:lnTo>
                <a:lnTo>
                  <a:pt x="8539209" y="3137018"/>
                </a:lnTo>
                <a:close/>
                <a:moveTo>
                  <a:pt x="4860985" y="3123242"/>
                </a:moveTo>
                <a:lnTo>
                  <a:pt x="4846319" y="3134241"/>
                </a:lnTo>
                <a:lnTo>
                  <a:pt x="4847209" y="3135050"/>
                </a:lnTo>
                <a:lnTo>
                  <a:pt x="4862951" y="3123242"/>
                </a:lnTo>
                <a:close/>
                <a:moveTo>
                  <a:pt x="4748807" y="3121275"/>
                </a:moveTo>
                <a:lnTo>
                  <a:pt x="4752602" y="3159228"/>
                </a:lnTo>
                <a:lnTo>
                  <a:pt x="4752743" y="3158666"/>
                </a:lnTo>
                <a:lnTo>
                  <a:pt x="4748807" y="3121275"/>
                </a:lnTo>
                <a:close/>
                <a:moveTo>
                  <a:pt x="8503785" y="3109465"/>
                </a:moveTo>
                <a:lnTo>
                  <a:pt x="8507721" y="3109465"/>
                </a:lnTo>
                <a:lnTo>
                  <a:pt x="8515593" y="3109465"/>
                </a:lnTo>
                <a:lnTo>
                  <a:pt x="8503785" y="3125209"/>
                </a:lnTo>
                <a:lnTo>
                  <a:pt x="8491977" y="3121273"/>
                </a:lnTo>
                <a:close/>
                <a:moveTo>
                  <a:pt x="3231500" y="3101594"/>
                </a:moveTo>
                <a:lnTo>
                  <a:pt x="3227564" y="3109466"/>
                </a:lnTo>
                <a:lnTo>
                  <a:pt x="3231500" y="3109466"/>
                </a:lnTo>
                <a:lnTo>
                  <a:pt x="3231500" y="3125210"/>
                </a:lnTo>
                <a:lnTo>
                  <a:pt x="3213787" y="3125210"/>
                </a:lnTo>
                <a:lnTo>
                  <a:pt x="3213787" y="3109466"/>
                </a:lnTo>
                <a:close/>
                <a:moveTo>
                  <a:pt x="2574158" y="3101593"/>
                </a:moveTo>
                <a:lnTo>
                  <a:pt x="2574202" y="3101603"/>
                </a:lnTo>
                <a:lnTo>
                  <a:pt x="2574160" y="3101593"/>
                </a:lnTo>
                <a:close/>
                <a:moveTo>
                  <a:pt x="5931668" y="3101557"/>
                </a:moveTo>
                <a:lnTo>
                  <a:pt x="5931587" y="3101590"/>
                </a:lnTo>
                <a:lnTo>
                  <a:pt x="5931587" y="3101594"/>
                </a:lnTo>
                <a:close/>
                <a:moveTo>
                  <a:pt x="8529369" y="3097657"/>
                </a:moveTo>
                <a:lnTo>
                  <a:pt x="8545113" y="3097657"/>
                </a:lnTo>
                <a:lnTo>
                  <a:pt x="8541177" y="3109465"/>
                </a:lnTo>
                <a:lnTo>
                  <a:pt x="8537241" y="3113401"/>
                </a:lnTo>
                <a:lnTo>
                  <a:pt x="8529369" y="3109465"/>
                </a:lnTo>
                <a:close/>
                <a:moveTo>
                  <a:pt x="2910188" y="3095174"/>
                </a:moveTo>
                <a:lnTo>
                  <a:pt x="2894945" y="3109464"/>
                </a:lnTo>
                <a:lnTo>
                  <a:pt x="2889693" y="3125220"/>
                </a:lnTo>
                <a:lnTo>
                  <a:pt x="2894946" y="3111433"/>
                </a:lnTo>
                <a:close/>
                <a:moveTo>
                  <a:pt x="4979065" y="3093722"/>
                </a:moveTo>
                <a:lnTo>
                  <a:pt x="4979065" y="3129146"/>
                </a:lnTo>
                <a:lnTo>
                  <a:pt x="4983001" y="3182282"/>
                </a:lnTo>
                <a:lnTo>
                  <a:pt x="4988250" y="3188843"/>
                </a:lnTo>
                <a:lnTo>
                  <a:pt x="4984969" y="3182282"/>
                </a:lnTo>
                <a:lnTo>
                  <a:pt x="4981033" y="3129145"/>
                </a:lnTo>
                <a:lnTo>
                  <a:pt x="4981033" y="3094706"/>
                </a:lnTo>
                <a:lnTo>
                  <a:pt x="4979066" y="3093722"/>
                </a:lnTo>
                <a:close/>
                <a:moveTo>
                  <a:pt x="7629985" y="3093721"/>
                </a:moveTo>
                <a:lnTo>
                  <a:pt x="7631953" y="3097657"/>
                </a:lnTo>
                <a:lnTo>
                  <a:pt x="7631953" y="3101593"/>
                </a:lnTo>
                <a:lnTo>
                  <a:pt x="7629985" y="3101593"/>
                </a:lnTo>
                <a:close/>
                <a:moveTo>
                  <a:pt x="3249212" y="3089786"/>
                </a:moveTo>
                <a:lnTo>
                  <a:pt x="3249212" y="3097658"/>
                </a:lnTo>
                <a:lnTo>
                  <a:pt x="3241341" y="3101594"/>
                </a:lnTo>
                <a:lnTo>
                  <a:pt x="3237405" y="3093722"/>
                </a:lnTo>
                <a:close/>
                <a:moveTo>
                  <a:pt x="8466392" y="3085849"/>
                </a:moveTo>
                <a:lnTo>
                  <a:pt x="8480168" y="3089785"/>
                </a:lnTo>
                <a:lnTo>
                  <a:pt x="8476232" y="3113401"/>
                </a:lnTo>
                <a:lnTo>
                  <a:pt x="8468360" y="3127177"/>
                </a:lnTo>
                <a:lnTo>
                  <a:pt x="8458520" y="3131113"/>
                </a:lnTo>
                <a:lnTo>
                  <a:pt x="8442776" y="3123241"/>
                </a:lnTo>
                <a:lnTo>
                  <a:pt x="8446712" y="3113401"/>
                </a:lnTo>
                <a:lnTo>
                  <a:pt x="8466392" y="3109465"/>
                </a:lnTo>
                <a:lnTo>
                  <a:pt x="8462456" y="3101593"/>
                </a:lnTo>
                <a:close/>
                <a:moveTo>
                  <a:pt x="4910179" y="3085457"/>
                </a:moveTo>
                <a:lnTo>
                  <a:pt x="4906249" y="3085850"/>
                </a:lnTo>
                <a:lnTo>
                  <a:pt x="4892478" y="3123228"/>
                </a:lnTo>
                <a:lnTo>
                  <a:pt x="4908216" y="3085849"/>
                </a:lnTo>
                <a:close/>
                <a:moveTo>
                  <a:pt x="4827527" y="3083883"/>
                </a:moveTo>
                <a:lnTo>
                  <a:pt x="4827527" y="3083889"/>
                </a:lnTo>
                <a:lnTo>
                  <a:pt x="4827528" y="3083883"/>
                </a:lnTo>
                <a:close/>
                <a:moveTo>
                  <a:pt x="8488041" y="3081913"/>
                </a:moveTo>
                <a:lnTo>
                  <a:pt x="8491977" y="3109465"/>
                </a:lnTo>
                <a:lnTo>
                  <a:pt x="8488041" y="3121273"/>
                </a:lnTo>
                <a:lnTo>
                  <a:pt x="8480169" y="3121273"/>
                </a:lnTo>
                <a:close/>
                <a:moveTo>
                  <a:pt x="8495913" y="3079945"/>
                </a:moveTo>
                <a:lnTo>
                  <a:pt x="8511657" y="3079945"/>
                </a:lnTo>
                <a:lnTo>
                  <a:pt x="8523465" y="3091753"/>
                </a:lnTo>
                <a:lnTo>
                  <a:pt x="8527401" y="3101593"/>
                </a:lnTo>
                <a:lnTo>
                  <a:pt x="8511657" y="3105529"/>
                </a:lnTo>
                <a:lnTo>
                  <a:pt x="8511657" y="3091753"/>
                </a:lnTo>
                <a:close/>
                <a:moveTo>
                  <a:pt x="7781522" y="3076010"/>
                </a:moveTo>
                <a:lnTo>
                  <a:pt x="7773649" y="3095690"/>
                </a:lnTo>
                <a:lnTo>
                  <a:pt x="7773647" y="3095697"/>
                </a:lnTo>
                <a:lnTo>
                  <a:pt x="7773650" y="3095690"/>
                </a:lnTo>
                <a:close/>
                <a:moveTo>
                  <a:pt x="5612765" y="3068139"/>
                </a:moveTo>
                <a:lnTo>
                  <a:pt x="5597024" y="3077977"/>
                </a:lnTo>
                <a:lnTo>
                  <a:pt x="5589167" y="3109405"/>
                </a:lnTo>
                <a:lnTo>
                  <a:pt x="5597023" y="3079945"/>
                </a:lnTo>
                <a:close/>
                <a:moveTo>
                  <a:pt x="8438840" y="3068137"/>
                </a:moveTo>
                <a:lnTo>
                  <a:pt x="8450648" y="3068137"/>
                </a:lnTo>
                <a:lnTo>
                  <a:pt x="8460488" y="3072073"/>
                </a:lnTo>
                <a:lnTo>
                  <a:pt x="8456552" y="3087817"/>
                </a:lnTo>
                <a:lnTo>
                  <a:pt x="8438840" y="3097657"/>
                </a:lnTo>
                <a:close/>
                <a:moveTo>
                  <a:pt x="5063691" y="3064202"/>
                </a:moveTo>
                <a:lnTo>
                  <a:pt x="5079274" y="3091472"/>
                </a:lnTo>
                <a:lnTo>
                  <a:pt x="5079434" y="3089786"/>
                </a:lnTo>
                <a:lnTo>
                  <a:pt x="5066643" y="3064202"/>
                </a:lnTo>
                <a:close/>
                <a:moveTo>
                  <a:pt x="4835400" y="3064202"/>
                </a:moveTo>
                <a:lnTo>
                  <a:pt x="4835399" y="3064203"/>
                </a:lnTo>
                <a:lnTo>
                  <a:pt x="4835401" y="3064208"/>
                </a:lnTo>
                <a:close/>
                <a:moveTo>
                  <a:pt x="3009112" y="3064202"/>
                </a:moveTo>
                <a:lnTo>
                  <a:pt x="3013049" y="3072074"/>
                </a:lnTo>
                <a:lnTo>
                  <a:pt x="3009112" y="3072074"/>
                </a:lnTo>
                <a:lnTo>
                  <a:pt x="3001241" y="3068138"/>
                </a:lnTo>
                <a:close/>
                <a:moveTo>
                  <a:pt x="3213789" y="3060266"/>
                </a:moveTo>
                <a:lnTo>
                  <a:pt x="3221661" y="3064202"/>
                </a:lnTo>
                <a:lnTo>
                  <a:pt x="3217725" y="3072074"/>
                </a:lnTo>
                <a:lnTo>
                  <a:pt x="3209853" y="3068138"/>
                </a:lnTo>
                <a:close/>
                <a:moveTo>
                  <a:pt x="5036290" y="3056785"/>
                </a:moveTo>
                <a:lnTo>
                  <a:pt x="5040074" y="3068137"/>
                </a:lnTo>
                <a:lnTo>
                  <a:pt x="5041918" y="3067830"/>
                </a:lnTo>
                <a:lnTo>
                  <a:pt x="5038106" y="3058298"/>
                </a:lnTo>
                <a:close/>
                <a:moveTo>
                  <a:pt x="6161844" y="3056329"/>
                </a:moveTo>
                <a:lnTo>
                  <a:pt x="6147786" y="3059844"/>
                </a:lnTo>
                <a:lnTo>
                  <a:pt x="6147787" y="3059844"/>
                </a:lnTo>
                <a:lnTo>
                  <a:pt x="6161843" y="3056330"/>
                </a:lnTo>
                <a:close/>
                <a:moveTo>
                  <a:pt x="4613013" y="3052394"/>
                </a:moveTo>
                <a:lnTo>
                  <a:pt x="4611704" y="3052581"/>
                </a:lnTo>
                <a:lnTo>
                  <a:pt x="4652374" y="3064201"/>
                </a:lnTo>
                <a:lnTo>
                  <a:pt x="4683817" y="3079922"/>
                </a:lnTo>
                <a:lnTo>
                  <a:pt x="4654342" y="3064203"/>
                </a:lnTo>
                <a:lnTo>
                  <a:pt x="4654342" y="3064202"/>
                </a:lnTo>
                <a:close/>
                <a:moveTo>
                  <a:pt x="5988658" y="3052390"/>
                </a:moveTo>
                <a:lnTo>
                  <a:pt x="5988439" y="3052449"/>
                </a:lnTo>
                <a:lnTo>
                  <a:pt x="5988658" y="3052394"/>
                </a:lnTo>
                <a:close/>
                <a:moveTo>
                  <a:pt x="6500343" y="3048457"/>
                </a:moveTo>
                <a:lnTo>
                  <a:pt x="6508215" y="3048457"/>
                </a:lnTo>
                <a:lnTo>
                  <a:pt x="6508215" y="3060265"/>
                </a:lnTo>
                <a:lnTo>
                  <a:pt x="6492471" y="3064201"/>
                </a:lnTo>
                <a:lnTo>
                  <a:pt x="6474759" y="3056329"/>
                </a:lnTo>
                <a:lnTo>
                  <a:pt x="6478695" y="3052393"/>
                </a:lnTo>
                <a:lnTo>
                  <a:pt x="6488535" y="3052393"/>
                </a:lnTo>
                <a:close/>
                <a:moveTo>
                  <a:pt x="8503784" y="3040586"/>
                </a:moveTo>
                <a:lnTo>
                  <a:pt x="8511656" y="3040586"/>
                </a:lnTo>
                <a:lnTo>
                  <a:pt x="8525432" y="3044522"/>
                </a:lnTo>
                <a:lnTo>
                  <a:pt x="8533304" y="3056330"/>
                </a:lnTo>
                <a:lnTo>
                  <a:pt x="8529368" y="3079946"/>
                </a:lnTo>
                <a:lnTo>
                  <a:pt x="8519528" y="3072074"/>
                </a:lnTo>
                <a:lnTo>
                  <a:pt x="8515592" y="3056330"/>
                </a:lnTo>
                <a:lnTo>
                  <a:pt x="8503784" y="3048458"/>
                </a:lnTo>
                <a:close/>
                <a:moveTo>
                  <a:pt x="8470328" y="3040586"/>
                </a:moveTo>
                <a:lnTo>
                  <a:pt x="8478200" y="3044522"/>
                </a:lnTo>
                <a:lnTo>
                  <a:pt x="8488040" y="3052394"/>
                </a:lnTo>
                <a:lnTo>
                  <a:pt x="8488040" y="3054362"/>
                </a:lnTo>
                <a:lnTo>
                  <a:pt x="8478200" y="3052394"/>
                </a:lnTo>
                <a:lnTo>
                  <a:pt x="8466392" y="3054362"/>
                </a:lnTo>
                <a:close/>
                <a:moveTo>
                  <a:pt x="3225595" y="3036649"/>
                </a:moveTo>
                <a:lnTo>
                  <a:pt x="3229532" y="3036649"/>
                </a:lnTo>
                <a:lnTo>
                  <a:pt x="3231500" y="3040585"/>
                </a:lnTo>
                <a:lnTo>
                  <a:pt x="3225595" y="3044521"/>
                </a:lnTo>
                <a:close/>
                <a:moveTo>
                  <a:pt x="2517087" y="3036648"/>
                </a:moveTo>
                <a:lnTo>
                  <a:pt x="2505671" y="3044258"/>
                </a:lnTo>
                <a:lnTo>
                  <a:pt x="2507246" y="3044521"/>
                </a:lnTo>
                <a:lnTo>
                  <a:pt x="2517087" y="3036649"/>
                </a:lnTo>
                <a:close/>
                <a:moveTo>
                  <a:pt x="5600961" y="3036647"/>
                </a:moveTo>
                <a:lnTo>
                  <a:pt x="5600960" y="3036649"/>
                </a:lnTo>
                <a:lnTo>
                  <a:pt x="5612768" y="3052393"/>
                </a:lnTo>
                <a:lnTo>
                  <a:pt x="5612768" y="3068137"/>
                </a:lnTo>
                <a:lnTo>
                  <a:pt x="5634415" y="3083881"/>
                </a:lnTo>
                <a:lnTo>
                  <a:pt x="5634415" y="3095689"/>
                </a:lnTo>
                <a:lnTo>
                  <a:pt x="5632447" y="3101594"/>
                </a:lnTo>
                <a:lnTo>
                  <a:pt x="5646223" y="3125210"/>
                </a:lnTo>
                <a:lnTo>
                  <a:pt x="5646223" y="3158666"/>
                </a:lnTo>
                <a:lnTo>
                  <a:pt x="5661968" y="3162602"/>
                </a:lnTo>
                <a:lnTo>
                  <a:pt x="5673776" y="3182282"/>
                </a:lnTo>
                <a:lnTo>
                  <a:pt x="5685584" y="3186218"/>
                </a:lnTo>
                <a:lnTo>
                  <a:pt x="5685634" y="3186269"/>
                </a:lnTo>
                <a:lnTo>
                  <a:pt x="5685585" y="3186215"/>
                </a:lnTo>
                <a:lnTo>
                  <a:pt x="5673777" y="3182279"/>
                </a:lnTo>
                <a:lnTo>
                  <a:pt x="5661969" y="3162598"/>
                </a:lnTo>
                <a:lnTo>
                  <a:pt x="5646225" y="3158662"/>
                </a:lnTo>
                <a:lnTo>
                  <a:pt x="5646225" y="3125206"/>
                </a:lnTo>
                <a:lnTo>
                  <a:pt x="5632449" y="3101590"/>
                </a:lnTo>
                <a:lnTo>
                  <a:pt x="5636385" y="3093718"/>
                </a:lnTo>
                <a:lnTo>
                  <a:pt x="5636385" y="3083878"/>
                </a:lnTo>
                <a:lnTo>
                  <a:pt x="5612768" y="3068134"/>
                </a:lnTo>
                <a:lnTo>
                  <a:pt x="5612768" y="3052390"/>
                </a:lnTo>
                <a:close/>
                <a:moveTo>
                  <a:pt x="4589397" y="3034682"/>
                </a:moveTo>
                <a:lnTo>
                  <a:pt x="4577590" y="3038617"/>
                </a:lnTo>
                <a:lnTo>
                  <a:pt x="4577492" y="3038603"/>
                </a:lnTo>
                <a:lnTo>
                  <a:pt x="4577589" y="3038618"/>
                </a:lnTo>
                <a:lnTo>
                  <a:pt x="4589397" y="3034682"/>
                </a:lnTo>
                <a:close/>
                <a:moveTo>
                  <a:pt x="7635889" y="3028777"/>
                </a:moveTo>
                <a:lnTo>
                  <a:pt x="7635889" y="3048457"/>
                </a:lnTo>
                <a:lnTo>
                  <a:pt x="7631953" y="3079945"/>
                </a:lnTo>
                <a:lnTo>
                  <a:pt x="7629985" y="3079945"/>
                </a:lnTo>
                <a:lnTo>
                  <a:pt x="7629985" y="3064201"/>
                </a:lnTo>
                <a:lnTo>
                  <a:pt x="7631953" y="3042553"/>
                </a:lnTo>
                <a:close/>
                <a:moveTo>
                  <a:pt x="5370699" y="3028774"/>
                </a:moveTo>
                <a:lnTo>
                  <a:pt x="5370701" y="3028777"/>
                </a:lnTo>
                <a:lnTo>
                  <a:pt x="5380541" y="3028777"/>
                </a:lnTo>
                <a:lnTo>
                  <a:pt x="5406125" y="3064202"/>
                </a:lnTo>
                <a:lnTo>
                  <a:pt x="5404157" y="3117338"/>
                </a:lnTo>
                <a:lnTo>
                  <a:pt x="5404158" y="3117338"/>
                </a:lnTo>
                <a:lnTo>
                  <a:pt x="5408094" y="3064201"/>
                </a:lnTo>
                <a:lnTo>
                  <a:pt x="5380541" y="3028777"/>
                </a:lnTo>
                <a:lnTo>
                  <a:pt x="5370701" y="3028777"/>
                </a:lnTo>
                <a:close/>
                <a:moveTo>
                  <a:pt x="4866888" y="3026810"/>
                </a:moveTo>
                <a:lnTo>
                  <a:pt x="4866785" y="3027120"/>
                </a:lnTo>
                <a:lnTo>
                  <a:pt x="4888498" y="3030739"/>
                </a:lnTo>
                <a:close/>
                <a:moveTo>
                  <a:pt x="5264428" y="3022874"/>
                </a:moveTo>
                <a:lnTo>
                  <a:pt x="5261672" y="3026810"/>
                </a:lnTo>
                <a:lnTo>
                  <a:pt x="5264762" y="3022948"/>
                </a:lnTo>
                <a:close/>
                <a:moveTo>
                  <a:pt x="5004650" y="3018938"/>
                </a:moveTo>
                <a:lnTo>
                  <a:pt x="5012522" y="3038618"/>
                </a:lnTo>
                <a:lnTo>
                  <a:pt x="5032192" y="3053370"/>
                </a:lnTo>
                <a:lnTo>
                  <a:pt x="5014490" y="3038618"/>
                </a:lnTo>
                <a:lnTo>
                  <a:pt x="5006617" y="3018938"/>
                </a:lnTo>
                <a:close/>
                <a:moveTo>
                  <a:pt x="6120497" y="3018925"/>
                </a:moveTo>
                <a:lnTo>
                  <a:pt x="6120515" y="3018938"/>
                </a:lnTo>
                <a:lnTo>
                  <a:pt x="6120526" y="3018954"/>
                </a:lnTo>
                <a:lnTo>
                  <a:pt x="6120516" y="3018937"/>
                </a:lnTo>
                <a:close/>
                <a:moveTo>
                  <a:pt x="4555941" y="3011066"/>
                </a:moveTo>
                <a:lnTo>
                  <a:pt x="4554405" y="3011189"/>
                </a:lnTo>
                <a:lnTo>
                  <a:pt x="4581498" y="3018929"/>
                </a:lnTo>
                <a:close/>
                <a:moveTo>
                  <a:pt x="8389639" y="3005161"/>
                </a:moveTo>
                <a:lnTo>
                  <a:pt x="8401447" y="3009097"/>
                </a:lnTo>
                <a:lnTo>
                  <a:pt x="8417191" y="3020905"/>
                </a:lnTo>
                <a:lnTo>
                  <a:pt x="8421127" y="3036649"/>
                </a:lnTo>
                <a:lnTo>
                  <a:pt x="8417191" y="3044521"/>
                </a:lnTo>
                <a:lnTo>
                  <a:pt x="8401447" y="3040585"/>
                </a:lnTo>
                <a:lnTo>
                  <a:pt x="8397511" y="3020905"/>
                </a:lnTo>
                <a:lnTo>
                  <a:pt x="8385703" y="3013033"/>
                </a:lnTo>
                <a:close/>
                <a:moveTo>
                  <a:pt x="4912153" y="2995322"/>
                </a:moveTo>
                <a:lnTo>
                  <a:pt x="4910841" y="2997289"/>
                </a:lnTo>
                <a:lnTo>
                  <a:pt x="4925929" y="2997289"/>
                </a:lnTo>
                <a:lnTo>
                  <a:pt x="4927110" y="2995322"/>
                </a:lnTo>
                <a:close/>
                <a:moveTo>
                  <a:pt x="3229531" y="2991386"/>
                </a:moveTo>
                <a:lnTo>
                  <a:pt x="3237402" y="2991386"/>
                </a:lnTo>
                <a:lnTo>
                  <a:pt x="3241340" y="3003193"/>
                </a:lnTo>
                <a:lnTo>
                  <a:pt x="3237402" y="3005161"/>
                </a:lnTo>
                <a:lnTo>
                  <a:pt x="3225595" y="2995322"/>
                </a:lnTo>
                <a:close/>
                <a:moveTo>
                  <a:pt x="8491976" y="2991385"/>
                </a:moveTo>
                <a:lnTo>
                  <a:pt x="8503784" y="2995321"/>
                </a:lnTo>
                <a:lnTo>
                  <a:pt x="8503784" y="3003193"/>
                </a:lnTo>
                <a:lnTo>
                  <a:pt x="8491976" y="3005161"/>
                </a:lnTo>
                <a:lnTo>
                  <a:pt x="8488040" y="2999257"/>
                </a:lnTo>
                <a:close/>
                <a:moveTo>
                  <a:pt x="8442776" y="2987449"/>
                </a:moveTo>
                <a:lnTo>
                  <a:pt x="8454584" y="2987449"/>
                </a:lnTo>
                <a:lnTo>
                  <a:pt x="8462456" y="2999257"/>
                </a:lnTo>
                <a:lnTo>
                  <a:pt x="8474265" y="2991385"/>
                </a:lnTo>
                <a:lnTo>
                  <a:pt x="8484105" y="3007129"/>
                </a:lnTo>
                <a:lnTo>
                  <a:pt x="8488041" y="3020905"/>
                </a:lnTo>
                <a:lnTo>
                  <a:pt x="8495913" y="3024841"/>
                </a:lnTo>
                <a:lnTo>
                  <a:pt x="8491977" y="3032713"/>
                </a:lnTo>
                <a:lnTo>
                  <a:pt x="8466393" y="3020905"/>
                </a:lnTo>
                <a:lnTo>
                  <a:pt x="8450648" y="3007129"/>
                </a:lnTo>
                <a:lnTo>
                  <a:pt x="8446712" y="3015001"/>
                </a:lnTo>
                <a:lnTo>
                  <a:pt x="8430968" y="2999257"/>
                </a:lnTo>
                <a:close/>
                <a:moveTo>
                  <a:pt x="5612768" y="2987448"/>
                </a:moveTo>
                <a:lnTo>
                  <a:pt x="5612766" y="2987458"/>
                </a:lnTo>
                <a:lnTo>
                  <a:pt x="5604896" y="3028777"/>
                </a:lnTo>
                <a:lnTo>
                  <a:pt x="5600965" y="3036639"/>
                </a:lnTo>
                <a:lnTo>
                  <a:pt x="5604896" y="3030742"/>
                </a:lnTo>
                <a:lnTo>
                  <a:pt x="5612766" y="2987458"/>
                </a:lnTo>
                <a:lnTo>
                  <a:pt x="5612768" y="2987448"/>
                </a:lnTo>
                <a:close/>
                <a:moveTo>
                  <a:pt x="7909444" y="2981545"/>
                </a:moveTo>
                <a:lnTo>
                  <a:pt x="7889763" y="2985481"/>
                </a:lnTo>
                <a:lnTo>
                  <a:pt x="7885827" y="2999257"/>
                </a:lnTo>
                <a:lnTo>
                  <a:pt x="7875987" y="3011065"/>
                </a:lnTo>
                <a:lnTo>
                  <a:pt x="7875987" y="3013033"/>
                </a:lnTo>
                <a:lnTo>
                  <a:pt x="7887795" y="3001224"/>
                </a:lnTo>
                <a:lnTo>
                  <a:pt x="7891731" y="2985480"/>
                </a:lnTo>
                <a:lnTo>
                  <a:pt x="7910230" y="2981780"/>
                </a:lnTo>
                <a:close/>
                <a:moveTo>
                  <a:pt x="4282387" y="2979578"/>
                </a:moveTo>
                <a:lnTo>
                  <a:pt x="4286323" y="2979578"/>
                </a:lnTo>
                <a:lnTo>
                  <a:pt x="4290259" y="2983514"/>
                </a:lnTo>
                <a:lnTo>
                  <a:pt x="4286323" y="2987450"/>
                </a:lnTo>
                <a:close/>
                <a:moveTo>
                  <a:pt x="4971194" y="2977610"/>
                </a:moveTo>
                <a:lnTo>
                  <a:pt x="4979066" y="2985481"/>
                </a:lnTo>
                <a:lnTo>
                  <a:pt x="4983002" y="3005161"/>
                </a:lnTo>
                <a:lnTo>
                  <a:pt x="4994808" y="3018936"/>
                </a:lnTo>
                <a:lnTo>
                  <a:pt x="4984969" y="3003194"/>
                </a:lnTo>
                <a:lnTo>
                  <a:pt x="4981033" y="2985482"/>
                </a:lnTo>
                <a:lnTo>
                  <a:pt x="4973161" y="2977610"/>
                </a:lnTo>
                <a:close/>
                <a:moveTo>
                  <a:pt x="4937737" y="2977610"/>
                </a:moveTo>
                <a:lnTo>
                  <a:pt x="4937734" y="2977614"/>
                </a:lnTo>
                <a:lnTo>
                  <a:pt x="4937737" y="2977610"/>
                </a:lnTo>
                <a:close/>
                <a:moveTo>
                  <a:pt x="2475765" y="2977597"/>
                </a:moveTo>
                <a:lnTo>
                  <a:pt x="2475759" y="2977606"/>
                </a:lnTo>
                <a:lnTo>
                  <a:pt x="2475733" y="2977623"/>
                </a:lnTo>
                <a:lnTo>
                  <a:pt x="2475759" y="2977607"/>
                </a:lnTo>
                <a:close/>
                <a:moveTo>
                  <a:pt x="7996036" y="2973673"/>
                </a:moveTo>
                <a:lnTo>
                  <a:pt x="7984234" y="2981541"/>
                </a:lnTo>
                <a:lnTo>
                  <a:pt x="7996036" y="2975640"/>
                </a:lnTo>
                <a:lnTo>
                  <a:pt x="8007844" y="2993352"/>
                </a:lnTo>
                <a:lnTo>
                  <a:pt x="8019652" y="2993352"/>
                </a:lnTo>
                <a:lnTo>
                  <a:pt x="8027524" y="3026809"/>
                </a:lnTo>
                <a:lnTo>
                  <a:pt x="8015716" y="3056329"/>
                </a:lnTo>
                <a:lnTo>
                  <a:pt x="7982260" y="3056329"/>
                </a:lnTo>
                <a:lnTo>
                  <a:pt x="7970452" y="3064201"/>
                </a:lnTo>
                <a:lnTo>
                  <a:pt x="7970452" y="3064201"/>
                </a:lnTo>
                <a:lnTo>
                  <a:pt x="7982260" y="3056329"/>
                </a:lnTo>
                <a:lnTo>
                  <a:pt x="8015716" y="3056329"/>
                </a:lnTo>
                <a:lnTo>
                  <a:pt x="8027525" y="3026809"/>
                </a:lnTo>
                <a:lnTo>
                  <a:pt x="8019652" y="2991385"/>
                </a:lnTo>
                <a:lnTo>
                  <a:pt x="8019652" y="2991385"/>
                </a:lnTo>
                <a:lnTo>
                  <a:pt x="8007844" y="2991385"/>
                </a:lnTo>
                <a:close/>
                <a:moveTo>
                  <a:pt x="4307972" y="2973673"/>
                </a:moveTo>
                <a:lnTo>
                  <a:pt x="4315844" y="2973673"/>
                </a:lnTo>
                <a:lnTo>
                  <a:pt x="4319780" y="2977609"/>
                </a:lnTo>
                <a:lnTo>
                  <a:pt x="4311908" y="2979576"/>
                </a:lnTo>
                <a:close/>
                <a:moveTo>
                  <a:pt x="3225595" y="2969737"/>
                </a:moveTo>
                <a:lnTo>
                  <a:pt x="3231500" y="2977608"/>
                </a:lnTo>
                <a:lnTo>
                  <a:pt x="3225595" y="2979576"/>
                </a:lnTo>
                <a:lnTo>
                  <a:pt x="3221659" y="2973673"/>
                </a:lnTo>
                <a:close/>
                <a:moveTo>
                  <a:pt x="5067632" y="2969719"/>
                </a:moveTo>
                <a:lnTo>
                  <a:pt x="5067626" y="2969737"/>
                </a:lnTo>
                <a:lnTo>
                  <a:pt x="5067626" y="2969737"/>
                </a:lnTo>
                <a:close/>
                <a:moveTo>
                  <a:pt x="5616704" y="2957928"/>
                </a:moveTo>
                <a:lnTo>
                  <a:pt x="5620639" y="2977607"/>
                </a:lnTo>
                <a:lnTo>
                  <a:pt x="5620640" y="2977606"/>
                </a:lnTo>
                <a:lnTo>
                  <a:pt x="5616705" y="2957928"/>
                </a:lnTo>
                <a:close/>
                <a:moveTo>
                  <a:pt x="7960609" y="2954004"/>
                </a:moveTo>
                <a:lnTo>
                  <a:pt x="7949115" y="2992317"/>
                </a:lnTo>
                <a:lnTo>
                  <a:pt x="7952740" y="2993352"/>
                </a:lnTo>
                <a:lnTo>
                  <a:pt x="7982260" y="2997288"/>
                </a:lnTo>
                <a:lnTo>
                  <a:pt x="7984227" y="2981552"/>
                </a:lnTo>
                <a:lnTo>
                  <a:pt x="7982260" y="2995321"/>
                </a:lnTo>
                <a:lnTo>
                  <a:pt x="7952739" y="2991385"/>
                </a:lnTo>
                <a:close/>
                <a:moveTo>
                  <a:pt x="2418673" y="2950061"/>
                </a:moveTo>
                <a:lnTo>
                  <a:pt x="2406880" y="2953992"/>
                </a:lnTo>
                <a:lnTo>
                  <a:pt x="2365586" y="2957924"/>
                </a:lnTo>
                <a:lnTo>
                  <a:pt x="2406878" y="2955958"/>
                </a:lnTo>
                <a:close/>
                <a:moveTo>
                  <a:pt x="7773646" y="2944131"/>
                </a:moveTo>
                <a:lnTo>
                  <a:pt x="7773649" y="2944153"/>
                </a:lnTo>
                <a:lnTo>
                  <a:pt x="7773642" y="2944160"/>
                </a:lnTo>
                <a:lnTo>
                  <a:pt x="7773650" y="2944153"/>
                </a:lnTo>
                <a:close/>
                <a:moveTo>
                  <a:pt x="3227566" y="2942185"/>
                </a:moveTo>
                <a:lnTo>
                  <a:pt x="3227566" y="2953993"/>
                </a:lnTo>
                <a:lnTo>
                  <a:pt x="3219693" y="2953993"/>
                </a:lnTo>
                <a:lnTo>
                  <a:pt x="3217726" y="2959897"/>
                </a:lnTo>
                <a:lnTo>
                  <a:pt x="3213789" y="2953993"/>
                </a:lnTo>
                <a:lnTo>
                  <a:pt x="3209853" y="2946121"/>
                </a:lnTo>
                <a:lnTo>
                  <a:pt x="3217726" y="2946121"/>
                </a:lnTo>
                <a:close/>
                <a:moveTo>
                  <a:pt x="4571028" y="2931032"/>
                </a:moveTo>
                <a:lnTo>
                  <a:pt x="4577589" y="2936281"/>
                </a:lnTo>
                <a:lnTo>
                  <a:pt x="4589397" y="2944153"/>
                </a:lnTo>
                <a:lnTo>
                  <a:pt x="4601205" y="2959898"/>
                </a:lnTo>
                <a:lnTo>
                  <a:pt x="4630726" y="2985482"/>
                </a:lnTo>
                <a:lnTo>
                  <a:pt x="4630726" y="2985482"/>
                </a:lnTo>
                <a:lnTo>
                  <a:pt x="4638598" y="2965802"/>
                </a:lnTo>
                <a:lnTo>
                  <a:pt x="4650406" y="2961866"/>
                </a:lnTo>
                <a:lnTo>
                  <a:pt x="4660246" y="2977610"/>
                </a:lnTo>
                <a:lnTo>
                  <a:pt x="4661506" y="2976665"/>
                </a:lnTo>
                <a:lnTo>
                  <a:pt x="4650406" y="2961865"/>
                </a:lnTo>
                <a:lnTo>
                  <a:pt x="4638598" y="2965801"/>
                </a:lnTo>
                <a:lnTo>
                  <a:pt x="4630726" y="2983513"/>
                </a:lnTo>
                <a:lnTo>
                  <a:pt x="4601206" y="2957929"/>
                </a:lnTo>
                <a:lnTo>
                  <a:pt x="4589398" y="2942185"/>
                </a:lnTo>
                <a:lnTo>
                  <a:pt x="4577589" y="2934313"/>
                </a:lnTo>
                <a:close/>
                <a:moveTo>
                  <a:pt x="4286323" y="2928409"/>
                </a:moveTo>
                <a:lnTo>
                  <a:pt x="4292227" y="2928409"/>
                </a:lnTo>
                <a:lnTo>
                  <a:pt x="4296164" y="2934312"/>
                </a:lnTo>
                <a:lnTo>
                  <a:pt x="4282387" y="2932345"/>
                </a:lnTo>
                <a:close/>
                <a:moveTo>
                  <a:pt x="3209852" y="2918567"/>
                </a:moveTo>
                <a:lnTo>
                  <a:pt x="3217724" y="2924471"/>
                </a:lnTo>
                <a:lnTo>
                  <a:pt x="3209852" y="2928406"/>
                </a:lnTo>
                <a:lnTo>
                  <a:pt x="3205916" y="2928406"/>
                </a:lnTo>
                <a:lnTo>
                  <a:pt x="3205916" y="2924471"/>
                </a:lnTo>
                <a:close/>
                <a:moveTo>
                  <a:pt x="3127194" y="2898888"/>
                </a:moveTo>
                <a:lnTo>
                  <a:pt x="3133099" y="2904792"/>
                </a:lnTo>
                <a:lnTo>
                  <a:pt x="3127194" y="2906760"/>
                </a:lnTo>
                <a:lnTo>
                  <a:pt x="3123256" y="2900856"/>
                </a:lnTo>
                <a:close/>
                <a:moveTo>
                  <a:pt x="2406880" y="2892983"/>
                </a:moveTo>
                <a:lnTo>
                  <a:pt x="2407077" y="2894950"/>
                </a:lnTo>
                <a:lnTo>
                  <a:pt x="2438366" y="2894950"/>
                </a:lnTo>
                <a:lnTo>
                  <a:pt x="2448388" y="2898708"/>
                </a:lnTo>
                <a:lnTo>
                  <a:pt x="2438369" y="2892983"/>
                </a:lnTo>
                <a:close/>
                <a:moveTo>
                  <a:pt x="3066185" y="2883144"/>
                </a:moveTo>
                <a:lnTo>
                  <a:pt x="3095706" y="2887080"/>
                </a:lnTo>
                <a:lnTo>
                  <a:pt x="3095706" y="2891016"/>
                </a:lnTo>
                <a:lnTo>
                  <a:pt x="3091770" y="2898888"/>
                </a:lnTo>
                <a:lnTo>
                  <a:pt x="3058313" y="2898888"/>
                </a:lnTo>
                <a:lnTo>
                  <a:pt x="3058313" y="2887080"/>
                </a:lnTo>
                <a:close/>
                <a:moveTo>
                  <a:pt x="2767044" y="2883144"/>
                </a:moveTo>
                <a:lnTo>
                  <a:pt x="2800501" y="2896920"/>
                </a:lnTo>
                <a:lnTo>
                  <a:pt x="2800501" y="2906760"/>
                </a:lnTo>
                <a:lnTo>
                  <a:pt x="2767044" y="2904792"/>
                </a:lnTo>
                <a:lnTo>
                  <a:pt x="2755236" y="2896920"/>
                </a:lnTo>
                <a:lnTo>
                  <a:pt x="2753268" y="2889048"/>
                </a:lnTo>
                <a:close/>
                <a:moveTo>
                  <a:pt x="3621133" y="2877240"/>
                </a:moveTo>
                <a:lnTo>
                  <a:pt x="3623101" y="2877240"/>
                </a:lnTo>
                <a:lnTo>
                  <a:pt x="3623101" y="2879208"/>
                </a:lnTo>
                <a:lnTo>
                  <a:pt x="3623101" y="2881176"/>
                </a:lnTo>
                <a:lnTo>
                  <a:pt x="3621133" y="2881176"/>
                </a:lnTo>
                <a:lnTo>
                  <a:pt x="3621133" y="2879208"/>
                </a:lnTo>
                <a:close/>
                <a:moveTo>
                  <a:pt x="3617197" y="2877240"/>
                </a:moveTo>
                <a:lnTo>
                  <a:pt x="3619165" y="2877240"/>
                </a:lnTo>
                <a:lnTo>
                  <a:pt x="3621133" y="2879208"/>
                </a:lnTo>
                <a:lnTo>
                  <a:pt x="3619165" y="2879208"/>
                </a:lnTo>
                <a:lnTo>
                  <a:pt x="3617197" y="2879208"/>
                </a:lnTo>
                <a:close/>
                <a:moveTo>
                  <a:pt x="3630973" y="2875272"/>
                </a:moveTo>
                <a:lnTo>
                  <a:pt x="3632941" y="2875272"/>
                </a:lnTo>
                <a:lnTo>
                  <a:pt x="3632941" y="2877240"/>
                </a:lnTo>
                <a:lnTo>
                  <a:pt x="3630973" y="2877240"/>
                </a:lnTo>
                <a:close/>
                <a:moveTo>
                  <a:pt x="7856306" y="2871336"/>
                </a:moveTo>
                <a:lnTo>
                  <a:pt x="7838416" y="2892805"/>
                </a:lnTo>
                <a:lnTo>
                  <a:pt x="7838595" y="2892984"/>
                </a:lnTo>
                <a:lnTo>
                  <a:pt x="7856307" y="2871336"/>
                </a:lnTo>
                <a:close/>
                <a:moveTo>
                  <a:pt x="3613261" y="2871336"/>
                </a:moveTo>
                <a:lnTo>
                  <a:pt x="3615229" y="2873304"/>
                </a:lnTo>
                <a:lnTo>
                  <a:pt x="3613261" y="2873304"/>
                </a:lnTo>
                <a:close/>
                <a:moveTo>
                  <a:pt x="7909465" y="2867406"/>
                </a:moveTo>
                <a:lnTo>
                  <a:pt x="7923220" y="2871336"/>
                </a:lnTo>
                <a:lnTo>
                  <a:pt x="7931092" y="2904792"/>
                </a:lnTo>
                <a:lnTo>
                  <a:pt x="7958625" y="2940192"/>
                </a:lnTo>
                <a:lnTo>
                  <a:pt x="7933059" y="2904793"/>
                </a:lnTo>
                <a:lnTo>
                  <a:pt x="7925187" y="2871336"/>
                </a:lnTo>
                <a:close/>
                <a:moveTo>
                  <a:pt x="8434904" y="2863464"/>
                </a:moveTo>
                <a:lnTo>
                  <a:pt x="8442776" y="2867400"/>
                </a:lnTo>
                <a:lnTo>
                  <a:pt x="8438840" y="2892984"/>
                </a:lnTo>
                <a:lnTo>
                  <a:pt x="8450648" y="2904793"/>
                </a:lnTo>
                <a:lnTo>
                  <a:pt x="8446712" y="2922505"/>
                </a:lnTo>
                <a:lnTo>
                  <a:pt x="8421128" y="2946121"/>
                </a:lnTo>
                <a:lnTo>
                  <a:pt x="8417192" y="2957929"/>
                </a:lnTo>
                <a:lnTo>
                  <a:pt x="8423096" y="2979577"/>
                </a:lnTo>
                <a:lnTo>
                  <a:pt x="8429000" y="2987449"/>
                </a:lnTo>
                <a:lnTo>
                  <a:pt x="8423096" y="3003193"/>
                </a:lnTo>
                <a:lnTo>
                  <a:pt x="8421128" y="3009097"/>
                </a:lnTo>
                <a:lnTo>
                  <a:pt x="8401447" y="2999257"/>
                </a:lnTo>
                <a:lnTo>
                  <a:pt x="8401447" y="2975641"/>
                </a:lnTo>
                <a:lnTo>
                  <a:pt x="8381767" y="2967769"/>
                </a:lnTo>
                <a:lnTo>
                  <a:pt x="8369959" y="2938249"/>
                </a:lnTo>
                <a:lnTo>
                  <a:pt x="8373895" y="2926441"/>
                </a:lnTo>
                <a:lnTo>
                  <a:pt x="8381767" y="2926441"/>
                </a:lnTo>
                <a:lnTo>
                  <a:pt x="8389639" y="2885112"/>
                </a:lnTo>
                <a:lnTo>
                  <a:pt x="8397511" y="2877240"/>
                </a:lnTo>
                <a:lnTo>
                  <a:pt x="8397511" y="2867400"/>
                </a:lnTo>
                <a:lnTo>
                  <a:pt x="8405383" y="2867400"/>
                </a:lnTo>
                <a:lnTo>
                  <a:pt x="8421128" y="2869368"/>
                </a:lnTo>
                <a:close/>
                <a:moveTo>
                  <a:pt x="7945011" y="2855834"/>
                </a:moveTo>
                <a:lnTo>
                  <a:pt x="7944867" y="2857560"/>
                </a:lnTo>
                <a:lnTo>
                  <a:pt x="7960611" y="2891016"/>
                </a:lnTo>
                <a:lnTo>
                  <a:pt x="8001940" y="2924473"/>
                </a:lnTo>
                <a:lnTo>
                  <a:pt x="8003908" y="2936281"/>
                </a:lnTo>
                <a:lnTo>
                  <a:pt x="8025556" y="2944153"/>
                </a:lnTo>
                <a:lnTo>
                  <a:pt x="8020042" y="2988268"/>
                </a:lnTo>
                <a:lnTo>
                  <a:pt x="8025557" y="2944152"/>
                </a:lnTo>
                <a:lnTo>
                  <a:pt x="8003908" y="2936280"/>
                </a:lnTo>
                <a:lnTo>
                  <a:pt x="8001940" y="2924472"/>
                </a:lnTo>
                <a:lnTo>
                  <a:pt x="7964548" y="2889048"/>
                </a:lnTo>
                <a:close/>
                <a:moveTo>
                  <a:pt x="7744130" y="2845751"/>
                </a:moveTo>
                <a:lnTo>
                  <a:pt x="7744129" y="2845752"/>
                </a:lnTo>
                <a:lnTo>
                  <a:pt x="7744129" y="2883144"/>
                </a:lnTo>
                <a:lnTo>
                  <a:pt x="7756506" y="2892427"/>
                </a:lnTo>
                <a:lnTo>
                  <a:pt x="7744130" y="2881176"/>
                </a:lnTo>
                <a:close/>
                <a:moveTo>
                  <a:pt x="2938263" y="2841815"/>
                </a:moveTo>
                <a:lnTo>
                  <a:pt x="2963848" y="2845751"/>
                </a:lnTo>
                <a:lnTo>
                  <a:pt x="2987464" y="2859527"/>
                </a:lnTo>
                <a:lnTo>
                  <a:pt x="3003208" y="2859527"/>
                </a:lnTo>
                <a:lnTo>
                  <a:pt x="3020921" y="2875271"/>
                </a:lnTo>
                <a:lnTo>
                  <a:pt x="3020921" y="2887079"/>
                </a:lnTo>
                <a:lnTo>
                  <a:pt x="3013049" y="2894951"/>
                </a:lnTo>
                <a:lnTo>
                  <a:pt x="2999272" y="2887079"/>
                </a:lnTo>
                <a:lnTo>
                  <a:pt x="2979592" y="2887079"/>
                </a:lnTo>
                <a:lnTo>
                  <a:pt x="2957944" y="2887079"/>
                </a:lnTo>
                <a:lnTo>
                  <a:pt x="2954007" y="2894951"/>
                </a:lnTo>
                <a:lnTo>
                  <a:pt x="2938263" y="2906759"/>
                </a:lnTo>
                <a:lnTo>
                  <a:pt x="2926455" y="2902823"/>
                </a:lnTo>
                <a:lnTo>
                  <a:pt x="2926455" y="2894951"/>
                </a:lnTo>
                <a:lnTo>
                  <a:pt x="2930391" y="2875271"/>
                </a:lnTo>
                <a:lnTo>
                  <a:pt x="2930391" y="2847719"/>
                </a:lnTo>
                <a:close/>
                <a:moveTo>
                  <a:pt x="2898903" y="2841815"/>
                </a:moveTo>
                <a:lnTo>
                  <a:pt x="2910712" y="2845751"/>
                </a:lnTo>
                <a:lnTo>
                  <a:pt x="2928424" y="2847719"/>
                </a:lnTo>
                <a:lnTo>
                  <a:pt x="2928424" y="2875271"/>
                </a:lnTo>
                <a:lnTo>
                  <a:pt x="2924487" y="2894951"/>
                </a:lnTo>
                <a:lnTo>
                  <a:pt x="2894967" y="2898887"/>
                </a:lnTo>
                <a:lnTo>
                  <a:pt x="2875286" y="2894951"/>
                </a:lnTo>
                <a:lnTo>
                  <a:pt x="2855606" y="2887079"/>
                </a:lnTo>
                <a:lnTo>
                  <a:pt x="2855606" y="2879207"/>
                </a:lnTo>
                <a:lnTo>
                  <a:pt x="2879223" y="2879207"/>
                </a:lnTo>
                <a:lnTo>
                  <a:pt x="2904807" y="2883143"/>
                </a:lnTo>
                <a:lnTo>
                  <a:pt x="2910712" y="2871335"/>
                </a:lnTo>
                <a:lnTo>
                  <a:pt x="2898903" y="2867399"/>
                </a:lnTo>
                <a:lnTo>
                  <a:pt x="2898903" y="2855591"/>
                </a:lnTo>
                <a:lnTo>
                  <a:pt x="2883160" y="2855591"/>
                </a:lnTo>
                <a:lnTo>
                  <a:pt x="2883160" y="2847719"/>
                </a:lnTo>
                <a:close/>
                <a:moveTo>
                  <a:pt x="549068" y="2841814"/>
                </a:moveTo>
                <a:lnTo>
                  <a:pt x="556940" y="2841814"/>
                </a:lnTo>
                <a:lnTo>
                  <a:pt x="568748" y="2857558"/>
                </a:lnTo>
                <a:lnTo>
                  <a:pt x="572684" y="2857558"/>
                </a:lnTo>
                <a:lnTo>
                  <a:pt x="576620" y="2865430"/>
                </a:lnTo>
                <a:lnTo>
                  <a:pt x="553004" y="2881174"/>
                </a:lnTo>
                <a:lnTo>
                  <a:pt x="545132" y="2873302"/>
                </a:lnTo>
                <a:lnTo>
                  <a:pt x="545132" y="2853622"/>
                </a:lnTo>
                <a:close/>
                <a:moveTo>
                  <a:pt x="4327651" y="2828040"/>
                </a:moveTo>
                <a:lnTo>
                  <a:pt x="4329619" y="2828040"/>
                </a:lnTo>
                <a:lnTo>
                  <a:pt x="4329619" y="2830008"/>
                </a:lnTo>
                <a:close/>
                <a:moveTo>
                  <a:pt x="5055801" y="2828036"/>
                </a:moveTo>
                <a:lnTo>
                  <a:pt x="5055818" y="2828041"/>
                </a:lnTo>
                <a:lnTo>
                  <a:pt x="5055818" y="2847721"/>
                </a:lnTo>
                <a:lnTo>
                  <a:pt x="5059754" y="2859529"/>
                </a:lnTo>
                <a:lnTo>
                  <a:pt x="5104963" y="2855761"/>
                </a:lnTo>
                <a:lnTo>
                  <a:pt x="5105018" y="2855592"/>
                </a:lnTo>
                <a:lnTo>
                  <a:pt x="5059754" y="2859528"/>
                </a:lnTo>
                <a:lnTo>
                  <a:pt x="5055818" y="2847720"/>
                </a:lnTo>
                <a:lnTo>
                  <a:pt x="5055818" y="2828040"/>
                </a:lnTo>
                <a:close/>
                <a:moveTo>
                  <a:pt x="531356" y="2822134"/>
                </a:moveTo>
                <a:lnTo>
                  <a:pt x="537260" y="2822134"/>
                </a:lnTo>
                <a:lnTo>
                  <a:pt x="541197" y="2822134"/>
                </a:lnTo>
                <a:lnTo>
                  <a:pt x="541197" y="2830006"/>
                </a:lnTo>
                <a:lnTo>
                  <a:pt x="537260" y="2830006"/>
                </a:lnTo>
                <a:close/>
                <a:moveTo>
                  <a:pt x="8098374" y="2818199"/>
                </a:moveTo>
                <a:lnTo>
                  <a:pt x="8110182" y="2818199"/>
                </a:lnTo>
                <a:lnTo>
                  <a:pt x="8125926" y="2826071"/>
                </a:lnTo>
                <a:lnTo>
                  <a:pt x="8118054" y="2831975"/>
                </a:lnTo>
                <a:lnTo>
                  <a:pt x="8106246" y="2859528"/>
                </a:lnTo>
                <a:lnTo>
                  <a:pt x="8090501" y="2871336"/>
                </a:lnTo>
                <a:lnTo>
                  <a:pt x="8074757" y="2875272"/>
                </a:lnTo>
                <a:lnTo>
                  <a:pt x="8059013" y="2863464"/>
                </a:lnTo>
                <a:lnTo>
                  <a:pt x="8059013" y="2839848"/>
                </a:lnTo>
                <a:lnTo>
                  <a:pt x="8074757" y="2822135"/>
                </a:lnTo>
                <a:lnTo>
                  <a:pt x="8078693" y="2826071"/>
                </a:lnTo>
                <a:close/>
                <a:moveTo>
                  <a:pt x="7777586" y="2818199"/>
                </a:moveTo>
                <a:lnTo>
                  <a:pt x="7777585" y="2818200"/>
                </a:lnTo>
                <a:lnTo>
                  <a:pt x="7777584" y="2818203"/>
                </a:lnTo>
                <a:close/>
                <a:moveTo>
                  <a:pt x="515612" y="2810326"/>
                </a:moveTo>
                <a:lnTo>
                  <a:pt x="519548" y="2814262"/>
                </a:lnTo>
                <a:lnTo>
                  <a:pt x="519548" y="2818198"/>
                </a:lnTo>
                <a:lnTo>
                  <a:pt x="511676" y="2814262"/>
                </a:lnTo>
                <a:close/>
                <a:moveTo>
                  <a:pt x="7812355" y="2806610"/>
                </a:moveTo>
                <a:lnTo>
                  <a:pt x="7811256" y="2806976"/>
                </a:lnTo>
                <a:lnTo>
                  <a:pt x="7811525" y="2807716"/>
                </a:lnTo>
                <a:close/>
                <a:moveTo>
                  <a:pt x="2887094" y="2804423"/>
                </a:moveTo>
                <a:lnTo>
                  <a:pt x="2894966" y="2806391"/>
                </a:lnTo>
                <a:lnTo>
                  <a:pt x="2887094" y="2814262"/>
                </a:lnTo>
                <a:lnTo>
                  <a:pt x="2875286" y="2810327"/>
                </a:lnTo>
                <a:close/>
                <a:moveTo>
                  <a:pt x="486092" y="2804421"/>
                </a:moveTo>
                <a:lnTo>
                  <a:pt x="491996" y="2806389"/>
                </a:lnTo>
                <a:lnTo>
                  <a:pt x="486092" y="2810324"/>
                </a:lnTo>
                <a:lnTo>
                  <a:pt x="482155" y="2806389"/>
                </a:lnTo>
                <a:close/>
                <a:moveTo>
                  <a:pt x="7891731" y="2790647"/>
                </a:moveTo>
                <a:lnTo>
                  <a:pt x="7891731" y="2792616"/>
                </a:lnTo>
                <a:lnTo>
                  <a:pt x="7921251" y="2796552"/>
                </a:lnTo>
                <a:lnTo>
                  <a:pt x="7948803" y="2810328"/>
                </a:lnTo>
                <a:lnTo>
                  <a:pt x="7948783" y="2810566"/>
                </a:lnTo>
                <a:lnTo>
                  <a:pt x="7948804" y="2810327"/>
                </a:lnTo>
                <a:lnTo>
                  <a:pt x="7923219" y="2794583"/>
                </a:lnTo>
                <a:close/>
                <a:moveTo>
                  <a:pt x="2930391" y="2788678"/>
                </a:moveTo>
                <a:lnTo>
                  <a:pt x="2940232" y="2792614"/>
                </a:lnTo>
                <a:lnTo>
                  <a:pt x="2936295" y="2796550"/>
                </a:lnTo>
                <a:lnTo>
                  <a:pt x="2926455" y="2792614"/>
                </a:lnTo>
                <a:close/>
                <a:moveTo>
                  <a:pt x="7842517" y="2786689"/>
                </a:moveTo>
                <a:lnTo>
                  <a:pt x="7842530" y="2786711"/>
                </a:lnTo>
                <a:lnTo>
                  <a:pt x="7838594" y="2786711"/>
                </a:lnTo>
                <a:lnTo>
                  <a:pt x="7840562" y="2788679"/>
                </a:lnTo>
                <a:lnTo>
                  <a:pt x="7856306" y="2788679"/>
                </a:lnTo>
                <a:lnTo>
                  <a:pt x="7856044" y="2786711"/>
                </a:lnTo>
                <a:lnTo>
                  <a:pt x="7842531" y="2786711"/>
                </a:lnTo>
                <a:close/>
                <a:moveTo>
                  <a:pt x="446731" y="2782774"/>
                </a:moveTo>
                <a:lnTo>
                  <a:pt x="450667" y="2788677"/>
                </a:lnTo>
                <a:lnTo>
                  <a:pt x="438859" y="2788677"/>
                </a:lnTo>
                <a:close/>
                <a:moveTo>
                  <a:pt x="2894966" y="2768998"/>
                </a:moveTo>
                <a:lnTo>
                  <a:pt x="2898902" y="2772934"/>
                </a:lnTo>
                <a:lnTo>
                  <a:pt x="2898902" y="2776870"/>
                </a:lnTo>
                <a:lnTo>
                  <a:pt x="2894966" y="2776870"/>
                </a:lnTo>
                <a:close/>
                <a:moveTo>
                  <a:pt x="2629282" y="2768998"/>
                </a:moveTo>
                <a:lnTo>
                  <a:pt x="2633216" y="2768998"/>
                </a:lnTo>
                <a:lnTo>
                  <a:pt x="2637153" y="2772934"/>
                </a:lnTo>
                <a:lnTo>
                  <a:pt x="2629282" y="2772934"/>
                </a:lnTo>
                <a:close/>
                <a:moveTo>
                  <a:pt x="7818907" y="2767207"/>
                </a:moveTo>
                <a:lnTo>
                  <a:pt x="7833705" y="2772588"/>
                </a:lnTo>
                <a:lnTo>
                  <a:pt x="7832691" y="2770967"/>
                </a:lnTo>
                <a:close/>
                <a:moveTo>
                  <a:pt x="5923715" y="2761127"/>
                </a:moveTo>
                <a:lnTo>
                  <a:pt x="5923714" y="2761128"/>
                </a:lnTo>
                <a:lnTo>
                  <a:pt x="5923714" y="2778836"/>
                </a:lnTo>
                <a:lnTo>
                  <a:pt x="5923715" y="2778836"/>
                </a:lnTo>
                <a:close/>
                <a:moveTo>
                  <a:pt x="4605152" y="2757288"/>
                </a:moveTo>
                <a:lnTo>
                  <a:pt x="4608882" y="2794584"/>
                </a:lnTo>
                <a:lnTo>
                  <a:pt x="4609078" y="2794584"/>
                </a:lnTo>
                <a:close/>
                <a:moveTo>
                  <a:pt x="2859542" y="2757191"/>
                </a:moveTo>
                <a:lnTo>
                  <a:pt x="2869383" y="2765063"/>
                </a:lnTo>
                <a:lnTo>
                  <a:pt x="2873319" y="2772935"/>
                </a:lnTo>
                <a:lnTo>
                  <a:pt x="2859542" y="2788679"/>
                </a:lnTo>
                <a:lnTo>
                  <a:pt x="2855606" y="2780807"/>
                </a:lnTo>
                <a:lnTo>
                  <a:pt x="2865447" y="2772935"/>
                </a:lnTo>
                <a:lnTo>
                  <a:pt x="2865447" y="2768999"/>
                </a:lnTo>
                <a:lnTo>
                  <a:pt x="2855606" y="2761127"/>
                </a:lnTo>
                <a:close/>
                <a:moveTo>
                  <a:pt x="2639123" y="2743415"/>
                </a:moveTo>
                <a:lnTo>
                  <a:pt x="2652897" y="2747351"/>
                </a:lnTo>
                <a:lnTo>
                  <a:pt x="2696195" y="2747351"/>
                </a:lnTo>
                <a:lnTo>
                  <a:pt x="2711940" y="2759159"/>
                </a:lnTo>
                <a:lnTo>
                  <a:pt x="2717844" y="2768999"/>
                </a:lnTo>
                <a:lnTo>
                  <a:pt x="2741459" y="2768999"/>
                </a:lnTo>
                <a:lnTo>
                  <a:pt x="2784757" y="2792616"/>
                </a:lnTo>
                <a:lnTo>
                  <a:pt x="2794597" y="2804424"/>
                </a:lnTo>
                <a:lnTo>
                  <a:pt x="2806406" y="2804424"/>
                </a:lnTo>
                <a:lnTo>
                  <a:pt x="2822150" y="2818200"/>
                </a:lnTo>
                <a:lnTo>
                  <a:pt x="2847734" y="2822136"/>
                </a:lnTo>
                <a:lnTo>
                  <a:pt x="2855606" y="2833944"/>
                </a:lnTo>
                <a:lnTo>
                  <a:pt x="2818213" y="2837880"/>
                </a:lnTo>
                <a:lnTo>
                  <a:pt x="2806406" y="2837880"/>
                </a:lnTo>
                <a:lnTo>
                  <a:pt x="2772948" y="2845752"/>
                </a:lnTo>
                <a:lnTo>
                  <a:pt x="2761141" y="2841816"/>
                </a:lnTo>
                <a:lnTo>
                  <a:pt x="2761141" y="2830008"/>
                </a:lnTo>
                <a:lnTo>
                  <a:pt x="2772948" y="2818200"/>
                </a:lnTo>
                <a:lnTo>
                  <a:pt x="2769013" y="2810328"/>
                </a:lnTo>
                <a:lnTo>
                  <a:pt x="2749332" y="2810328"/>
                </a:lnTo>
                <a:lnTo>
                  <a:pt x="2729651" y="2792616"/>
                </a:lnTo>
                <a:lnTo>
                  <a:pt x="2706036" y="2788680"/>
                </a:lnTo>
                <a:lnTo>
                  <a:pt x="2696195" y="2776871"/>
                </a:lnTo>
                <a:lnTo>
                  <a:pt x="2672579" y="2776871"/>
                </a:lnTo>
                <a:lnTo>
                  <a:pt x="2648962" y="2761127"/>
                </a:lnTo>
                <a:lnTo>
                  <a:pt x="2648962" y="2759159"/>
                </a:lnTo>
                <a:lnTo>
                  <a:pt x="2631250" y="2759159"/>
                </a:lnTo>
                <a:lnTo>
                  <a:pt x="2607634" y="2772935"/>
                </a:lnTo>
                <a:lnTo>
                  <a:pt x="2593856" y="2768999"/>
                </a:lnTo>
                <a:lnTo>
                  <a:pt x="2593856" y="2761127"/>
                </a:lnTo>
                <a:lnTo>
                  <a:pt x="2619441" y="2747351"/>
                </a:lnTo>
                <a:close/>
                <a:moveTo>
                  <a:pt x="5965014" y="2742254"/>
                </a:moveTo>
                <a:lnTo>
                  <a:pt x="5949298" y="2753256"/>
                </a:lnTo>
                <a:lnTo>
                  <a:pt x="5944821" y="2754634"/>
                </a:lnTo>
                <a:lnTo>
                  <a:pt x="5951267" y="2753252"/>
                </a:lnTo>
                <a:close/>
                <a:moveTo>
                  <a:pt x="7860243" y="2741447"/>
                </a:moveTo>
                <a:lnTo>
                  <a:pt x="7852371" y="2757191"/>
                </a:lnTo>
                <a:lnTo>
                  <a:pt x="7852578" y="2758743"/>
                </a:lnTo>
                <a:lnTo>
                  <a:pt x="7860242" y="2743415"/>
                </a:lnTo>
                <a:lnTo>
                  <a:pt x="7875987" y="2747351"/>
                </a:lnTo>
                <a:lnTo>
                  <a:pt x="7879923" y="2761127"/>
                </a:lnTo>
                <a:lnTo>
                  <a:pt x="7891731" y="2768999"/>
                </a:lnTo>
                <a:lnTo>
                  <a:pt x="7891731" y="2768999"/>
                </a:lnTo>
                <a:lnTo>
                  <a:pt x="7879923" y="2761127"/>
                </a:lnTo>
                <a:lnTo>
                  <a:pt x="7875987" y="2745383"/>
                </a:lnTo>
                <a:close/>
                <a:moveTo>
                  <a:pt x="2830021" y="2733575"/>
                </a:moveTo>
                <a:lnTo>
                  <a:pt x="2837893" y="2733575"/>
                </a:lnTo>
                <a:lnTo>
                  <a:pt x="2837893" y="2745383"/>
                </a:lnTo>
                <a:lnTo>
                  <a:pt x="2841829" y="2761127"/>
                </a:lnTo>
                <a:lnTo>
                  <a:pt x="2837893" y="2761127"/>
                </a:lnTo>
                <a:close/>
                <a:moveTo>
                  <a:pt x="7887796" y="2733574"/>
                </a:moveTo>
                <a:lnTo>
                  <a:pt x="7875988" y="2745381"/>
                </a:lnTo>
                <a:lnTo>
                  <a:pt x="7887795" y="2735542"/>
                </a:lnTo>
                <a:lnTo>
                  <a:pt x="7903897" y="2737153"/>
                </a:lnTo>
                <a:close/>
                <a:moveTo>
                  <a:pt x="4614982" y="2731607"/>
                </a:moveTo>
                <a:lnTo>
                  <a:pt x="4614982" y="2731607"/>
                </a:lnTo>
                <a:lnTo>
                  <a:pt x="4638598" y="2731607"/>
                </a:lnTo>
                <a:lnTo>
                  <a:pt x="4638598" y="2731607"/>
                </a:lnTo>
                <a:close/>
                <a:moveTo>
                  <a:pt x="7590633" y="2727702"/>
                </a:moveTo>
                <a:lnTo>
                  <a:pt x="7594561" y="2743414"/>
                </a:lnTo>
                <a:lnTo>
                  <a:pt x="7596523" y="2752242"/>
                </a:lnTo>
                <a:lnTo>
                  <a:pt x="7594560" y="2741446"/>
                </a:lnTo>
                <a:close/>
                <a:moveTo>
                  <a:pt x="2765076" y="2719799"/>
                </a:moveTo>
                <a:lnTo>
                  <a:pt x="2765076" y="2727671"/>
                </a:lnTo>
                <a:lnTo>
                  <a:pt x="2761141" y="2723735"/>
                </a:lnTo>
                <a:close/>
                <a:moveTo>
                  <a:pt x="7948804" y="2715862"/>
                </a:moveTo>
                <a:lnTo>
                  <a:pt x="7940932" y="2741446"/>
                </a:lnTo>
                <a:lnTo>
                  <a:pt x="7951846" y="2717798"/>
                </a:lnTo>
                <a:close/>
                <a:moveTo>
                  <a:pt x="2818213" y="2706022"/>
                </a:moveTo>
                <a:lnTo>
                  <a:pt x="2826085" y="2706022"/>
                </a:lnTo>
                <a:lnTo>
                  <a:pt x="2833957" y="2723734"/>
                </a:lnTo>
                <a:lnTo>
                  <a:pt x="2826085" y="2723734"/>
                </a:lnTo>
                <a:close/>
                <a:moveTo>
                  <a:pt x="7765451" y="2704027"/>
                </a:moveTo>
                <a:lnTo>
                  <a:pt x="7785458" y="2727671"/>
                </a:lnTo>
                <a:lnTo>
                  <a:pt x="7785458" y="2753255"/>
                </a:lnTo>
                <a:lnTo>
                  <a:pt x="7811043" y="2753255"/>
                </a:lnTo>
                <a:lnTo>
                  <a:pt x="7811043" y="2753255"/>
                </a:lnTo>
                <a:lnTo>
                  <a:pt x="7785459" y="2753255"/>
                </a:lnTo>
                <a:lnTo>
                  <a:pt x="7785459" y="2725702"/>
                </a:lnTo>
                <a:close/>
                <a:moveTo>
                  <a:pt x="7748060" y="2697362"/>
                </a:moveTo>
                <a:lnTo>
                  <a:pt x="7763603" y="2702024"/>
                </a:lnTo>
                <a:lnTo>
                  <a:pt x="7761843" y="2700118"/>
                </a:lnTo>
                <a:close/>
                <a:moveTo>
                  <a:pt x="7643765" y="2694202"/>
                </a:moveTo>
                <a:lnTo>
                  <a:pt x="7643761" y="2694214"/>
                </a:lnTo>
                <a:lnTo>
                  <a:pt x="7628016" y="2694214"/>
                </a:lnTo>
                <a:lnTo>
                  <a:pt x="7626048" y="2707990"/>
                </a:lnTo>
                <a:lnTo>
                  <a:pt x="7614240" y="2711926"/>
                </a:lnTo>
                <a:lnTo>
                  <a:pt x="7617991" y="2749431"/>
                </a:lnTo>
                <a:lnTo>
                  <a:pt x="7618177" y="2749319"/>
                </a:lnTo>
                <a:lnTo>
                  <a:pt x="7614241" y="2711926"/>
                </a:lnTo>
                <a:lnTo>
                  <a:pt x="7626049" y="2707990"/>
                </a:lnTo>
                <a:lnTo>
                  <a:pt x="7629985" y="2694214"/>
                </a:lnTo>
                <a:lnTo>
                  <a:pt x="7643761" y="2694214"/>
                </a:lnTo>
                <a:close/>
                <a:moveTo>
                  <a:pt x="2755236" y="2692246"/>
                </a:moveTo>
                <a:lnTo>
                  <a:pt x="2763108" y="2700118"/>
                </a:lnTo>
                <a:lnTo>
                  <a:pt x="2765076" y="2711926"/>
                </a:lnTo>
                <a:lnTo>
                  <a:pt x="2753268" y="2711926"/>
                </a:lnTo>
                <a:lnTo>
                  <a:pt x="2753268" y="2700118"/>
                </a:lnTo>
                <a:close/>
                <a:moveTo>
                  <a:pt x="5299854" y="2692245"/>
                </a:moveTo>
                <a:lnTo>
                  <a:pt x="5272302" y="2696181"/>
                </a:lnTo>
                <a:lnTo>
                  <a:pt x="5272255" y="2696124"/>
                </a:lnTo>
                <a:lnTo>
                  <a:pt x="5272300" y="2696183"/>
                </a:lnTo>
                <a:lnTo>
                  <a:pt x="5299852" y="2692247"/>
                </a:lnTo>
                <a:lnTo>
                  <a:pt x="5317564" y="2725703"/>
                </a:lnTo>
                <a:lnTo>
                  <a:pt x="5140443" y="2855592"/>
                </a:lnTo>
                <a:lnTo>
                  <a:pt x="5317564" y="2727671"/>
                </a:lnTo>
                <a:lnTo>
                  <a:pt x="5396285" y="2749319"/>
                </a:lnTo>
                <a:lnTo>
                  <a:pt x="5408093" y="2788680"/>
                </a:lnTo>
                <a:lnTo>
                  <a:pt x="5429741" y="2818200"/>
                </a:lnTo>
                <a:lnTo>
                  <a:pt x="5429741" y="2818201"/>
                </a:lnTo>
                <a:lnTo>
                  <a:pt x="5429742" y="2818199"/>
                </a:lnTo>
                <a:lnTo>
                  <a:pt x="5408094" y="2786711"/>
                </a:lnTo>
                <a:lnTo>
                  <a:pt x="5396286" y="2749318"/>
                </a:lnTo>
                <a:lnTo>
                  <a:pt x="5437614" y="2723734"/>
                </a:lnTo>
                <a:lnTo>
                  <a:pt x="5654096" y="2833943"/>
                </a:lnTo>
                <a:lnTo>
                  <a:pt x="5654096" y="2953989"/>
                </a:lnTo>
                <a:lnTo>
                  <a:pt x="5654097" y="2953989"/>
                </a:lnTo>
                <a:lnTo>
                  <a:pt x="5654097" y="2833942"/>
                </a:lnTo>
                <a:lnTo>
                  <a:pt x="5437615" y="2723733"/>
                </a:lnTo>
                <a:lnTo>
                  <a:pt x="5396287" y="2749317"/>
                </a:lnTo>
                <a:lnTo>
                  <a:pt x="5317566" y="2725701"/>
                </a:lnTo>
                <a:close/>
                <a:moveTo>
                  <a:pt x="4782263" y="2690279"/>
                </a:moveTo>
                <a:lnTo>
                  <a:pt x="4815720" y="2961865"/>
                </a:lnTo>
                <a:lnTo>
                  <a:pt x="4717319" y="2965801"/>
                </a:lnTo>
                <a:lnTo>
                  <a:pt x="4711415" y="2957929"/>
                </a:lnTo>
                <a:lnTo>
                  <a:pt x="4695670" y="2965801"/>
                </a:lnTo>
                <a:lnTo>
                  <a:pt x="4675990" y="2965801"/>
                </a:lnTo>
                <a:lnTo>
                  <a:pt x="4675985" y="2965805"/>
                </a:lnTo>
                <a:lnTo>
                  <a:pt x="4675990" y="2965802"/>
                </a:lnTo>
                <a:lnTo>
                  <a:pt x="4695670" y="2965802"/>
                </a:lnTo>
                <a:lnTo>
                  <a:pt x="4711414" y="2957930"/>
                </a:lnTo>
                <a:lnTo>
                  <a:pt x="4717318" y="2965802"/>
                </a:lnTo>
                <a:lnTo>
                  <a:pt x="4817687" y="2961866"/>
                </a:lnTo>
                <a:lnTo>
                  <a:pt x="4782518" y="2690279"/>
                </a:lnTo>
                <a:close/>
                <a:moveTo>
                  <a:pt x="8478200" y="2688311"/>
                </a:moveTo>
                <a:lnTo>
                  <a:pt x="8482136" y="2688311"/>
                </a:lnTo>
                <a:lnTo>
                  <a:pt x="8488040" y="2688311"/>
                </a:lnTo>
                <a:lnTo>
                  <a:pt x="8488040" y="2694215"/>
                </a:lnTo>
                <a:lnTo>
                  <a:pt x="8482136" y="2694215"/>
                </a:lnTo>
                <a:close/>
                <a:moveTo>
                  <a:pt x="8499848" y="2678470"/>
                </a:moveTo>
                <a:lnTo>
                  <a:pt x="8503784" y="2682406"/>
                </a:lnTo>
                <a:lnTo>
                  <a:pt x="8499848" y="2688310"/>
                </a:lnTo>
                <a:lnTo>
                  <a:pt x="8495912" y="2688310"/>
                </a:lnTo>
                <a:lnTo>
                  <a:pt x="8491976" y="2684374"/>
                </a:lnTo>
                <a:close/>
                <a:moveTo>
                  <a:pt x="2796564" y="2674534"/>
                </a:moveTo>
                <a:lnTo>
                  <a:pt x="2808373" y="2686342"/>
                </a:lnTo>
                <a:lnTo>
                  <a:pt x="2810342" y="2707990"/>
                </a:lnTo>
                <a:lnTo>
                  <a:pt x="2804437" y="2704054"/>
                </a:lnTo>
                <a:lnTo>
                  <a:pt x="2804437" y="2688310"/>
                </a:lnTo>
                <a:lnTo>
                  <a:pt x="2792629" y="2678470"/>
                </a:lnTo>
                <a:close/>
                <a:moveTo>
                  <a:pt x="8523465" y="2666662"/>
                </a:moveTo>
                <a:lnTo>
                  <a:pt x="8529369" y="2672566"/>
                </a:lnTo>
                <a:lnTo>
                  <a:pt x="8533305" y="2674534"/>
                </a:lnTo>
                <a:lnTo>
                  <a:pt x="8527401" y="2678470"/>
                </a:lnTo>
                <a:lnTo>
                  <a:pt x="8519529" y="2674534"/>
                </a:lnTo>
                <a:close/>
                <a:moveTo>
                  <a:pt x="8409319" y="2662726"/>
                </a:moveTo>
                <a:lnTo>
                  <a:pt x="8427031" y="2666662"/>
                </a:lnTo>
                <a:lnTo>
                  <a:pt x="8427031" y="2704055"/>
                </a:lnTo>
                <a:lnTo>
                  <a:pt x="8413255" y="2723735"/>
                </a:lnTo>
                <a:lnTo>
                  <a:pt x="8405383" y="2753255"/>
                </a:lnTo>
                <a:lnTo>
                  <a:pt x="8393575" y="2757191"/>
                </a:lnTo>
                <a:lnTo>
                  <a:pt x="8385703" y="2741447"/>
                </a:lnTo>
                <a:lnTo>
                  <a:pt x="8381767" y="2711927"/>
                </a:lnTo>
                <a:lnTo>
                  <a:pt x="8401447" y="2682406"/>
                </a:lnTo>
                <a:lnTo>
                  <a:pt x="8401447" y="2672566"/>
                </a:lnTo>
                <a:close/>
                <a:moveTo>
                  <a:pt x="4634662" y="2652886"/>
                </a:moveTo>
                <a:lnTo>
                  <a:pt x="4638578" y="2731205"/>
                </a:lnTo>
                <a:lnTo>
                  <a:pt x="4634758" y="2652886"/>
                </a:lnTo>
                <a:close/>
                <a:moveTo>
                  <a:pt x="7572912" y="2646982"/>
                </a:moveTo>
                <a:lnTo>
                  <a:pt x="7571031" y="2647132"/>
                </a:lnTo>
                <a:lnTo>
                  <a:pt x="7578817" y="2660757"/>
                </a:lnTo>
                <a:lnTo>
                  <a:pt x="7578817" y="2672565"/>
                </a:lnTo>
                <a:lnTo>
                  <a:pt x="7561108" y="2686339"/>
                </a:lnTo>
                <a:lnTo>
                  <a:pt x="7580784" y="2672566"/>
                </a:lnTo>
                <a:lnTo>
                  <a:pt x="7580784" y="2660758"/>
                </a:lnTo>
                <a:close/>
                <a:moveTo>
                  <a:pt x="6553479" y="2643045"/>
                </a:moveTo>
                <a:lnTo>
                  <a:pt x="6557415" y="2643045"/>
                </a:lnTo>
                <a:lnTo>
                  <a:pt x="6563319" y="2646981"/>
                </a:lnTo>
                <a:lnTo>
                  <a:pt x="6561351" y="2666661"/>
                </a:lnTo>
                <a:lnTo>
                  <a:pt x="6545607" y="2654853"/>
                </a:lnTo>
                <a:close/>
                <a:moveTo>
                  <a:pt x="2741461" y="2635173"/>
                </a:moveTo>
                <a:lnTo>
                  <a:pt x="2753268" y="2635173"/>
                </a:lnTo>
                <a:lnTo>
                  <a:pt x="2753268" y="2643045"/>
                </a:lnTo>
                <a:lnTo>
                  <a:pt x="2741461" y="2643045"/>
                </a:lnTo>
                <a:close/>
                <a:moveTo>
                  <a:pt x="2761141" y="2633206"/>
                </a:moveTo>
                <a:lnTo>
                  <a:pt x="2769013" y="2633206"/>
                </a:lnTo>
                <a:lnTo>
                  <a:pt x="2776885" y="2645014"/>
                </a:lnTo>
                <a:lnTo>
                  <a:pt x="2776885" y="2666662"/>
                </a:lnTo>
                <a:lnTo>
                  <a:pt x="2769013" y="2666662"/>
                </a:lnTo>
                <a:lnTo>
                  <a:pt x="2772948" y="2650918"/>
                </a:lnTo>
                <a:close/>
                <a:moveTo>
                  <a:pt x="5242781" y="2631237"/>
                </a:moveTo>
                <a:lnTo>
                  <a:pt x="5242780" y="2631238"/>
                </a:lnTo>
                <a:lnTo>
                  <a:pt x="5242783" y="2631262"/>
                </a:lnTo>
                <a:close/>
                <a:moveTo>
                  <a:pt x="7480415" y="2627301"/>
                </a:moveTo>
                <a:lnTo>
                  <a:pt x="7470575" y="2639110"/>
                </a:lnTo>
                <a:lnTo>
                  <a:pt x="7480415" y="2641078"/>
                </a:lnTo>
                <a:lnTo>
                  <a:pt x="7488287" y="2652886"/>
                </a:lnTo>
                <a:lnTo>
                  <a:pt x="7492223" y="2662725"/>
                </a:lnTo>
                <a:lnTo>
                  <a:pt x="7492224" y="2662725"/>
                </a:lnTo>
                <a:lnTo>
                  <a:pt x="7490256" y="2650917"/>
                </a:lnTo>
                <a:lnTo>
                  <a:pt x="7482384" y="2641077"/>
                </a:lnTo>
                <a:lnTo>
                  <a:pt x="7470576" y="2639109"/>
                </a:lnTo>
                <a:lnTo>
                  <a:pt x="7482233" y="2627453"/>
                </a:lnTo>
                <a:close/>
                <a:moveTo>
                  <a:pt x="6398006" y="2625334"/>
                </a:moveTo>
                <a:lnTo>
                  <a:pt x="6405878" y="2629270"/>
                </a:lnTo>
                <a:lnTo>
                  <a:pt x="6398006" y="2635174"/>
                </a:lnTo>
                <a:lnTo>
                  <a:pt x="6390134" y="2629270"/>
                </a:lnTo>
                <a:close/>
                <a:moveTo>
                  <a:pt x="7393851" y="2617472"/>
                </a:moveTo>
                <a:lnTo>
                  <a:pt x="7427279" y="2629269"/>
                </a:lnTo>
                <a:lnTo>
                  <a:pt x="7428934" y="2629166"/>
                </a:lnTo>
                <a:close/>
                <a:moveTo>
                  <a:pt x="8602185" y="2617462"/>
                </a:moveTo>
                <a:lnTo>
                  <a:pt x="8613993" y="2617462"/>
                </a:lnTo>
                <a:lnTo>
                  <a:pt x="8610057" y="2627302"/>
                </a:lnTo>
                <a:lnTo>
                  <a:pt x="8594313" y="2637142"/>
                </a:lnTo>
                <a:lnTo>
                  <a:pt x="8590377" y="2627302"/>
                </a:lnTo>
                <a:lnTo>
                  <a:pt x="8598249" y="2627302"/>
                </a:lnTo>
                <a:close/>
                <a:moveTo>
                  <a:pt x="6563319" y="2617461"/>
                </a:moveTo>
                <a:lnTo>
                  <a:pt x="6569223" y="2623365"/>
                </a:lnTo>
                <a:lnTo>
                  <a:pt x="6549543" y="2633205"/>
                </a:lnTo>
                <a:lnTo>
                  <a:pt x="6549543" y="2629269"/>
                </a:lnTo>
                <a:close/>
                <a:moveTo>
                  <a:pt x="4737000" y="2611559"/>
                </a:moveTo>
                <a:lnTo>
                  <a:pt x="4737000" y="2611559"/>
                </a:lnTo>
                <a:lnTo>
                  <a:pt x="4844453" y="2688311"/>
                </a:lnTo>
                <a:lnTo>
                  <a:pt x="4847208" y="2688311"/>
                </a:lnTo>
                <a:lnTo>
                  <a:pt x="5010553" y="2806392"/>
                </a:lnTo>
                <a:lnTo>
                  <a:pt x="5022362" y="2828041"/>
                </a:lnTo>
                <a:lnTo>
                  <a:pt x="5040950" y="2824323"/>
                </a:lnTo>
                <a:lnTo>
                  <a:pt x="5040074" y="2824104"/>
                </a:lnTo>
                <a:lnTo>
                  <a:pt x="5022362" y="2828040"/>
                </a:lnTo>
                <a:lnTo>
                  <a:pt x="5010554" y="2806392"/>
                </a:lnTo>
                <a:lnTo>
                  <a:pt x="4847208" y="2688311"/>
                </a:lnTo>
                <a:close/>
                <a:moveTo>
                  <a:pt x="4459508" y="2595813"/>
                </a:moveTo>
                <a:lnTo>
                  <a:pt x="4471316" y="2599748"/>
                </a:lnTo>
                <a:lnTo>
                  <a:pt x="4463444" y="2601716"/>
                </a:lnTo>
                <a:lnTo>
                  <a:pt x="4455572" y="2599748"/>
                </a:lnTo>
                <a:close/>
                <a:moveTo>
                  <a:pt x="4490997" y="2587941"/>
                </a:moveTo>
                <a:lnTo>
                  <a:pt x="4490997" y="2595813"/>
                </a:lnTo>
                <a:lnTo>
                  <a:pt x="4487061" y="2599749"/>
                </a:lnTo>
                <a:lnTo>
                  <a:pt x="4483125" y="2595813"/>
                </a:lnTo>
                <a:lnTo>
                  <a:pt x="4483125" y="2589909"/>
                </a:lnTo>
                <a:close/>
                <a:moveTo>
                  <a:pt x="8629738" y="2584006"/>
                </a:moveTo>
                <a:lnTo>
                  <a:pt x="8635642" y="2584006"/>
                </a:lnTo>
                <a:lnTo>
                  <a:pt x="8635642" y="2587942"/>
                </a:lnTo>
                <a:lnTo>
                  <a:pt x="8631706" y="2591878"/>
                </a:lnTo>
                <a:lnTo>
                  <a:pt x="8625802" y="2587942"/>
                </a:lnTo>
                <a:close/>
                <a:moveTo>
                  <a:pt x="7279744" y="2582053"/>
                </a:moveTo>
                <a:lnTo>
                  <a:pt x="7328878" y="2593845"/>
                </a:lnTo>
                <a:lnTo>
                  <a:pt x="7360191" y="2595802"/>
                </a:lnTo>
                <a:lnTo>
                  <a:pt x="7330846" y="2593846"/>
                </a:lnTo>
                <a:close/>
                <a:moveTo>
                  <a:pt x="4504773" y="2582038"/>
                </a:moveTo>
                <a:lnTo>
                  <a:pt x="4514614" y="2584006"/>
                </a:lnTo>
                <a:lnTo>
                  <a:pt x="4514614" y="2589910"/>
                </a:lnTo>
                <a:lnTo>
                  <a:pt x="4500837" y="2595813"/>
                </a:lnTo>
                <a:lnTo>
                  <a:pt x="4500837" y="2584006"/>
                </a:lnTo>
                <a:close/>
                <a:moveTo>
                  <a:pt x="4429989" y="2578102"/>
                </a:moveTo>
                <a:lnTo>
                  <a:pt x="4433925" y="2578102"/>
                </a:lnTo>
                <a:lnTo>
                  <a:pt x="4437861" y="2578102"/>
                </a:lnTo>
                <a:lnTo>
                  <a:pt x="4433925" y="2584005"/>
                </a:lnTo>
                <a:close/>
                <a:moveTo>
                  <a:pt x="5687432" y="2577929"/>
                </a:moveTo>
                <a:lnTo>
                  <a:pt x="5683617" y="2696181"/>
                </a:lnTo>
                <a:lnTo>
                  <a:pt x="5683617" y="2698088"/>
                </a:lnTo>
                <a:close/>
                <a:moveTo>
                  <a:pt x="4729139" y="2570288"/>
                </a:moveTo>
                <a:lnTo>
                  <a:pt x="4736975" y="2611428"/>
                </a:lnTo>
                <a:lnTo>
                  <a:pt x="4733063" y="2589910"/>
                </a:lnTo>
                <a:close/>
                <a:moveTo>
                  <a:pt x="4520518" y="2570230"/>
                </a:moveTo>
                <a:lnTo>
                  <a:pt x="4520518" y="2578102"/>
                </a:lnTo>
                <a:lnTo>
                  <a:pt x="4518549" y="2574166"/>
                </a:lnTo>
                <a:close/>
                <a:moveTo>
                  <a:pt x="4729129" y="2570228"/>
                </a:moveTo>
                <a:lnTo>
                  <a:pt x="4729127" y="2570229"/>
                </a:lnTo>
                <a:lnTo>
                  <a:pt x="4729127" y="2570229"/>
                </a:lnTo>
                <a:close/>
                <a:moveTo>
                  <a:pt x="7246238" y="2566300"/>
                </a:moveTo>
                <a:lnTo>
                  <a:pt x="7263933" y="2574165"/>
                </a:lnTo>
                <a:lnTo>
                  <a:pt x="7279671" y="2582034"/>
                </a:lnTo>
                <a:lnTo>
                  <a:pt x="7265901" y="2574166"/>
                </a:lnTo>
                <a:close/>
                <a:moveTo>
                  <a:pt x="7393801" y="2566276"/>
                </a:moveTo>
                <a:lnTo>
                  <a:pt x="7393823" y="2566294"/>
                </a:lnTo>
                <a:lnTo>
                  <a:pt x="7462703" y="2582038"/>
                </a:lnTo>
                <a:lnTo>
                  <a:pt x="7470575" y="2605653"/>
                </a:lnTo>
                <a:lnTo>
                  <a:pt x="7470575" y="2605653"/>
                </a:lnTo>
                <a:lnTo>
                  <a:pt x="7462703" y="2582037"/>
                </a:lnTo>
                <a:lnTo>
                  <a:pt x="7478447" y="2578101"/>
                </a:lnTo>
                <a:lnTo>
                  <a:pt x="7496159" y="2584005"/>
                </a:lnTo>
                <a:lnTo>
                  <a:pt x="7500095" y="2601717"/>
                </a:lnTo>
                <a:lnTo>
                  <a:pt x="7511903" y="2617461"/>
                </a:lnTo>
                <a:lnTo>
                  <a:pt x="7582752" y="2611557"/>
                </a:lnTo>
                <a:lnTo>
                  <a:pt x="7582752" y="2611557"/>
                </a:lnTo>
                <a:lnTo>
                  <a:pt x="7511904" y="2617461"/>
                </a:lnTo>
                <a:lnTo>
                  <a:pt x="7500096" y="2599749"/>
                </a:lnTo>
                <a:lnTo>
                  <a:pt x="7496160" y="2584005"/>
                </a:lnTo>
                <a:lnTo>
                  <a:pt x="7513872" y="2566293"/>
                </a:lnTo>
                <a:lnTo>
                  <a:pt x="7533553" y="2566293"/>
                </a:lnTo>
                <a:lnTo>
                  <a:pt x="7545361" y="2578101"/>
                </a:lnTo>
                <a:lnTo>
                  <a:pt x="7567009" y="2574165"/>
                </a:lnTo>
                <a:lnTo>
                  <a:pt x="7582753" y="2584005"/>
                </a:lnTo>
                <a:lnTo>
                  <a:pt x="7582753" y="2584005"/>
                </a:lnTo>
                <a:lnTo>
                  <a:pt x="7568977" y="2572197"/>
                </a:lnTo>
                <a:lnTo>
                  <a:pt x="7545361" y="2576133"/>
                </a:lnTo>
                <a:lnTo>
                  <a:pt x="7533553" y="2566293"/>
                </a:lnTo>
                <a:lnTo>
                  <a:pt x="7513872" y="2566293"/>
                </a:lnTo>
                <a:lnTo>
                  <a:pt x="7496160" y="2584005"/>
                </a:lnTo>
                <a:lnTo>
                  <a:pt x="7476480" y="2576133"/>
                </a:lnTo>
                <a:lnTo>
                  <a:pt x="7462704" y="2580069"/>
                </a:lnTo>
                <a:lnTo>
                  <a:pt x="7393823" y="2566293"/>
                </a:lnTo>
                <a:close/>
                <a:moveTo>
                  <a:pt x="8641546" y="2562357"/>
                </a:moveTo>
                <a:lnTo>
                  <a:pt x="8653354" y="2562357"/>
                </a:lnTo>
                <a:lnTo>
                  <a:pt x="8653354" y="2566293"/>
                </a:lnTo>
                <a:lnTo>
                  <a:pt x="8645482" y="2578101"/>
                </a:lnTo>
                <a:lnTo>
                  <a:pt x="8629738" y="2578101"/>
                </a:lnTo>
                <a:lnTo>
                  <a:pt x="8629738" y="2570229"/>
                </a:lnTo>
                <a:close/>
                <a:moveTo>
                  <a:pt x="7021412" y="2561882"/>
                </a:moveTo>
                <a:lnTo>
                  <a:pt x="6992347" y="2587941"/>
                </a:lnTo>
                <a:lnTo>
                  <a:pt x="6968731" y="2589909"/>
                </a:lnTo>
                <a:lnTo>
                  <a:pt x="6956923" y="2582037"/>
                </a:lnTo>
                <a:lnTo>
                  <a:pt x="6945114" y="2617461"/>
                </a:lnTo>
                <a:lnTo>
                  <a:pt x="6945124" y="2617478"/>
                </a:lnTo>
                <a:lnTo>
                  <a:pt x="6945115" y="2617461"/>
                </a:lnTo>
                <a:lnTo>
                  <a:pt x="6956923" y="2582037"/>
                </a:lnTo>
                <a:lnTo>
                  <a:pt x="6968731" y="2593845"/>
                </a:lnTo>
                <a:lnTo>
                  <a:pt x="6992347" y="2589909"/>
                </a:lnTo>
                <a:close/>
                <a:moveTo>
                  <a:pt x="2119487" y="2554449"/>
                </a:moveTo>
                <a:lnTo>
                  <a:pt x="2119548" y="2554484"/>
                </a:lnTo>
                <a:lnTo>
                  <a:pt x="2156941" y="2613525"/>
                </a:lnTo>
                <a:lnTo>
                  <a:pt x="2160875" y="2627295"/>
                </a:lnTo>
                <a:lnTo>
                  <a:pt x="2156940" y="2611555"/>
                </a:lnTo>
                <a:lnTo>
                  <a:pt x="2119548" y="2554482"/>
                </a:lnTo>
                <a:close/>
                <a:moveTo>
                  <a:pt x="7242517" y="2544066"/>
                </a:moveTo>
                <a:lnTo>
                  <a:pt x="7242285" y="2544645"/>
                </a:lnTo>
                <a:lnTo>
                  <a:pt x="7246220" y="2566285"/>
                </a:lnTo>
                <a:close/>
                <a:moveTo>
                  <a:pt x="2076251" y="2530866"/>
                </a:moveTo>
                <a:lnTo>
                  <a:pt x="2062474" y="2546610"/>
                </a:lnTo>
                <a:lnTo>
                  <a:pt x="2062474" y="2560386"/>
                </a:lnTo>
                <a:lnTo>
                  <a:pt x="2058539" y="2566290"/>
                </a:lnTo>
                <a:lnTo>
                  <a:pt x="2038858" y="2558418"/>
                </a:lnTo>
                <a:lnTo>
                  <a:pt x="2017210" y="2534802"/>
                </a:lnTo>
                <a:lnTo>
                  <a:pt x="2017211" y="2534804"/>
                </a:lnTo>
                <a:lnTo>
                  <a:pt x="2038859" y="2558420"/>
                </a:lnTo>
                <a:lnTo>
                  <a:pt x="2058540" y="2566292"/>
                </a:lnTo>
                <a:lnTo>
                  <a:pt x="2062476" y="2562356"/>
                </a:lnTo>
                <a:lnTo>
                  <a:pt x="2062476" y="2546612"/>
                </a:lnTo>
                <a:lnTo>
                  <a:pt x="2077526" y="2531562"/>
                </a:lnTo>
                <a:close/>
                <a:moveTo>
                  <a:pt x="7692962" y="2526933"/>
                </a:moveTo>
                <a:lnTo>
                  <a:pt x="7628017" y="2550549"/>
                </a:lnTo>
                <a:lnTo>
                  <a:pt x="7582769" y="2583993"/>
                </a:lnTo>
                <a:lnTo>
                  <a:pt x="7628016" y="2552517"/>
                </a:lnTo>
                <a:lnTo>
                  <a:pt x="7692961" y="2528901"/>
                </a:lnTo>
                <a:lnTo>
                  <a:pt x="7704769" y="2540709"/>
                </a:lnTo>
                <a:lnTo>
                  <a:pt x="7704769" y="2552517"/>
                </a:lnTo>
                <a:lnTo>
                  <a:pt x="7728385" y="2570229"/>
                </a:lnTo>
                <a:lnTo>
                  <a:pt x="7728383" y="2570232"/>
                </a:lnTo>
                <a:lnTo>
                  <a:pt x="7728385" y="2570229"/>
                </a:lnTo>
                <a:lnTo>
                  <a:pt x="7746267" y="2566653"/>
                </a:lnTo>
                <a:lnTo>
                  <a:pt x="7746098" y="2566293"/>
                </a:lnTo>
                <a:lnTo>
                  <a:pt x="7728386" y="2570229"/>
                </a:lnTo>
                <a:lnTo>
                  <a:pt x="7704770" y="2550549"/>
                </a:lnTo>
                <a:lnTo>
                  <a:pt x="7704770" y="2538741"/>
                </a:lnTo>
                <a:close/>
                <a:moveTo>
                  <a:pt x="7250160" y="2524958"/>
                </a:moveTo>
                <a:lnTo>
                  <a:pt x="7250157" y="2524965"/>
                </a:lnTo>
                <a:lnTo>
                  <a:pt x="7250154" y="2524972"/>
                </a:lnTo>
                <a:lnTo>
                  <a:pt x="7250157" y="2524965"/>
                </a:lnTo>
                <a:close/>
                <a:moveTo>
                  <a:pt x="6691870" y="2523454"/>
                </a:moveTo>
                <a:lnTo>
                  <a:pt x="6691241" y="2524964"/>
                </a:lnTo>
                <a:lnTo>
                  <a:pt x="6691241" y="2525379"/>
                </a:lnTo>
                <a:lnTo>
                  <a:pt x="6724697" y="2528900"/>
                </a:lnTo>
                <a:lnTo>
                  <a:pt x="6736505" y="2528900"/>
                </a:lnTo>
                <a:lnTo>
                  <a:pt x="6797513" y="2536772"/>
                </a:lnTo>
                <a:lnTo>
                  <a:pt x="6838842" y="2524964"/>
                </a:lnTo>
                <a:lnTo>
                  <a:pt x="6838842" y="2523534"/>
                </a:lnTo>
                <a:lnTo>
                  <a:pt x="6797513" y="2534805"/>
                </a:lnTo>
                <a:lnTo>
                  <a:pt x="6736505" y="2526933"/>
                </a:lnTo>
                <a:lnTo>
                  <a:pt x="6726665" y="2526933"/>
                </a:lnTo>
                <a:close/>
                <a:moveTo>
                  <a:pt x="6299608" y="2521027"/>
                </a:moveTo>
                <a:lnTo>
                  <a:pt x="6299607" y="2521029"/>
                </a:lnTo>
                <a:lnTo>
                  <a:pt x="6299633" y="2521034"/>
                </a:lnTo>
                <a:close/>
                <a:moveTo>
                  <a:pt x="4839337" y="2509221"/>
                </a:moveTo>
                <a:lnTo>
                  <a:pt x="4839336" y="2509221"/>
                </a:lnTo>
                <a:lnTo>
                  <a:pt x="4851144" y="2509221"/>
                </a:lnTo>
                <a:lnTo>
                  <a:pt x="4851145" y="2509221"/>
                </a:lnTo>
                <a:close/>
                <a:moveTo>
                  <a:pt x="5683615" y="2505284"/>
                </a:moveTo>
                <a:lnTo>
                  <a:pt x="5683609" y="2505290"/>
                </a:lnTo>
                <a:lnTo>
                  <a:pt x="5683615" y="2505285"/>
                </a:lnTo>
                <a:close/>
                <a:moveTo>
                  <a:pt x="8675002" y="2501349"/>
                </a:moveTo>
                <a:lnTo>
                  <a:pt x="8678938" y="2505285"/>
                </a:lnTo>
                <a:lnTo>
                  <a:pt x="8675002" y="2507253"/>
                </a:lnTo>
                <a:lnTo>
                  <a:pt x="8667130" y="2507253"/>
                </a:lnTo>
                <a:lnTo>
                  <a:pt x="8667130" y="2505285"/>
                </a:lnTo>
                <a:close/>
                <a:moveTo>
                  <a:pt x="8688778" y="2489541"/>
                </a:moveTo>
                <a:lnTo>
                  <a:pt x="8698618" y="2489541"/>
                </a:lnTo>
                <a:lnTo>
                  <a:pt x="8688778" y="2505285"/>
                </a:lnTo>
                <a:lnTo>
                  <a:pt x="8684842" y="2505285"/>
                </a:lnTo>
                <a:lnTo>
                  <a:pt x="8684842" y="2497413"/>
                </a:lnTo>
                <a:close/>
                <a:moveTo>
                  <a:pt x="5943393" y="2483633"/>
                </a:moveTo>
                <a:lnTo>
                  <a:pt x="5943394" y="2483636"/>
                </a:lnTo>
                <a:lnTo>
                  <a:pt x="5943394" y="2483636"/>
                </a:lnTo>
                <a:close/>
                <a:moveTo>
                  <a:pt x="6714857" y="2477732"/>
                </a:moveTo>
                <a:lnTo>
                  <a:pt x="6714852" y="2477740"/>
                </a:lnTo>
                <a:lnTo>
                  <a:pt x="6714857" y="2477733"/>
                </a:lnTo>
                <a:close/>
                <a:moveTo>
                  <a:pt x="7197161" y="2474850"/>
                </a:moveTo>
                <a:lnTo>
                  <a:pt x="7197021" y="2475764"/>
                </a:lnTo>
                <a:lnTo>
                  <a:pt x="7210797" y="2483636"/>
                </a:lnTo>
                <a:lnTo>
                  <a:pt x="7234413" y="2483636"/>
                </a:lnTo>
                <a:lnTo>
                  <a:pt x="7257467" y="2506690"/>
                </a:lnTo>
                <a:lnTo>
                  <a:pt x="7258029" y="2505285"/>
                </a:lnTo>
                <a:lnTo>
                  <a:pt x="7291486" y="2501349"/>
                </a:lnTo>
                <a:lnTo>
                  <a:pt x="7326910" y="2528901"/>
                </a:lnTo>
                <a:lnTo>
                  <a:pt x="7348580" y="2536885"/>
                </a:lnTo>
                <a:lnTo>
                  <a:pt x="7324943" y="2526933"/>
                </a:lnTo>
                <a:lnTo>
                  <a:pt x="7291486" y="2501348"/>
                </a:lnTo>
                <a:lnTo>
                  <a:pt x="7256062" y="2505284"/>
                </a:lnTo>
                <a:lnTo>
                  <a:pt x="7234414" y="2481668"/>
                </a:lnTo>
                <a:lnTo>
                  <a:pt x="7210798" y="2481668"/>
                </a:lnTo>
                <a:close/>
                <a:moveTo>
                  <a:pt x="6866384" y="2471830"/>
                </a:moveTo>
                <a:lnTo>
                  <a:pt x="6842778" y="2473797"/>
                </a:lnTo>
                <a:lnTo>
                  <a:pt x="6842475" y="2477428"/>
                </a:lnTo>
                <a:lnTo>
                  <a:pt x="6842778" y="2475764"/>
                </a:lnTo>
                <a:close/>
                <a:moveTo>
                  <a:pt x="4929865" y="2467893"/>
                </a:moveTo>
                <a:lnTo>
                  <a:pt x="4906250" y="2471828"/>
                </a:lnTo>
                <a:lnTo>
                  <a:pt x="4884602" y="2471828"/>
                </a:lnTo>
                <a:lnTo>
                  <a:pt x="4884602" y="2471829"/>
                </a:lnTo>
                <a:lnTo>
                  <a:pt x="4908217" y="2471829"/>
                </a:lnTo>
                <a:close/>
                <a:moveTo>
                  <a:pt x="5965042" y="2467892"/>
                </a:moveTo>
                <a:lnTo>
                  <a:pt x="5957170" y="2471828"/>
                </a:lnTo>
                <a:lnTo>
                  <a:pt x="5957171" y="2471828"/>
                </a:lnTo>
                <a:lnTo>
                  <a:pt x="5965042" y="2467892"/>
                </a:lnTo>
                <a:close/>
                <a:moveTo>
                  <a:pt x="6703044" y="2460025"/>
                </a:moveTo>
                <a:lnTo>
                  <a:pt x="6692366" y="2470703"/>
                </a:lnTo>
                <a:lnTo>
                  <a:pt x="6693209" y="2471827"/>
                </a:lnTo>
                <a:close/>
                <a:moveTo>
                  <a:pt x="6890010" y="2456084"/>
                </a:moveTo>
                <a:lnTo>
                  <a:pt x="6889519" y="2456412"/>
                </a:lnTo>
                <a:lnTo>
                  <a:pt x="6923435" y="2463949"/>
                </a:lnTo>
                <a:close/>
                <a:moveTo>
                  <a:pt x="5957171" y="2456080"/>
                </a:moveTo>
                <a:lnTo>
                  <a:pt x="5957170" y="2456084"/>
                </a:lnTo>
                <a:lnTo>
                  <a:pt x="5957170" y="2456084"/>
                </a:lnTo>
                <a:close/>
                <a:moveTo>
                  <a:pt x="7102087" y="2441745"/>
                </a:moveTo>
                <a:lnTo>
                  <a:pt x="7098620" y="2452148"/>
                </a:lnTo>
                <a:lnTo>
                  <a:pt x="7078940" y="2471828"/>
                </a:lnTo>
                <a:lnTo>
                  <a:pt x="7075004" y="2497412"/>
                </a:lnTo>
                <a:lnTo>
                  <a:pt x="7063193" y="2505286"/>
                </a:lnTo>
                <a:lnTo>
                  <a:pt x="7075004" y="2499380"/>
                </a:lnTo>
                <a:lnTo>
                  <a:pt x="7078940" y="2471828"/>
                </a:lnTo>
                <a:lnTo>
                  <a:pt x="7098620" y="2454116"/>
                </a:lnTo>
                <a:lnTo>
                  <a:pt x="7102556" y="2442308"/>
                </a:lnTo>
                <a:close/>
                <a:moveTo>
                  <a:pt x="5977414" y="2440430"/>
                </a:moveTo>
                <a:lnTo>
                  <a:pt x="5977410" y="2440441"/>
                </a:lnTo>
                <a:lnTo>
                  <a:pt x="5998499" y="2444275"/>
                </a:lnTo>
                <a:lnTo>
                  <a:pt x="5998878" y="2444008"/>
                </a:lnTo>
                <a:close/>
                <a:moveTo>
                  <a:pt x="7186132" y="2433517"/>
                </a:moveTo>
                <a:lnTo>
                  <a:pt x="7185213" y="2434436"/>
                </a:lnTo>
                <a:lnTo>
                  <a:pt x="7198990" y="2448213"/>
                </a:lnTo>
                <a:lnTo>
                  <a:pt x="7198990" y="2448212"/>
                </a:lnTo>
                <a:close/>
                <a:moveTo>
                  <a:pt x="8621866" y="2420660"/>
                </a:moveTo>
                <a:lnTo>
                  <a:pt x="8629738" y="2420660"/>
                </a:lnTo>
                <a:lnTo>
                  <a:pt x="8629738" y="2426564"/>
                </a:lnTo>
                <a:lnTo>
                  <a:pt x="8625802" y="2430500"/>
                </a:lnTo>
                <a:close/>
                <a:moveTo>
                  <a:pt x="6061477" y="2414753"/>
                </a:moveTo>
                <a:lnTo>
                  <a:pt x="6060849" y="2414933"/>
                </a:lnTo>
                <a:lnTo>
                  <a:pt x="6079187" y="2444275"/>
                </a:lnTo>
                <a:lnTo>
                  <a:pt x="6063443" y="2456083"/>
                </a:lnTo>
                <a:lnTo>
                  <a:pt x="6014243" y="2456083"/>
                </a:lnTo>
                <a:lnTo>
                  <a:pt x="6014243" y="2456084"/>
                </a:lnTo>
                <a:lnTo>
                  <a:pt x="6063443" y="2456084"/>
                </a:lnTo>
                <a:lnTo>
                  <a:pt x="6079187" y="2444276"/>
                </a:lnTo>
                <a:lnTo>
                  <a:pt x="6116580" y="2456084"/>
                </a:lnTo>
                <a:lnTo>
                  <a:pt x="6163812" y="2479700"/>
                </a:lnTo>
                <a:lnTo>
                  <a:pt x="6193332" y="2501349"/>
                </a:lnTo>
                <a:lnTo>
                  <a:pt x="6193332" y="2530869"/>
                </a:lnTo>
                <a:lnTo>
                  <a:pt x="6193335" y="2530870"/>
                </a:lnTo>
                <a:lnTo>
                  <a:pt x="6193335" y="2501347"/>
                </a:lnTo>
                <a:lnTo>
                  <a:pt x="6163814" y="2479698"/>
                </a:lnTo>
                <a:lnTo>
                  <a:pt x="6118550" y="2456082"/>
                </a:lnTo>
                <a:lnTo>
                  <a:pt x="6079189" y="2444274"/>
                </a:lnTo>
                <a:lnTo>
                  <a:pt x="6061477" y="2414754"/>
                </a:lnTo>
                <a:close/>
                <a:moveTo>
                  <a:pt x="8635642" y="2408852"/>
                </a:moveTo>
                <a:lnTo>
                  <a:pt x="8639578" y="2412788"/>
                </a:lnTo>
                <a:lnTo>
                  <a:pt x="8635642" y="2416724"/>
                </a:lnTo>
                <a:lnTo>
                  <a:pt x="8631706" y="2412788"/>
                </a:lnTo>
                <a:close/>
                <a:moveTo>
                  <a:pt x="6937783" y="2406904"/>
                </a:moveTo>
                <a:lnTo>
                  <a:pt x="6923467" y="2432468"/>
                </a:lnTo>
                <a:lnTo>
                  <a:pt x="6923467" y="2434435"/>
                </a:lnTo>
                <a:close/>
                <a:moveTo>
                  <a:pt x="8568728" y="2395076"/>
                </a:moveTo>
                <a:lnTo>
                  <a:pt x="8576600" y="2399012"/>
                </a:lnTo>
                <a:lnTo>
                  <a:pt x="8568728" y="2406884"/>
                </a:lnTo>
                <a:lnTo>
                  <a:pt x="8556920" y="2406884"/>
                </a:lnTo>
                <a:lnTo>
                  <a:pt x="8552984" y="2399012"/>
                </a:lnTo>
                <a:lnTo>
                  <a:pt x="8560856" y="2399012"/>
                </a:lnTo>
                <a:close/>
                <a:moveTo>
                  <a:pt x="5185709" y="2395073"/>
                </a:moveTo>
                <a:lnTo>
                  <a:pt x="5185707" y="2395076"/>
                </a:lnTo>
                <a:lnTo>
                  <a:pt x="5185707" y="2414756"/>
                </a:lnTo>
                <a:lnTo>
                  <a:pt x="5207355" y="2438372"/>
                </a:lnTo>
                <a:lnTo>
                  <a:pt x="5219163" y="2456085"/>
                </a:lnTo>
                <a:lnTo>
                  <a:pt x="5219213" y="2456188"/>
                </a:lnTo>
                <a:lnTo>
                  <a:pt x="5219166" y="2456081"/>
                </a:lnTo>
                <a:lnTo>
                  <a:pt x="5207357" y="2438369"/>
                </a:lnTo>
                <a:lnTo>
                  <a:pt x="5185709" y="2414753"/>
                </a:lnTo>
                <a:close/>
                <a:moveTo>
                  <a:pt x="6247126" y="2388065"/>
                </a:moveTo>
                <a:lnTo>
                  <a:pt x="6246471" y="2389169"/>
                </a:lnTo>
                <a:lnTo>
                  <a:pt x="6277960" y="2430498"/>
                </a:lnTo>
                <a:lnTo>
                  <a:pt x="6299608" y="2434434"/>
                </a:lnTo>
                <a:lnTo>
                  <a:pt x="6323162" y="2463877"/>
                </a:lnTo>
                <a:lnTo>
                  <a:pt x="6299605" y="2432467"/>
                </a:lnTo>
                <a:lnTo>
                  <a:pt x="6277957" y="2428531"/>
                </a:lnTo>
                <a:close/>
                <a:moveTo>
                  <a:pt x="7202926" y="2385233"/>
                </a:moveTo>
                <a:lnTo>
                  <a:pt x="7202925" y="2385236"/>
                </a:lnTo>
                <a:lnTo>
                  <a:pt x="7202925" y="2393108"/>
                </a:lnTo>
                <a:lnTo>
                  <a:pt x="7210797" y="2412788"/>
                </a:lnTo>
                <a:lnTo>
                  <a:pt x="7214077" y="2420988"/>
                </a:lnTo>
                <a:lnTo>
                  <a:pt x="7214734" y="2420660"/>
                </a:lnTo>
                <a:lnTo>
                  <a:pt x="7210798" y="2410820"/>
                </a:lnTo>
                <a:lnTo>
                  <a:pt x="7202926" y="2391139"/>
                </a:lnTo>
                <a:close/>
                <a:moveTo>
                  <a:pt x="8678938" y="2383268"/>
                </a:moveTo>
                <a:lnTo>
                  <a:pt x="8704523" y="2395076"/>
                </a:lnTo>
                <a:lnTo>
                  <a:pt x="8708459" y="2406884"/>
                </a:lnTo>
                <a:lnTo>
                  <a:pt x="8720267" y="2426565"/>
                </a:lnTo>
                <a:lnTo>
                  <a:pt x="8700587" y="2446245"/>
                </a:lnTo>
                <a:lnTo>
                  <a:pt x="8698619" y="2471829"/>
                </a:lnTo>
                <a:lnTo>
                  <a:pt x="8678938" y="2479701"/>
                </a:lnTo>
                <a:lnTo>
                  <a:pt x="8682874" y="2460021"/>
                </a:lnTo>
                <a:lnTo>
                  <a:pt x="8675002" y="2460021"/>
                </a:lnTo>
                <a:lnTo>
                  <a:pt x="8667130" y="2471829"/>
                </a:lnTo>
                <a:lnTo>
                  <a:pt x="8665162" y="2467893"/>
                </a:lnTo>
                <a:lnTo>
                  <a:pt x="8667130" y="2442309"/>
                </a:lnTo>
                <a:lnTo>
                  <a:pt x="8671066" y="2442309"/>
                </a:lnTo>
                <a:lnTo>
                  <a:pt x="8675002" y="2438373"/>
                </a:lnTo>
                <a:lnTo>
                  <a:pt x="8678938" y="2430501"/>
                </a:lnTo>
                <a:lnTo>
                  <a:pt x="8675002" y="2418692"/>
                </a:lnTo>
                <a:lnTo>
                  <a:pt x="8675002" y="2414756"/>
                </a:lnTo>
                <a:lnTo>
                  <a:pt x="8665162" y="2426565"/>
                </a:lnTo>
                <a:lnTo>
                  <a:pt x="8649418" y="2414756"/>
                </a:lnTo>
                <a:lnTo>
                  <a:pt x="8649418" y="2399012"/>
                </a:lnTo>
                <a:lnTo>
                  <a:pt x="8665162" y="2395076"/>
                </a:lnTo>
                <a:close/>
                <a:moveTo>
                  <a:pt x="8653354" y="2383268"/>
                </a:moveTo>
                <a:lnTo>
                  <a:pt x="8657290" y="2383268"/>
                </a:lnTo>
                <a:lnTo>
                  <a:pt x="8659258" y="2391140"/>
                </a:lnTo>
                <a:lnTo>
                  <a:pt x="8653354" y="2391140"/>
                </a:lnTo>
                <a:close/>
                <a:moveTo>
                  <a:pt x="6951019" y="2383268"/>
                </a:moveTo>
                <a:lnTo>
                  <a:pt x="6949811" y="2385425"/>
                </a:lnTo>
                <a:lnTo>
                  <a:pt x="6972664" y="2391138"/>
                </a:lnTo>
                <a:close/>
                <a:moveTo>
                  <a:pt x="8781275" y="2367524"/>
                </a:moveTo>
                <a:lnTo>
                  <a:pt x="8793083" y="2375396"/>
                </a:lnTo>
                <a:lnTo>
                  <a:pt x="8785211" y="2399012"/>
                </a:lnTo>
                <a:lnTo>
                  <a:pt x="8773403" y="2399012"/>
                </a:lnTo>
                <a:lnTo>
                  <a:pt x="8765531" y="2395076"/>
                </a:lnTo>
                <a:lnTo>
                  <a:pt x="8753722" y="2406884"/>
                </a:lnTo>
                <a:lnTo>
                  <a:pt x="8747818" y="2416724"/>
                </a:lnTo>
                <a:lnTo>
                  <a:pt x="8732074" y="2420660"/>
                </a:lnTo>
                <a:lnTo>
                  <a:pt x="8724202" y="2399012"/>
                </a:lnTo>
                <a:lnTo>
                  <a:pt x="8736010" y="2387204"/>
                </a:lnTo>
                <a:lnTo>
                  <a:pt x="8753722" y="2383268"/>
                </a:lnTo>
                <a:lnTo>
                  <a:pt x="8769467" y="2371460"/>
                </a:lnTo>
                <a:close/>
                <a:moveTo>
                  <a:pt x="8643514" y="2359652"/>
                </a:moveTo>
                <a:lnTo>
                  <a:pt x="8643514" y="2371460"/>
                </a:lnTo>
                <a:lnTo>
                  <a:pt x="8631706" y="2371460"/>
                </a:lnTo>
                <a:lnTo>
                  <a:pt x="8631706" y="2367524"/>
                </a:lnTo>
                <a:close/>
                <a:moveTo>
                  <a:pt x="7159626" y="2353747"/>
                </a:moveTo>
                <a:lnTo>
                  <a:pt x="7130946" y="2360495"/>
                </a:lnTo>
                <a:lnTo>
                  <a:pt x="7159628" y="2355715"/>
                </a:lnTo>
                <a:lnTo>
                  <a:pt x="7161596" y="2357683"/>
                </a:lnTo>
                <a:lnTo>
                  <a:pt x="7173403" y="2369490"/>
                </a:lnTo>
                <a:lnTo>
                  <a:pt x="7163564" y="2357683"/>
                </a:lnTo>
                <a:lnTo>
                  <a:pt x="7159628" y="2353747"/>
                </a:lnTo>
                <a:close/>
                <a:moveTo>
                  <a:pt x="7094684" y="2353747"/>
                </a:moveTo>
                <a:lnTo>
                  <a:pt x="7066896" y="2357452"/>
                </a:lnTo>
                <a:lnTo>
                  <a:pt x="7094684" y="2355715"/>
                </a:lnTo>
                <a:lnTo>
                  <a:pt x="7124204" y="2361619"/>
                </a:lnTo>
                <a:lnTo>
                  <a:pt x="7125385" y="2361422"/>
                </a:lnTo>
                <a:close/>
                <a:moveTo>
                  <a:pt x="7206856" y="2349805"/>
                </a:moveTo>
                <a:lnTo>
                  <a:pt x="7206861" y="2349811"/>
                </a:lnTo>
                <a:lnTo>
                  <a:pt x="7206861" y="2365555"/>
                </a:lnTo>
                <a:lnTo>
                  <a:pt x="7206857" y="2365576"/>
                </a:lnTo>
                <a:lnTo>
                  <a:pt x="7206862" y="2365555"/>
                </a:lnTo>
                <a:lnTo>
                  <a:pt x="7206862" y="2349811"/>
                </a:lnTo>
                <a:close/>
                <a:moveTo>
                  <a:pt x="6731201" y="2341329"/>
                </a:moveTo>
                <a:lnTo>
                  <a:pt x="6736505" y="2345875"/>
                </a:lnTo>
                <a:lnTo>
                  <a:pt x="6736899" y="2344890"/>
                </a:lnTo>
                <a:close/>
                <a:moveTo>
                  <a:pt x="7173403" y="2338005"/>
                </a:moveTo>
                <a:lnTo>
                  <a:pt x="7156677" y="2351386"/>
                </a:lnTo>
                <a:lnTo>
                  <a:pt x="7157557" y="2352090"/>
                </a:lnTo>
                <a:close/>
                <a:moveTo>
                  <a:pt x="5640319" y="2338003"/>
                </a:moveTo>
                <a:lnTo>
                  <a:pt x="5660000" y="2338003"/>
                </a:lnTo>
                <a:lnTo>
                  <a:pt x="5663936" y="2345875"/>
                </a:lnTo>
                <a:lnTo>
                  <a:pt x="5679680" y="2341939"/>
                </a:lnTo>
                <a:lnTo>
                  <a:pt x="5683616" y="2345875"/>
                </a:lnTo>
                <a:lnTo>
                  <a:pt x="5691488" y="2341939"/>
                </a:lnTo>
                <a:lnTo>
                  <a:pt x="5699360" y="2345875"/>
                </a:lnTo>
                <a:lnTo>
                  <a:pt x="5711168" y="2349811"/>
                </a:lnTo>
                <a:lnTo>
                  <a:pt x="5711168" y="2353747"/>
                </a:lnTo>
                <a:lnTo>
                  <a:pt x="5703296" y="2357683"/>
                </a:lnTo>
                <a:lnTo>
                  <a:pt x="5695424" y="2359651"/>
                </a:lnTo>
                <a:lnTo>
                  <a:pt x="5671808" y="2359651"/>
                </a:lnTo>
                <a:lnTo>
                  <a:pt x="5660000" y="2353747"/>
                </a:lnTo>
                <a:lnTo>
                  <a:pt x="5640319" y="2349811"/>
                </a:lnTo>
                <a:lnTo>
                  <a:pt x="5640319" y="2345875"/>
                </a:lnTo>
                <a:close/>
                <a:moveTo>
                  <a:pt x="7173405" y="2338003"/>
                </a:moveTo>
                <a:lnTo>
                  <a:pt x="7173405" y="2338003"/>
                </a:lnTo>
                <a:lnTo>
                  <a:pt x="7195054" y="2338003"/>
                </a:lnTo>
                <a:lnTo>
                  <a:pt x="7195054" y="2338003"/>
                </a:lnTo>
                <a:close/>
                <a:moveTo>
                  <a:pt x="5927649" y="2336035"/>
                </a:moveTo>
                <a:lnTo>
                  <a:pt x="5935521" y="2336035"/>
                </a:lnTo>
                <a:lnTo>
                  <a:pt x="5927649" y="2345875"/>
                </a:lnTo>
                <a:lnTo>
                  <a:pt x="5923713" y="2361619"/>
                </a:lnTo>
                <a:lnTo>
                  <a:pt x="5906001" y="2367523"/>
                </a:lnTo>
                <a:lnTo>
                  <a:pt x="5882385" y="2365555"/>
                </a:lnTo>
                <a:lnTo>
                  <a:pt x="5882385" y="2357683"/>
                </a:lnTo>
                <a:lnTo>
                  <a:pt x="5898129" y="2349811"/>
                </a:lnTo>
                <a:lnTo>
                  <a:pt x="5919777" y="2341939"/>
                </a:lnTo>
                <a:close/>
                <a:moveTo>
                  <a:pt x="6135924" y="2331149"/>
                </a:moveTo>
                <a:lnTo>
                  <a:pt x="6124456" y="2365552"/>
                </a:lnTo>
                <a:lnTo>
                  <a:pt x="6067383" y="2402945"/>
                </a:lnTo>
                <a:lnTo>
                  <a:pt x="6061484" y="2414744"/>
                </a:lnTo>
                <a:lnTo>
                  <a:pt x="6069349" y="2402946"/>
                </a:lnTo>
                <a:lnTo>
                  <a:pt x="6126422" y="2365553"/>
                </a:lnTo>
                <a:lnTo>
                  <a:pt x="6136262" y="2332097"/>
                </a:lnTo>
                <a:close/>
                <a:moveTo>
                  <a:pt x="5740688" y="2330131"/>
                </a:moveTo>
                <a:lnTo>
                  <a:pt x="5744624" y="2330131"/>
                </a:lnTo>
                <a:lnTo>
                  <a:pt x="5744624" y="2338003"/>
                </a:lnTo>
                <a:lnTo>
                  <a:pt x="5736752" y="2338003"/>
                </a:lnTo>
                <a:lnTo>
                  <a:pt x="5732816" y="2336035"/>
                </a:lnTo>
                <a:close/>
                <a:moveTo>
                  <a:pt x="7118106" y="2323548"/>
                </a:moveTo>
                <a:lnTo>
                  <a:pt x="7118300" y="2324227"/>
                </a:lnTo>
                <a:lnTo>
                  <a:pt x="7124211" y="2327988"/>
                </a:lnTo>
                <a:close/>
                <a:moveTo>
                  <a:pt x="6000471" y="2296674"/>
                </a:moveTo>
                <a:lnTo>
                  <a:pt x="6000467" y="2296675"/>
                </a:lnTo>
                <a:lnTo>
                  <a:pt x="6000467" y="2316355"/>
                </a:lnTo>
                <a:lnTo>
                  <a:pt x="6006370" y="2322258"/>
                </a:lnTo>
                <a:lnTo>
                  <a:pt x="6002434" y="2349811"/>
                </a:lnTo>
                <a:lnTo>
                  <a:pt x="6002434" y="2371459"/>
                </a:lnTo>
                <a:lnTo>
                  <a:pt x="5994562" y="2379331"/>
                </a:lnTo>
                <a:lnTo>
                  <a:pt x="5994562" y="2391139"/>
                </a:lnTo>
                <a:lnTo>
                  <a:pt x="5986690" y="2400979"/>
                </a:lnTo>
                <a:lnTo>
                  <a:pt x="5982754" y="2399995"/>
                </a:lnTo>
                <a:lnTo>
                  <a:pt x="5988658" y="2402947"/>
                </a:lnTo>
                <a:lnTo>
                  <a:pt x="5988597" y="2403151"/>
                </a:lnTo>
                <a:lnTo>
                  <a:pt x="5988662" y="2402945"/>
                </a:lnTo>
                <a:lnTo>
                  <a:pt x="5996534" y="2391137"/>
                </a:lnTo>
                <a:lnTo>
                  <a:pt x="5996534" y="2379328"/>
                </a:lnTo>
                <a:lnTo>
                  <a:pt x="6004407" y="2373424"/>
                </a:lnTo>
                <a:lnTo>
                  <a:pt x="6004407" y="2349808"/>
                </a:lnTo>
                <a:lnTo>
                  <a:pt x="6008343" y="2324224"/>
                </a:lnTo>
                <a:lnTo>
                  <a:pt x="6000471" y="2316352"/>
                </a:lnTo>
                <a:close/>
                <a:moveTo>
                  <a:pt x="5256558" y="2286832"/>
                </a:moveTo>
                <a:lnTo>
                  <a:pt x="5264430" y="2292736"/>
                </a:lnTo>
                <a:lnTo>
                  <a:pt x="5278206" y="2292736"/>
                </a:lnTo>
                <a:lnTo>
                  <a:pt x="5284110" y="2300608"/>
                </a:lnTo>
                <a:lnTo>
                  <a:pt x="5272302" y="2312416"/>
                </a:lnTo>
                <a:lnTo>
                  <a:pt x="5272302" y="2328160"/>
                </a:lnTo>
                <a:lnTo>
                  <a:pt x="5284110" y="2345872"/>
                </a:lnTo>
                <a:lnTo>
                  <a:pt x="5284110" y="2365552"/>
                </a:lnTo>
                <a:lnTo>
                  <a:pt x="5260494" y="2383265"/>
                </a:lnTo>
                <a:lnTo>
                  <a:pt x="5264430" y="2402945"/>
                </a:lnTo>
                <a:lnTo>
                  <a:pt x="5276238" y="2414753"/>
                </a:lnTo>
                <a:lnTo>
                  <a:pt x="5295918" y="2422625"/>
                </a:lnTo>
                <a:lnTo>
                  <a:pt x="5295918" y="2448209"/>
                </a:lnTo>
                <a:lnTo>
                  <a:pt x="5288046" y="2460017"/>
                </a:lnTo>
                <a:lnTo>
                  <a:pt x="5268366" y="2460017"/>
                </a:lnTo>
                <a:lnTo>
                  <a:pt x="5264430" y="2493473"/>
                </a:lnTo>
                <a:lnTo>
                  <a:pt x="5254590" y="2505281"/>
                </a:lnTo>
                <a:lnTo>
                  <a:pt x="5242778" y="2505281"/>
                </a:lnTo>
                <a:lnTo>
                  <a:pt x="5242780" y="2505285"/>
                </a:lnTo>
                <a:lnTo>
                  <a:pt x="5242791" y="2505330"/>
                </a:lnTo>
                <a:lnTo>
                  <a:pt x="5242781" y="2505283"/>
                </a:lnTo>
                <a:lnTo>
                  <a:pt x="5254589" y="2505283"/>
                </a:lnTo>
                <a:lnTo>
                  <a:pt x="5266397" y="2493475"/>
                </a:lnTo>
                <a:lnTo>
                  <a:pt x="5270333" y="2460019"/>
                </a:lnTo>
                <a:lnTo>
                  <a:pt x="5288046" y="2460019"/>
                </a:lnTo>
                <a:lnTo>
                  <a:pt x="5299854" y="2448210"/>
                </a:lnTo>
                <a:lnTo>
                  <a:pt x="5299854" y="2420658"/>
                </a:lnTo>
                <a:lnTo>
                  <a:pt x="5329374" y="2436402"/>
                </a:lnTo>
                <a:lnTo>
                  <a:pt x="5370702" y="2436402"/>
                </a:lnTo>
                <a:lnTo>
                  <a:pt x="5388415" y="2444274"/>
                </a:lnTo>
                <a:lnTo>
                  <a:pt x="5400223" y="2444274"/>
                </a:lnTo>
                <a:lnTo>
                  <a:pt x="5419903" y="2485603"/>
                </a:lnTo>
                <a:lnTo>
                  <a:pt x="5465167" y="2493475"/>
                </a:lnTo>
                <a:lnTo>
                  <a:pt x="5518304" y="2519059"/>
                </a:lnTo>
                <a:lnTo>
                  <a:pt x="5539952" y="2509219"/>
                </a:lnTo>
                <a:lnTo>
                  <a:pt x="5547824" y="2493475"/>
                </a:lnTo>
                <a:lnTo>
                  <a:pt x="5539952" y="2477731"/>
                </a:lnTo>
                <a:lnTo>
                  <a:pt x="5539952" y="2456082"/>
                </a:lnTo>
                <a:lnTo>
                  <a:pt x="5577344" y="2436402"/>
                </a:lnTo>
                <a:lnTo>
                  <a:pt x="5600960" y="2432466"/>
                </a:lnTo>
                <a:lnTo>
                  <a:pt x="5626545" y="2436402"/>
                </a:lnTo>
                <a:lnTo>
                  <a:pt x="5630481" y="2452146"/>
                </a:lnTo>
                <a:lnTo>
                  <a:pt x="5654097" y="2460019"/>
                </a:lnTo>
                <a:lnTo>
                  <a:pt x="5673777" y="2465923"/>
                </a:lnTo>
                <a:lnTo>
                  <a:pt x="5687553" y="2485603"/>
                </a:lnTo>
                <a:lnTo>
                  <a:pt x="5687553" y="2485604"/>
                </a:lnTo>
                <a:lnTo>
                  <a:pt x="5699360" y="2479701"/>
                </a:lnTo>
                <a:lnTo>
                  <a:pt x="5722976" y="2479701"/>
                </a:lnTo>
                <a:lnTo>
                  <a:pt x="5752496" y="2487573"/>
                </a:lnTo>
                <a:lnTo>
                  <a:pt x="5782016" y="2499381"/>
                </a:lnTo>
                <a:lnTo>
                  <a:pt x="5801697" y="2495445"/>
                </a:lnTo>
                <a:lnTo>
                  <a:pt x="5813505" y="2487573"/>
                </a:lnTo>
                <a:lnTo>
                  <a:pt x="5821377" y="2487573"/>
                </a:lnTo>
                <a:lnTo>
                  <a:pt x="5833185" y="2475765"/>
                </a:lnTo>
                <a:lnTo>
                  <a:pt x="5850897" y="2479701"/>
                </a:lnTo>
                <a:lnTo>
                  <a:pt x="5870577" y="2491509"/>
                </a:lnTo>
                <a:lnTo>
                  <a:pt x="5878449" y="2491509"/>
                </a:lnTo>
                <a:lnTo>
                  <a:pt x="5884353" y="2487573"/>
                </a:lnTo>
                <a:lnTo>
                  <a:pt x="5900098" y="2491509"/>
                </a:lnTo>
                <a:lnTo>
                  <a:pt x="5931586" y="2487573"/>
                </a:lnTo>
                <a:lnTo>
                  <a:pt x="5935522" y="2495445"/>
                </a:lnTo>
                <a:lnTo>
                  <a:pt x="5937490" y="2511189"/>
                </a:lnTo>
                <a:lnTo>
                  <a:pt x="5945362" y="2536774"/>
                </a:lnTo>
                <a:lnTo>
                  <a:pt x="5937490" y="2570230"/>
                </a:lnTo>
                <a:lnTo>
                  <a:pt x="5937490" y="2584006"/>
                </a:lnTo>
                <a:lnTo>
                  <a:pt x="5927650" y="2593846"/>
                </a:lnTo>
                <a:lnTo>
                  <a:pt x="5907970" y="2570230"/>
                </a:lnTo>
                <a:lnTo>
                  <a:pt x="5892225" y="2552518"/>
                </a:lnTo>
                <a:lnTo>
                  <a:pt x="5892225" y="2524966"/>
                </a:lnTo>
                <a:lnTo>
                  <a:pt x="5884353" y="2517094"/>
                </a:lnTo>
                <a:lnTo>
                  <a:pt x="5882385" y="2517094"/>
                </a:lnTo>
                <a:lnTo>
                  <a:pt x="5882385" y="2528902"/>
                </a:lnTo>
                <a:lnTo>
                  <a:pt x="5884353" y="2562358"/>
                </a:lnTo>
                <a:lnTo>
                  <a:pt x="5907970" y="2584006"/>
                </a:lnTo>
                <a:lnTo>
                  <a:pt x="5911906" y="2601718"/>
                </a:lnTo>
                <a:lnTo>
                  <a:pt x="5927650" y="2625335"/>
                </a:lnTo>
                <a:lnTo>
                  <a:pt x="5941426" y="2658791"/>
                </a:lnTo>
                <a:lnTo>
                  <a:pt x="5961106" y="2700119"/>
                </a:lnTo>
                <a:lnTo>
                  <a:pt x="5968910" y="2739138"/>
                </a:lnTo>
                <a:lnTo>
                  <a:pt x="5970947" y="2737508"/>
                </a:lnTo>
                <a:lnTo>
                  <a:pt x="6000468" y="2759156"/>
                </a:lnTo>
                <a:lnTo>
                  <a:pt x="6012276" y="2782772"/>
                </a:lnTo>
                <a:lnTo>
                  <a:pt x="6016212" y="2831973"/>
                </a:lnTo>
                <a:lnTo>
                  <a:pt x="6016212" y="2851653"/>
                </a:lnTo>
                <a:lnTo>
                  <a:pt x="6057540" y="2892981"/>
                </a:lnTo>
                <a:lnTo>
                  <a:pt x="6033870" y="2905331"/>
                </a:lnTo>
                <a:lnTo>
                  <a:pt x="6055571" y="2894952"/>
                </a:lnTo>
                <a:lnTo>
                  <a:pt x="6067379" y="2928408"/>
                </a:lnTo>
                <a:lnTo>
                  <a:pt x="6081155" y="2965801"/>
                </a:lnTo>
                <a:lnTo>
                  <a:pt x="6096899" y="2973673"/>
                </a:lnTo>
                <a:lnTo>
                  <a:pt x="6136260" y="2997289"/>
                </a:lnTo>
                <a:lnTo>
                  <a:pt x="6169189" y="3037966"/>
                </a:lnTo>
                <a:lnTo>
                  <a:pt x="6169715" y="3036650"/>
                </a:lnTo>
                <a:lnTo>
                  <a:pt x="6181523" y="3036650"/>
                </a:lnTo>
                <a:lnTo>
                  <a:pt x="6189395" y="3048458"/>
                </a:lnTo>
                <a:lnTo>
                  <a:pt x="6197267" y="3060266"/>
                </a:lnTo>
                <a:lnTo>
                  <a:pt x="6173651" y="3072074"/>
                </a:lnTo>
                <a:lnTo>
                  <a:pt x="6193331" y="3085850"/>
                </a:lnTo>
                <a:lnTo>
                  <a:pt x="6173651" y="3093722"/>
                </a:lnTo>
                <a:lnTo>
                  <a:pt x="6153972" y="3093722"/>
                </a:lnTo>
                <a:lnTo>
                  <a:pt x="6155940" y="3095690"/>
                </a:lnTo>
                <a:lnTo>
                  <a:pt x="6173652" y="3095690"/>
                </a:lnTo>
                <a:lnTo>
                  <a:pt x="6173652" y="3093723"/>
                </a:lnTo>
                <a:lnTo>
                  <a:pt x="6193332" y="3085850"/>
                </a:lnTo>
                <a:lnTo>
                  <a:pt x="6211044" y="3109467"/>
                </a:lnTo>
                <a:lnTo>
                  <a:pt x="6230724" y="3113403"/>
                </a:lnTo>
                <a:lnTo>
                  <a:pt x="6246468" y="3105531"/>
                </a:lnTo>
                <a:lnTo>
                  <a:pt x="6287796" y="3099627"/>
                </a:lnTo>
                <a:lnTo>
                  <a:pt x="6307477" y="3087818"/>
                </a:lnTo>
                <a:lnTo>
                  <a:pt x="6329125" y="3087818"/>
                </a:lnTo>
                <a:lnTo>
                  <a:pt x="6336997" y="3083882"/>
                </a:lnTo>
                <a:lnTo>
                  <a:pt x="6378325" y="3072074"/>
                </a:lnTo>
                <a:lnTo>
                  <a:pt x="6394069" y="3060266"/>
                </a:lnTo>
                <a:lnTo>
                  <a:pt x="6401941" y="3060266"/>
                </a:lnTo>
                <a:lnTo>
                  <a:pt x="6409813" y="3072074"/>
                </a:lnTo>
                <a:lnTo>
                  <a:pt x="6405877" y="3121275"/>
                </a:lnTo>
                <a:lnTo>
                  <a:pt x="6398005" y="3150795"/>
                </a:lnTo>
                <a:lnTo>
                  <a:pt x="6360613" y="3199995"/>
                </a:lnTo>
                <a:lnTo>
                  <a:pt x="6356677" y="3213771"/>
                </a:lnTo>
                <a:lnTo>
                  <a:pt x="6340933" y="3237388"/>
                </a:lnTo>
                <a:lnTo>
                  <a:pt x="6333061" y="3255100"/>
                </a:lnTo>
                <a:lnTo>
                  <a:pt x="6303540" y="3296428"/>
                </a:lnTo>
                <a:lnTo>
                  <a:pt x="6283860" y="3320044"/>
                </a:lnTo>
                <a:lnTo>
                  <a:pt x="6256308" y="3335788"/>
                </a:lnTo>
                <a:lnTo>
                  <a:pt x="6222852" y="3361373"/>
                </a:lnTo>
                <a:lnTo>
                  <a:pt x="6189396" y="3384989"/>
                </a:lnTo>
                <a:lnTo>
                  <a:pt x="6173652" y="3402701"/>
                </a:lnTo>
                <a:lnTo>
                  <a:pt x="6148067" y="3438125"/>
                </a:lnTo>
                <a:lnTo>
                  <a:pt x="6147084" y="3437388"/>
                </a:lnTo>
                <a:lnTo>
                  <a:pt x="6132324" y="3455838"/>
                </a:lnTo>
                <a:lnTo>
                  <a:pt x="6116580" y="3459774"/>
                </a:lnTo>
                <a:lnTo>
                  <a:pt x="6116580" y="3471582"/>
                </a:lnTo>
                <a:lnTo>
                  <a:pt x="6098868" y="3477486"/>
                </a:lnTo>
                <a:lnTo>
                  <a:pt x="6090996" y="3501102"/>
                </a:lnTo>
                <a:lnTo>
                  <a:pt x="6079188" y="3526686"/>
                </a:lnTo>
                <a:lnTo>
                  <a:pt x="6026490" y="3501314"/>
                </a:lnTo>
                <a:lnTo>
                  <a:pt x="6026051" y="3503069"/>
                </a:lnTo>
                <a:lnTo>
                  <a:pt x="6079188" y="3528653"/>
                </a:lnTo>
                <a:lnTo>
                  <a:pt x="6061476" y="3564078"/>
                </a:lnTo>
                <a:lnTo>
                  <a:pt x="6061476" y="3577854"/>
                </a:lnTo>
                <a:lnTo>
                  <a:pt x="6079188" y="3593598"/>
                </a:lnTo>
                <a:lnTo>
                  <a:pt x="6077220" y="3623118"/>
                </a:lnTo>
                <a:lnTo>
                  <a:pt x="6077220" y="3662478"/>
                </a:lnTo>
                <a:lnTo>
                  <a:pt x="6110676" y="3695935"/>
                </a:lnTo>
                <a:lnTo>
                  <a:pt x="6108708" y="3696722"/>
                </a:lnTo>
                <a:lnTo>
                  <a:pt x="6108708" y="3745136"/>
                </a:lnTo>
                <a:lnTo>
                  <a:pt x="6116580" y="3774656"/>
                </a:lnTo>
                <a:lnTo>
                  <a:pt x="6112644" y="3835664"/>
                </a:lnTo>
                <a:lnTo>
                  <a:pt x="6073284" y="3882897"/>
                </a:lnTo>
                <a:lnTo>
                  <a:pt x="6024083" y="3900609"/>
                </a:lnTo>
                <a:lnTo>
                  <a:pt x="5998499" y="3920289"/>
                </a:lnTo>
                <a:lnTo>
                  <a:pt x="5986691" y="3936033"/>
                </a:lnTo>
                <a:lnTo>
                  <a:pt x="5974883" y="3943905"/>
                </a:lnTo>
                <a:lnTo>
                  <a:pt x="5945363" y="3961617"/>
                </a:lnTo>
                <a:lnTo>
                  <a:pt x="5945363" y="3981298"/>
                </a:lnTo>
                <a:lnTo>
                  <a:pt x="5959139" y="4030498"/>
                </a:lnTo>
                <a:lnTo>
                  <a:pt x="5965043" y="4087570"/>
                </a:lnTo>
                <a:lnTo>
                  <a:pt x="5957171" y="4124963"/>
                </a:lnTo>
                <a:lnTo>
                  <a:pt x="5900098" y="4138739"/>
                </a:lnTo>
                <a:lnTo>
                  <a:pt x="5888290" y="4158419"/>
                </a:lnTo>
                <a:lnTo>
                  <a:pt x="5892226" y="4170227"/>
                </a:lnTo>
                <a:lnTo>
                  <a:pt x="5892226" y="4184003"/>
                </a:lnTo>
                <a:lnTo>
                  <a:pt x="5868610" y="4180067"/>
                </a:lnTo>
                <a:lnTo>
                  <a:pt x="5867581" y="4175180"/>
                </a:lnTo>
                <a:lnTo>
                  <a:pt x="5868609" y="4182036"/>
                </a:lnTo>
                <a:lnTo>
                  <a:pt x="5892225" y="4184004"/>
                </a:lnTo>
                <a:lnTo>
                  <a:pt x="5892225" y="4195812"/>
                </a:lnTo>
                <a:lnTo>
                  <a:pt x="5884353" y="4211556"/>
                </a:lnTo>
                <a:lnTo>
                  <a:pt x="5884353" y="4231236"/>
                </a:lnTo>
                <a:lnTo>
                  <a:pt x="5862705" y="4252884"/>
                </a:lnTo>
                <a:lnTo>
                  <a:pt x="5831217" y="4294213"/>
                </a:lnTo>
                <a:lnTo>
                  <a:pt x="5827281" y="4317829"/>
                </a:lnTo>
                <a:lnTo>
                  <a:pt x="5797760" y="4347349"/>
                </a:lnTo>
                <a:lnTo>
                  <a:pt x="5785952" y="4367029"/>
                </a:lnTo>
                <a:lnTo>
                  <a:pt x="5744624" y="4396550"/>
                </a:lnTo>
                <a:lnTo>
                  <a:pt x="5715104" y="4420166"/>
                </a:lnTo>
                <a:lnTo>
                  <a:pt x="5695424" y="4424102"/>
                </a:lnTo>
                <a:lnTo>
                  <a:pt x="5683615" y="4428038"/>
                </a:lnTo>
                <a:lnTo>
                  <a:pt x="5630479" y="4428038"/>
                </a:lnTo>
                <a:lnTo>
                  <a:pt x="5600959" y="4430006"/>
                </a:lnTo>
                <a:lnTo>
                  <a:pt x="5567502" y="4433942"/>
                </a:lnTo>
                <a:lnTo>
                  <a:pt x="5551758" y="4445750"/>
                </a:lnTo>
                <a:lnTo>
                  <a:pt x="5532078" y="4453622"/>
                </a:lnTo>
                <a:lnTo>
                  <a:pt x="5486814" y="4408358"/>
                </a:lnTo>
                <a:lnTo>
                  <a:pt x="5486814" y="4396550"/>
                </a:lnTo>
                <a:lnTo>
                  <a:pt x="5490750" y="4384742"/>
                </a:lnTo>
                <a:lnTo>
                  <a:pt x="5494686" y="4363093"/>
                </a:lnTo>
                <a:lnTo>
                  <a:pt x="5480910" y="4325701"/>
                </a:lnTo>
                <a:lnTo>
                  <a:pt x="5457293" y="4286341"/>
                </a:lnTo>
                <a:lnTo>
                  <a:pt x="5441549" y="4256820"/>
                </a:lnTo>
                <a:lnTo>
                  <a:pt x="5433677" y="4241076"/>
                </a:lnTo>
                <a:lnTo>
                  <a:pt x="5453357" y="4227300"/>
                </a:lnTo>
                <a:lnTo>
                  <a:pt x="5461229" y="4227300"/>
                </a:lnTo>
                <a:lnTo>
                  <a:pt x="5469102" y="4237140"/>
                </a:lnTo>
                <a:lnTo>
                  <a:pt x="5482878" y="4245012"/>
                </a:lnTo>
                <a:lnTo>
                  <a:pt x="5502558" y="4248948"/>
                </a:lnTo>
                <a:lnTo>
                  <a:pt x="5536014" y="4241076"/>
                </a:lnTo>
                <a:lnTo>
                  <a:pt x="5536014" y="4241075"/>
                </a:lnTo>
                <a:lnTo>
                  <a:pt x="5502558" y="4248947"/>
                </a:lnTo>
                <a:lnTo>
                  <a:pt x="5482878" y="4245011"/>
                </a:lnTo>
                <a:lnTo>
                  <a:pt x="5469102" y="4237139"/>
                </a:lnTo>
                <a:lnTo>
                  <a:pt x="5461230" y="4227299"/>
                </a:lnTo>
                <a:lnTo>
                  <a:pt x="5453358" y="4227299"/>
                </a:lnTo>
                <a:lnTo>
                  <a:pt x="5433678" y="4241075"/>
                </a:lnTo>
                <a:lnTo>
                  <a:pt x="5421869" y="4223363"/>
                </a:lnTo>
                <a:lnTo>
                  <a:pt x="5408093" y="4195811"/>
                </a:lnTo>
                <a:lnTo>
                  <a:pt x="5396285" y="4154482"/>
                </a:lnTo>
                <a:lnTo>
                  <a:pt x="5384477" y="4117090"/>
                </a:lnTo>
                <a:lnTo>
                  <a:pt x="5372669" y="4060018"/>
                </a:lnTo>
                <a:lnTo>
                  <a:pt x="5370701" y="4042306"/>
                </a:lnTo>
                <a:lnTo>
                  <a:pt x="5329372" y="3965553"/>
                </a:lnTo>
                <a:lnTo>
                  <a:pt x="5329372" y="3953745"/>
                </a:lnTo>
                <a:lnTo>
                  <a:pt x="5313628" y="3936033"/>
                </a:lnTo>
                <a:lnTo>
                  <a:pt x="5307724" y="3902576"/>
                </a:lnTo>
                <a:lnTo>
                  <a:pt x="5331340" y="3890768"/>
                </a:lnTo>
                <a:lnTo>
                  <a:pt x="5360861" y="3890768"/>
                </a:lnTo>
                <a:lnTo>
                  <a:pt x="5372669" y="3902576"/>
                </a:lnTo>
                <a:lnTo>
                  <a:pt x="5404157" y="3890768"/>
                </a:lnTo>
                <a:lnTo>
                  <a:pt x="5486771" y="3894702"/>
                </a:lnTo>
                <a:lnTo>
                  <a:pt x="5404157" y="3888801"/>
                </a:lnTo>
                <a:lnTo>
                  <a:pt x="5372669" y="3900609"/>
                </a:lnTo>
                <a:lnTo>
                  <a:pt x="5360861" y="3888801"/>
                </a:lnTo>
                <a:lnTo>
                  <a:pt x="5331340" y="3888801"/>
                </a:lnTo>
                <a:lnTo>
                  <a:pt x="5307724" y="3900609"/>
                </a:lnTo>
                <a:lnTo>
                  <a:pt x="5305756" y="3876993"/>
                </a:lnTo>
                <a:lnTo>
                  <a:pt x="5307724" y="3849441"/>
                </a:lnTo>
                <a:lnTo>
                  <a:pt x="5335277" y="3776624"/>
                </a:lnTo>
                <a:lnTo>
                  <a:pt x="5352989" y="3770720"/>
                </a:lnTo>
                <a:lnTo>
                  <a:pt x="5364797" y="3735296"/>
                </a:lnTo>
                <a:lnTo>
                  <a:pt x="5358893" y="3709711"/>
                </a:lnTo>
                <a:lnTo>
                  <a:pt x="5352989" y="3682159"/>
                </a:lnTo>
                <a:lnTo>
                  <a:pt x="5352989" y="3629023"/>
                </a:lnTo>
                <a:lnTo>
                  <a:pt x="5341181" y="3615247"/>
                </a:lnTo>
                <a:lnTo>
                  <a:pt x="5331340" y="3591630"/>
                </a:lnTo>
                <a:lnTo>
                  <a:pt x="5331340" y="3581722"/>
                </a:lnTo>
                <a:lnTo>
                  <a:pt x="5329372" y="3581790"/>
                </a:lnTo>
                <a:lnTo>
                  <a:pt x="5319532" y="3566046"/>
                </a:lnTo>
                <a:lnTo>
                  <a:pt x="5305756" y="3554238"/>
                </a:lnTo>
                <a:lnTo>
                  <a:pt x="5341180" y="3538494"/>
                </a:lnTo>
                <a:lnTo>
                  <a:pt x="5343148" y="3538494"/>
                </a:lnTo>
                <a:lnTo>
                  <a:pt x="5346677" y="3550846"/>
                </a:lnTo>
                <a:lnTo>
                  <a:pt x="5347085" y="3550302"/>
                </a:lnTo>
                <a:lnTo>
                  <a:pt x="5358893" y="3536526"/>
                </a:lnTo>
                <a:lnTo>
                  <a:pt x="5364797" y="3532590"/>
                </a:lnTo>
                <a:lnTo>
                  <a:pt x="5366765" y="3546366"/>
                </a:lnTo>
                <a:lnTo>
                  <a:pt x="5370162" y="3544928"/>
                </a:lnTo>
                <a:lnTo>
                  <a:pt x="5364797" y="3530621"/>
                </a:lnTo>
                <a:lnTo>
                  <a:pt x="5358893" y="3534557"/>
                </a:lnTo>
                <a:lnTo>
                  <a:pt x="5347085" y="3548333"/>
                </a:lnTo>
                <a:lnTo>
                  <a:pt x="5343149" y="3538493"/>
                </a:lnTo>
                <a:lnTo>
                  <a:pt x="5341181" y="3538493"/>
                </a:lnTo>
                <a:lnTo>
                  <a:pt x="5305756" y="3552269"/>
                </a:lnTo>
                <a:lnTo>
                  <a:pt x="5301820" y="3534558"/>
                </a:lnTo>
                <a:lnTo>
                  <a:pt x="5301820" y="3534558"/>
                </a:lnTo>
                <a:lnTo>
                  <a:pt x="5272300" y="3489294"/>
                </a:lnTo>
                <a:lnTo>
                  <a:pt x="5248683" y="3467646"/>
                </a:lnTo>
                <a:lnTo>
                  <a:pt x="5230971" y="3434189"/>
                </a:lnTo>
                <a:lnTo>
                  <a:pt x="5244747" y="3400733"/>
                </a:lnTo>
                <a:lnTo>
                  <a:pt x="5240811" y="3384989"/>
                </a:lnTo>
                <a:lnTo>
                  <a:pt x="5244747" y="3369245"/>
                </a:lnTo>
                <a:lnTo>
                  <a:pt x="5299852" y="3369245"/>
                </a:lnTo>
                <a:lnTo>
                  <a:pt x="5295916" y="3343660"/>
                </a:lnTo>
                <a:lnTo>
                  <a:pt x="5341180" y="3343660"/>
                </a:lnTo>
                <a:lnTo>
                  <a:pt x="5331340" y="3361372"/>
                </a:lnTo>
                <a:lnTo>
                  <a:pt x="5331358" y="3361387"/>
                </a:lnTo>
                <a:lnTo>
                  <a:pt x="5331341" y="3361372"/>
                </a:lnTo>
                <a:lnTo>
                  <a:pt x="5341181" y="3343660"/>
                </a:lnTo>
                <a:lnTo>
                  <a:pt x="5380541" y="3343660"/>
                </a:lnTo>
                <a:lnTo>
                  <a:pt x="5396285" y="3355468"/>
                </a:lnTo>
                <a:lnTo>
                  <a:pt x="5413997" y="3327915"/>
                </a:lnTo>
                <a:lnTo>
                  <a:pt x="5415297" y="3326453"/>
                </a:lnTo>
                <a:lnTo>
                  <a:pt x="5384477" y="3259035"/>
                </a:lnTo>
                <a:lnTo>
                  <a:pt x="5384477" y="3247227"/>
                </a:lnTo>
                <a:lnTo>
                  <a:pt x="5415966" y="3194090"/>
                </a:lnTo>
                <a:lnTo>
                  <a:pt x="5498622" y="3182282"/>
                </a:lnTo>
                <a:lnTo>
                  <a:pt x="5518295" y="3150806"/>
                </a:lnTo>
                <a:lnTo>
                  <a:pt x="5498623" y="3180314"/>
                </a:lnTo>
                <a:lnTo>
                  <a:pt x="5413998" y="3192122"/>
                </a:lnTo>
                <a:lnTo>
                  <a:pt x="5396286" y="3162602"/>
                </a:lnTo>
                <a:lnTo>
                  <a:pt x="5370701" y="3142922"/>
                </a:lnTo>
                <a:lnTo>
                  <a:pt x="5372669" y="3123242"/>
                </a:lnTo>
                <a:lnTo>
                  <a:pt x="5372669" y="3123242"/>
                </a:lnTo>
                <a:lnTo>
                  <a:pt x="5370701" y="3142922"/>
                </a:lnTo>
                <a:lnTo>
                  <a:pt x="5396285" y="3162602"/>
                </a:lnTo>
                <a:lnTo>
                  <a:pt x="5413997" y="3192123"/>
                </a:lnTo>
                <a:lnTo>
                  <a:pt x="5384477" y="3243291"/>
                </a:lnTo>
                <a:lnTo>
                  <a:pt x="5384477" y="3259035"/>
                </a:lnTo>
                <a:lnTo>
                  <a:pt x="5413997" y="3325948"/>
                </a:lnTo>
                <a:lnTo>
                  <a:pt x="5396285" y="3353500"/>
                </a:lnTo>
                <a:lnTo>
                  <a:pt x="5380541" y="3341692"/>
                </a:lnTo>
                <a:lnTo>
                  <a:pt x="5341181" y="3341692"/>
                </a:lnTo>
                <a:lnTo>
                  <a:pt x="5295916" y="3341692"/>
                </a:lnTo>
                <a:lnTo>
                  <a:pt x="5254588" y="3341692"/>
                </a:lnTo>
                <a:lnTo>
                  <a:pt x="5254588" y="3314140"/>
                </a:lnTo>
                <a:lnTo>
                  <a:pt x="5238843" y="3296428"/>
                </a:lnTo>
                <a:lnTo>
                  <a:pt x="5215227" y="3280684"/>
                </a:lnTo>
                <a:lnTo>
                  <a:pt x="5215227" y="3280683"/>
                </a:lnTo>
                <a:lnTo>
                  <a:pt x="5152251" y="3276747"/>
                </a:lnTo>
                <a:lnTo>
                  <a:pt x="5136507" y="3272811"/>
                </a:lnTo>
                <a:lnTo>
                  <a:pt x="5128635" y="3253131"/>
                </a:lnTo>
                <a:lnTo>
                  <a:pt x="5091243" y="3225579"/>
                </a:lnTo>
                <a:lnTo>
                  <a:pt x="5061722" y="3225579"/>
                </a:lnTo>
                <a:lnTo>
                  <a:pt x="5057786" y="3152762"/>
                </a:lnTo>
                <a:lnTo>
                  <a:pt x="5059404" y="3150785"/>
                </a:lnTo>
                <a:lnTo>
                  <a:pt x="5055818" y="3154730"/>
                </a:lnTo>
                <a:lnTo>
                  <a:pt x="5059754" y="3225578"/>
                </a:lnTo>
                <a:lnTo>
                  <a:pt x="5026297" y="3231154"/>
                </a:lnTo>
                <a:lnTo>
                  <a:pt x="5026297" y="3231482"/>
                </a:lnTo>
                <a:lnTo>
                  <a:pt x="4994809" y="3241322"/>
                </a:lnTo>
                <a:lnTo>
                  <a:pt x="4990873" y="3223610"/>
                </a:lnTo>
                <a:lnTo>
                  <a:pt x="4990873" y="3223611"/>
                </a:lnTo>
                <a:lnTo>
                  <a:pt x="4994809" y="3241323"/>
                </a:lnTo>
                <a:lnTo>
                  <a:pt x="4975129" y="3247227"/>
                </a:lnTo>
                <a:lnTo>
                  <a:pt x="4916089" y="3270843"/>
                </a:lnTo>
                <a:lnTo>
                  <a:pt x="4900344" y="3264939"/>
                </a:lnTo>
                <a:lnTo>
                  <a:pt x="4898704" y="3261003"/>
                </a:lnTo>
                <a:lnTo>
                  <a:pt x="4862953" y="3261003"/>
                </a:lnTo>
                <a:lnTo>
                  <a:pt x="4827528" y="3268875"/>
                </a:lnTo>
                <a:lnTo>
                  <a:pt x="4786199" y="3276747"/>
                </a:lnTo>
                <a:lnTo>
                  <a:pt x="4756773" y="3280426"/>
                </a:lnTo>
                <a:lnTo>
                  <a:pt x="4756679" y="3280683"/>
                </a:lnTo>
                <a:lnTo>
                  <a:pt x="4756121" y="3280507"/>
                </a:lnTo>
                <a:lnTo>
                  <a:pt x="4754711" y="3280683"/>
                </a:lnTo>
                <a:lnTo>
                  <a:pt x="4754914" y="3280126"/>
                </a:lnTo>
                <a:lnTo>
                  <a:pt x="4719286" y="3268875"/>
                </a:lnTo>
                <a:lnTo>
                  <a:pt x="4683862" y="3241323"/>
                </a:lnTo>
                <a:lnTo>
                  <a:pt x="4656310" y="3213771"/>
                </a:lnTo>
                <a:lnTo>
                  <a:pt x="4614982" y="3196059"/>
                </a:lnTo>
                <a:lnTo>
                  <a:pt x="4609078" y="3170475"/>
                </a:lnTo>
                <a:lnTo>
                  <a:pt x="4593741" y="3147468"/>
                </a:lnTo>
                <a:lnTo>
                  <a:pt x="4591365" y="3148826"/>
                </a:lnTo>
                <a:lnTo>
                  <a:pt x="4550037" y="3099626"/>
                </a:lnTo>
                <a:lnTo>
                  <a:pt x="4546101" y="3091754"/>
                </a:lnTo>
                <a:lnTo>
                  <a:pt x="4561845" y="3087817"/>
                </a:lnTo>
                <a:lnTo>
                  <a:pt x="4583493" y="3083881"/>
                </a:lnTo>
                <a:lnTo>
                  <a:pt x="4583493" y="3082241"/>
                </a:lnTo>
                <a:lnTo>
                  <a:pt x="4561845" y="3085849"/>
                </a:lnTo>
                <a:lnTo>
                  <a:pt x="4548069" y="3089785"/>
                </a:lnTo>
                <a:lnTo>
                  <a:pt x="4536261" y="3079945"/>
                </a:lnTo>
                <a:lnTo>
                  <a:pt x="4520517" y="3068137"/>
                </a:lnTo>
                <a:lnTo>
                  <a:pt x="4508709" y="3066169"/>
                </a:lnTo>
                <a:lnTo>
                  <a:pt x="4544106" y="3052404"/>
                </a:lnTo>
                <a:lnTo>
                  <a:pt x="4510677" y="3064202"/>
                </a:lnTo>
                <a:lnTo>
                  <a:pt x="4498869" y="3052394"/>
                </a:lnTo>
                <a:lnTo>
                  <a:pt x="4502805" y="3038618"/>
                </a:lnTo>
                <a:lnTo>
                  <a:pt x="4550748" y="3034783"/>
                </a:lnTo>
                <a:lnTo>
                  <a:pt x="4550037" y="3034681"/>
                </a:lnTo>
                <a:lnTo>
                  <a:pt x="4500837" y="3038617"/>
                </a:lnTo>
                <a:lnTo>
                  <a:pt x="4504773" y="3022873"/>
                </a:lnTo>
                <a:lnTo>
                  <a:pt x="4504773" y="3015001"/>
                </a:lnTo>
                <a:lnTo>
                  <a:pt x="4506622" y="3014853"/>
                </a:lnTo>
                <a:lnTo>
                  <a:pt x="4498869" y="3005162"/>
                </a:lnTo>
                <a:lnTo>
                  <a:pt x="4494933" y="2985482"/>
                </a:lnTo>
                <a:lnTo>
                  <a:pt x="4502805" y="2965802"/>
                </a:lnTo>
                <a:lnTo>
                  <a:pt x="4514613" y="2932345"/>
                </a:lnTo>
                <a:lnTo>
                  <a:pt x="4532325" y="2924473"/>
                </a:lnTo>
                <a:lnTo>
                  <a:pt x="4532405" y="2924482"/>
                </a:lnTo>
                <a:lnTo>
                  <a:pt x="4532325" y="2924473"/>
                </a:lnTo>
                <a:lnTo>
                  <a:pt x="4514613" y="2932345"/>
                </a:lnTo>
                <a:lnTo>
                  <a:pt x="4520517" y="2900857"/>
                </a:lnTo>
                <a:lnTo>
                  <a:pt x="4520517" y="2892985"/>
                </a:lnTo>
                <a:lnTo>
                  <a:pt x="4510677" y="2851656"/>
                </a:lnTo>
                <a:lnTo>
                  <a:pt x="4514613" y="2833944"/>
                </a:lnTo>
                <a:lnTo>
                  <a:pt x="4502805" y="2814264"/>
                </a:lnTo>
                <a:lnTo>
                  <a:pt x="4494933" y="2806392"/>
                </a:lnTo>
                <a:lnTo>
                  <a:pt x="4491653" y="2796551"/>
                </a:lnTo>
                <a:lnTo>
                  <a:pt x="4483125" y="2796551"/>
                </a:lnTo>
                <a:lnTo>
                  <a:pt x="4502805" y="2759159"/>
                </a:lnTo>
                <a:lnTo>
                  <a:pt x="4528389" y="2723735"/>
                </a:lnTo>
                <a:lnTo>
                  <a:pt x="4548069" y="2696182"/>
                </a:lnTo>
                <a:lnTo>
                  <a:pt x="4557910" y="2668630"/>
                </a:lnTo>
                <a:lnTo>
                  <a:pt x="4575622" y="2648950"/>
                </a:lnTo>
                <a:lnTo>
                  <a:pt x="4585462" y="2641078"/>
                </a:lnTo>
                <a:lnTo>
                  <a:pt x="4605142" y="2605654"/>
                </a:lnTo>
                <a:lnTo>
                  <a:pt x="4620886" y="2595813"/>
                </a:lnTo>
                <a:lnTo>
                  <a:pt x="4640566" y="2595813"/>
                </a:lnTo>
                <a:lnTo>
                  <a:pt x="4660247" y="2578101"/>
                </a:lnTo>
                <a:lnTo>
                  <a:pt x="4670087" y="2570229"/>
                </a:lnTo>
                <a:lnTo>
                  <a:pt x="4685831" y="2550549"/>
                </a:lnTo>
                <a:lnTo>
                  <a:pt x="4705511" y="2532837"/>
                </a:lnTo>
                <a:lnTo>
                  <a:pt x="4695671" y="2487572"/>
                </a:lnTo>
                <a:lnTo>
                  <a:pt x="4715351" y="2467892"/>
                </a:lnTo>
                <a:lnTo>
                  <a:pt x="4715351" y="2450180"/>
                </a:lnTo>
                <a:lnTo>
                  <a:pt x="4715351" y="2440340"/>
                </a:lnTo>
                <a:lnTo>
                  <a:pt x="4750776" y="2422628"/>
                </a:lnTo>
                <a:lnTo>
                  <a:pt x="4770456" y="2412788"/>
                </a:lnTo>
                <a:lnTo>
                  <a:pt x="4780296" y="2404916"/>
                </a:lnTo>
                <a:lnTo>
                  <a:pt x="4786200" y="2385236"/>
                </a:lnTo>
                <a:lnTo>
                  <a:pt x="4805880" y="2357683"/>
                </a:lnTo>
                <a:lnTo>
                  <a:pt x="4805880" y="2349811"/>
                </a:lnTo>
                <a:lnTo>
                  <a:pt x="4825560" y="2330131"/>
                </a:lnTo>
                <a:lnTo>
                  <a:pt x="4825560" y="2339971"/>
                </a:lnTo>
                <a:lnTo>
                  <a:pt x="4835401" y="2349811"/>
                </a:lnTo>
                <a:lnTo>
                  <a:pt x="4843273" y="2357683"/>
                </a:lnTo>
                <a:lnTo>
                  <a:pt x="4853113" y="2357683"/>
                </a:lnTo>
                <a:lnTo>
                  <a:pt x="4872793" y="2357683"/>
                </a:lnTo>
                <a:lnTo>
                  <a:pt x="4898378" y="2357683"/>
                </a:lnTo>
                <a:lnTo>
                  <a:pt x="4908218" y="2367523"/>
                </a:lnTo>
                <a:lnTo>
                  <a:pt x="4925930" y="2367523"/>
                </a:lnTo>
                <a:lnTo>
                  <a:pt x="4937738" y="2424596"/>
                </a:lnTo>
                <a:lnTo>
                  <a:pt x="4941668" y="2434421"/>
                </a:lnTo>
                <a:lnTo>
                  <a:pt x="4937737" y="2422628"/>
                </a:lnTo>
                <a:lnTo>
                  <a:pt x="4925929" y="2365556"/>
                </a:lnTo>
                <a:lnTo>
                  <a:pt x="4937737" y="2353748"/>
                </a:lnTo>
                <a:lnTo>
                  <a:pt x="4957417" y="2345876"/>
                </a:lnTo>
                <a:lnTo>
                  <a:pt x="4969225" y="2343908"/>
                </a:lnTo>
                <a:lnTo>
                  <a:pt x="4986937" y="2324227"/>
                </a:lnTo>
                <a:lnTo>
                  <a:pt x="5002682" y="2316355"/>
                </a:lnTo>
                <a:lnTo>
                  <a:pt x="5022362" y="2308483"/>
                </a:lnTo>
                <a:lnTo>
                  <a:pt x="5051882" y="2308483"/>
                </a:lnTo>
                <a:lnTo>
                  <a:pt x="5063690" y="2300611"/>
                </a:lnTo>
                <a:lnTo>
                  <a:pt x="5097146" y="2300611"/>
                </a:lnTo>
                <a:lnTo>
                  <a:pt x="5108954" y="2300611"/>
                </a:lnTo>
                <a:lnTo>
                  <a:pt x="5128635" y="2300611"/>
                </a:lnTo>
                <a:lnTo>
                  <a:pt x="5150283" y="2300611"/>
                </a:lnTo>
                <a:lnTo>
                  <a:pt x="5181771" y="2294707"/>
                </a:lnTo>
                <a:lnTo>
                  <a:pt x="5203419" y="2300611"/>
                </a:lnTo>
                <a:lnTo>
                  <a:pt x="5203419" y="2332099"/>
                </a:lnTo>
                <a:lnTo>
                  <a:pt x="5207355" y="2339972"/>
                </a:lnTo>
                <a:lnTo>
                  <a:pt x="5207355" y="2365555"/>
                </a:lnTo>
                <a:lnTo>
                  <a:pt x="5207357" y="2365552"/>
                </a:lnTo>
                <a:lnTo>
                  <a:pt x="5207357" y="2338000"/>
                </a:lnTo>
                <a:lnTo>
                  <a:pt x="5203421" y="2330128"/>
                </a:lnTo>
                <a:lnTo>
                  <a:pt x="5203421" y="2300608"/>
                </a:lnTo>
                <a:lnTo>
                  <a:pt x="5223102" y="2296672"/>
                </a:lnTo>
                <a:lnTo>
                  <a:pt x="5234910" y="2290768"/>
                </a:lnTo>
                <a:close/>
                <a:moveTo>
                  <a:pt x="6992610" y="2283161"/>
                </a:moveTo>
                <a:lnTo>
                  <a:pt x="6992347" y="2284867"/>
                </a:lnTo>
                <a:lnTo>
                  <a:pt x="6992489" y="2284850"/>
                </a:lnTo>
                <a:close/>
                <a:moveTo>
                  <a:pt x="5691488" y="2282898"/>
                </a:moveTo>
                <a:lnTo>
                  <a:pt x="5699360" y="2282898"/>
                </a:lnTo>
                <a:lnTo>
                  <a:pt x="5699360" y="2286834"/>
                </a:lnTo>
                <a:lnTo>
                  <a:pt x="5687552" y="2290770"/>
                </a:lnTo>
                <a:lnTo>
                  <a:pt x="5683616" y="2286834"/>
                </a:lnTo>
                <a:close/>
                <a:moveTo>
                  <a:pt x="6158769" y="2277855"/>
                </a:moveTo>
                <a:lnTo>
                  <a:pt x="6124456" y="2304544"/>
                </a:lnTo>
                <a:lnTo>
                  <a:pt x="6133147" y="2323376"/>
                </a:lnTo>
                <a:lnTo>
                  <a:pt x="6126422" y="2304545"/>
                </a:lnTo>
                <a:lnTo>
                  <a:pt x="6159876" y="2278962"/>
                </a:lnTo>
                <a:close/>
                <a:moveTo>
                  <a:pt x="6226878" y="2277129"/>
                </a:moveTo>
                <a:lnTo>
                  <a:pt x="6254343" y="2320289"/>
                </a:lnTo>
                <a:lnTo>
                  <a:pt x="6270088" y="2320289"/>
                </a:lnTo>
                <a:lnTo>
                  <a:pt x="6277425" y="2334964"/>
                </a:lnTo>
                <a:lnTo>
                  <a:pt x="6277957" y="2334066"/>
                </a:lnTo>
                <a:lnTo>
                  <a:pt x="6270085" y="2318322"/>
                </a:lnTo>
                <a:lnTo>
                  <a:pt x="6254341" y="2318322"/>
                </a:lnTo>
                <a:close/>
                <a:moveTo>
                  <a:pt x="6177589" y="2265187"/>
                </a:moveTo>
                <a:lnTo>
                  <a:pt x="6159891" y="2278952"/>
                </a:lnTo>
                <a:lnTo>
                  <a:pt x="6177591" y="2267152"/>
                </a:lnTo>
                <a:lnTo>
                  <a:pt x="6196117" y="2270240"/>
                </a:lnTo>
                <a:close/>
                <a:moveTo>
                  <a:pt x="7051388" y="2263219"/>
                </a:moveTo>
                <a:lnTo>
                  <a:pt x="7041379" y="2270918"/>
                </a:lnTo>
                <a:lnTo>
                  <a:pt x="7053355" y="2263219"/>
                </a:lnTo>
                <a:close/>
                <a:moveTo>
                  <a:pt x="5711168" y="2263218"/>
                </a:moveTo>
                <a:lnTo>
                  <a:pt x="5717072" y="2267154"/>
                </a:lnTo>
                <a:lnTo>
                  <a:pt x="5717072" y="2271090"/>
                </a:lnTo>
                <a:lnTo>
                  <a:pt x="5711168" y="2271090"/>
                </a:lnTo>
                <a:lnTo>
                  <a:pt x="5711168" y="2267154"/>
                </a:lnTo>
                <a:close/>
                <a:moveTo>
                  <a:pt x="6846713" y="2263218"/>
                </a:moveTo>
                <a:lnTo>
                  <a:pt x="6813258" y="2267154"/>
                </a:lnTo>
                <a:lnTo>
                  <a:pt x="6797514" y="2292738"/>
                </a:lnTo>
                <a:lnTo>
                  <a:pt x="6797488" y="2292755"/>
                </a:lnTo>
                <a:lnTo>
                  <a:pt x="6797513" y="2292739"/>
                </a:lnTo>
                <a:lnTo>
                  <a:pt x="6813258" y="2267155"/>
                </a:lnTo>
                <a:lnTo>
                  <a:pt x="6846714" y="2263219"/>
                </a:lnTo>
                <a:close/>
                <a:moveTo>
                  <a:pt x="5724944" y="2257314"/>
                </a:moveTo>
                <a:lnTo>
                  <a:pt x="5728880" y="2257314"/>
                </a:lnTo>
                <a:lnTo>
                  <a:pt x="5728880" y="2263218"/>
                </a:lnTo>
                <a:lnTo>
                  <a:pt x="5724944" y="2267154"/>
                </a:lnTo>
                <a:lnTo>
                  <a:pt x="5721008" y="2259282"/>
                </a:lnTo>
                <a:close/>
                <a:moveTo>
                  <a:pt x="5402189" y="2245506"/>
                </a:moveTo>
                <a:lnTo>
                  <a:pt x="5396285" y="2263218"/>
                </a:lnTo>
                <a:lnTo>
                  <a:pt x="5396285" y="2294706"/>
                </a:lnTo>
                <a:lnTo>
                  <a:pt x="5358893" y="2278962"/>
                </a:lnTo>
                <a:lnTo>
                  <a:pt x="5341181" y="2271090"/>
                </a:lnTo>
                <a:lnTo>
                  <a:pt x="5323468" y="2263218"/>
                </a:lnTo>
                <a:lnTo>
                  <a:pt x="5319532" y="2255346"/>
                </a:lnTo>
                <a:lnTo>
                  <a:pt x="5329372" y="2249442"/>
                </a:lnTo>
                <a:lnTo>
                  <a:pt x="5341181" y="2249442"/>
                </a:lnTo>
                <a:lnTo>
                  <a:pt x="5352989" y="2253378"/>
                </a:lnTo>
                <a:lnTo>
                  <a:pt x="5384477" y="2253378"/>
                </a:lnTo>
                <a:close/>
                <a:moveTo>
                  <a:pt x="7092716" y="2239603"/>
                </a:moveTo>
                <a:lnTo>
                  <a:pt x="7077287" y="2266604"/>
                </a:lnTo>
                <a:lnTo>
                  <a:pt x="7078940" y="2267155"/>
                </a:lnTo>
                <a:lnTo>
                  <a:pt x="7082876" y="2276995"/>
                </a:lnTo>
                <a:lnTo>
                  <a:pt x="7075007" y="2280929"/>
                </a:lnTo>
                <a:lnTo>
                  <a:pt x="7082876" y="2278962"/>
                </a:lnTo>
                <a:lnTo>
                  <a:pt x="7098977" y="2280572"/>
                </a:lnTo>
                <a:lnTo>
                  <a:pt x="7082877" y="2276994"/>
                </a:lnTo>
                <a:lnTo>
                  <a:pt x="7078941" y="2267154"/>
                </a:lnTo>
                <a:close/>
                <a:moveTo>
                  <a:pt x="6541671" y="2239601"/>
                </a:moveTo>
                <a:lnTo>
                  <a:pt x="6541669" y="2239606"/>
                </a:lnTo>
                <a:lnTo>
                  <a:pt x="6541671" y="2239602"/>
                </a:lnTo>
                <a:lnTo>
                  <a:pt x="6610552" y="2247474"/>
                </a:lnTo>
                <a:lnTo>
                  <a:pt x="6610553" y="2247475"/>
                </a:lnTo>
                <a:lnTo>
                  <a:pt x="6610552" y="2247473"/>
                </a:lnTo>
                <a:close/>
                <a:moveTo>
                  <a:pt x="5563566" y="2235666"/>
                </a:moveTo>
                <a:lnTo>
                  <a:pt x="5563566" y="2245506"/>
                </a:lnTo>
                <a:lnTo>
                  <a:pt x="5559630" y="2239602"/>
                </a:lnTo>
                <a:close/>
                <a:moveTo>
                  <a:pt x="8899356" y="2229763"/>
                </a:moveTo>
                <a:lnTo>
                  <a:pt x="8909196" y="2229763"/>
                </a:lnTo>
                <a:lnTo>
                  <a:pt x="8905260" y="2241571"/>
                </a:lnTo>
                <a:lnTo>
                  <a:pt x="8895420" y="2253379"/>
                </a:lnTo>
                <a:lnTo>
                  <a:pt x="8891484" y="2245507"/>
                </a:lnTo>
                <a:lnTo>
                  <a:pt x="8899356" y="2237635"/>
                </a:lnTo>
                <a:close/>
                <a:moveTo>
                  <a:pt x="8571114" y="2229653"/>
                </a:moveTo>
                <a:lnTo>
                  <a:pt x="8570698" y="2229762"/>
                </a:lnTo>
                <a:lnTo>
                  <a:pt x="8567769" y="2233667"/>
                </a:lnTo>
                <a:close/>
                <a:moveTo>
                  <a:pt x="6886074" y="2214019"/>
                </a:moveTo>
                <a:lnTo>
                  <a:pt x="6895914" y="2225827"/>
                </a:lnTo>
                <a:lnTo>
                  <a:pt x="6890010" y="2247475"/>
                </a:lnTo>
                <a:lnTo>
                  <a:pt x="6897882" y="2225827"/>
                </a:lnTo>
                <a:close/>
                <a:moveTo>
                  <a:pt x="5638351" y="2214018"/>
                </a:moveTo>
                <a:lnTo>
                  <a:pt x="5650159" y="2214018"/>
                </a:lnTo>
                <a:lnTo>
                  <a:pt x="5665903" y="2237634"/>
                </a:lnTo>
                <a:lnTo>
                  <a:pt x="5665903" y="2253378"/>
                </a:lnTo>
                <a:lnTo>
                  <a:pt x="5661967" y="2253378"/>
                </a:lnTo>
                <a:lnTo>
                  <a:pt x="5658031" y="2241570"/>
                </a:lnTo>
                <a:lnTo>
                  <a:pt x="5646223" y="2233698"/>
                </a:lnTo>
                <a:lnTo>
                  <a:pt x="5634415" y="2221890"/>
                </a:lnTo>
                <a:close/>
                <a:moveTo>
                  <a:pt x="5018427" y="2214017"/>
                </a:moveTo>
                <a:lnTo>
                  <a:pt x="5026299" y="2214017"/>
                </a:lnTo>
                <a:lnTo>
                  <a:pt x="5022363" y="2225825"/>
                </a:lnTo>
                <a:lnTo>
                  <a:pt x="5012522" y="2225825"/>
                </a:lnTo>
                <a:lnTo>
                  <a:pt x="5012522" y="2221889"/>
                </a:lnTo>
                <a:close/>
                <a:moveTo>
                  <a:pt x="5707232" y="2212050"/>
                </a:moveTo>
                <a:lnTo>
                  <a:pt x="5711168" y="2217954"/>
                </a:lnTo>
                <a:lnTo>
                  <a:pt x="5711168" y="2229762"/>
                </a:lnTo>
                <a:lnTo>
                  <a:pt x="5711168" y="2233698"/>
                </a:lnTo>
                <a:lnTo>
                  <a:pt x="5703296" y="2225826"/>
                </a:lnTo>
                <a:lnTo>
                  <a:pt x="5703296" y="2215986"/>
                </a:lnTo>
                <a:close/>
                <a:moveTo>
                  <a:pt x="6273852" y="2206857"/>
                </a:moveTo>
                <a:lnTo>
                  <a:pt x="6272048" y="2207459"/>
                </a:lnTo>
                <a:lnTo>
                  <a:pt x="6274099" y="2207003"/>
                </a:lnTo>
                <a:close/>
                <a:moveTo>
                  <a:pt x="5715104" y="2200241"/>
                </a:moveTo>
                <a:lnTo>
                  <a:pt x="5717072" y="2208113"/>
                </a:lnTo>
                <a:lnTo>
                  <a:pt x="5715104" y="2212049"/>
                </a:lnTo>
                <a:lnTo>
                  <a:pt x="5711168" y="2204177"/>
                </a:lnTo>
                <a:close/>
                <a:moveTo>
                  <a:pt x="6213034" y="2198342"/>
                </a:moveTo>
                <a:lnTo>
                  <a:pt x="6230511" y="2254656"/>
                </a:lnTo>
                <a:lnTo>
                  <a:pt x="6230724" y="2253378"/>
                </a:lnTo>
                <a:close/>
                <a:moveTo>
                  <a:pt x="6329125" y="2198273"/>
                </a:moveTo>
                <a:lnTo>
                  <a:pt x="6329125" y="2198273"/>
                </a:lnTo>
                <a:lnTo>
                  <a:pt x="6329125" y="2198283"/>
                </a:lnTo>
                <a:lnTo>
                  <a:pt x="6329126" y="2198274"/>
                </a:lnTo>
                <a:close/>
                <a:moveTo>
                  <a:pt x="5044010" y="2194338"/>
                </a:moveTo>
                <a:lnTo>
                  <a:pt x="5059755" y="2194338"/>
                </a:lnTo>
                <a:lnTo>
                  <a:pt x="5069595" y="2202210"/>
                </a:lnTo>
                <a:lnTo>
                  <a:pt x="5063691" y="2210082"/>
                </a:lnTo>
                <a:lnTo>
                  <a:pt x="5047946" y="2214018"/>
                </a:lnTo>
                <a:lnTo>
                  <a:pt x="5044010" y="2210082"/>
                </a:lnTo>
                <a:close/>
                <a:moveTo>
                  <a:pt x="6325190" y="2190402"/>
                </a:moveTo>
                <a:lnTo>
                  <a:pt x="6318172" y="2193209"/>
                </a:lnTo>
                <a:lnTo>
                  <a:pt x="6325455" y="2190933"/>
                </a:lnTo>
                <a:close/>
                <a:moveTo>
                  <a:pt x="6226100" y="2187057"/>
                </a:moveTo>
                <a:lnTo>
                  <a:pt x="6213028" y="2198262"/>
                </a:lnTo>
                <a:lnTo>
                  <a:pt x="6226609" y="2188076"/>
                </a:lnTo>
                <a:close/>
                <a:moveTo>
                  <a:pt x="6976604" y="2182530"/>
                </a:moveTo>
                <a:lnTo>
                  <a:pt x="6968732" y="2186466"/>
                </a:lnTo>
                <a:lnTo>
                  <a:pt x="6954955" y="2186466"/>
                </a:lnTo>
                <a:lnTo>
                  <a:pt x="6939211" y="2194338"/>
                </a:lnTo>
                <a:lnTo>
                  <a:pt x="6932307" y="2183982"/>
                </a:lnTo>
                <a:lnTo>
                  <a:pt x="6931339" y="2184498"/>
                </a:lnTo>
                <a:lnTo>
                  <a:pt x="6939211" y="2194339"/>
                </a:lnTo>
                <a:lnTo>
                  <a:pt x="6954955" y="2188434"/>
                </a:lnTo>
                <a:lnTo>
                  <a:pt x="6968731" y="2188434"/>
                </a:lnTo>
                <a:lnTo>
                  <a:pt x="6976603" y="2184498"/>
                </a:lnTo>
                <a:lnTo>
                  <a:pt x="7002187" y="2184498"/>
                </a:lnTo>
                <a:lnTo>
                  <a:pt x="7002187" y="2194339"/>
                </a:lnTo>
                <a:lnTo>
                  <a:pt x="7029740" y="2194339"/>
                </a:lnTo>
                <a:lnTo>
                  <a:pt x="7051388" y="2188434"/>
                </a:lnTo>
                <a:lnTo>
                  <a:pt x="7059260" y="2214019"/>
                </a:lnTo>
                <a:lnTo>
                  <a:pt x="7084844" y="2217955"/>
                </a:lnTo>
                <a:lnTo>
                  <a:pt x="7092716" y="2239603"/>
                </a:lnTo>
                <a:lnTo>
                  <a:pt x="7092717" y="2239602"/>
                </a:lnTo>
                <a:lnTo>
                  <a:pt x="7086813" y="2215986"/>
                </a:lnTo>
                <a:lnTo>
                  <a:pt x="7059260" y="2214018"/>
                </a:lnTo>
                <a:lnTo>
                  <a:pt x="7051560" y="2187065"/>
                </a:lnTo>
                <a:lnTo>
                  <a:pt x="7029740" y="2194338"/>
                </a:lnTo>
                <a:lnTo>
                  <a:pt x="7004156" y="2194338"/>
                </a:lnTo>
                <a:lnTo>
                  <a:pt x="7004156" y="2182530"/>
                </a:lnTo>
                <a:close/>
                <a:moveTo>
                  <a:pt x="5687552" y="2180561"/>
                </a:moveTo>
                <a:lnTo>
                  <a:pt x="5695424" y="2180561"/>
                </a:lnTo>
                <a:lnTo>
                  <a:pt x="5695424" y="2182529"/>
                </a:lnTo>
                <a:lnTo>
                  <a:pt x="5687552" y="2186465"/>
                </a:lnTo>
                <a:lnTo>
                  <a:pt x="5683616" y="2182529"/>
                </a:lnTo>
                <a:close/>
                <a:moveTo>
                  <a:pt x="5087306" y="2176626"/>
                </a:moveTo>
                <a:lnTo>
                  <a:pt x="5095178" y="2180562"/>
                </a:lnTo>
                <a:lnTo>
                  <a:pt x="5089274" y="2190401"/>
                </a:lnTo>
                <a:lnTo>
                  <a:pt x="5079434" y="2186465"/>
                </a:lnTo>
                <a:lnTo>
                  <a:pt x="5079434" y="2182530"/>
                </a:lnTo>
                <a:close/>
                <a:moveTo>
                  <a:pt x="5671807" y="2154977"/>
                </a:moveTo>
                <a:lnTo>
                  <a:pt x="5675743" y="2154977"/>
                </a:lnTo>
                <a:lnTo>
                  <a:pt x="5679679" y="2156945"/>
                </a:lnTo>
                <a:lnTo>
                  <a:pt x="5671807" y="2160881"/>
                </a:lnTo>
                <a:close/>
                <a:moveTo>
                  <a:pt x="7106493" y="2145138"/>
                </a:moveTo>
                <a:lnTo>
                  <a:pt x="7105335" y="2145745"/>
                </a:lnTo>
                <a:lnTo>
                  <a:pt x="7120266" y="2156943"/>
                </a:lnTo>
                <a:close/>
                <a:moveTo>
                  <a:pt x="6956923" y="2133330"/>
                </a:moveTo>
                <a:lnTo>
                  <a:pt x="6923466" y="2141202"/>
                </a:lnTo>
                <a:lnTo>
                  <a:pt x="6923466" y="2168754"/>
                </a:lnTo>
                <a:lnTo>
                  <a:pt x="6895914" y="2176626"/>
                </a:lnTo>
                <a:lnTo>
                  <a:pt x="6878202" y="2178594"/>
                </a:lnTo>
                <a:lnTo>
                  <a:pt x="6878621" y="2180479"/>
                </a:lnTo>
                <a:lnTo>
                  <a:pt x="6897882" y="2176626"/>
                </a:lnTo>
                <a:lnTo>
                  <a:pt x="6923467" y="2168754"/>
                </a:lnTo>
                <a:lnTo>
                  <a:pt x="6923467" y="2143170"/>
                </a:lnTo>
                <a:lnTo>
                  <a:pt x="6956923" y="2135298"/>
                </a:lnTo>
                <a:lnTo>
                  <a:pt x="6975197" y="2142608"/>
                </a:lnTo>
                <a:lnTo>
                  <a:pt x="6976603" y="2141202"/>
                </a:lnTo>
                <a:close/>
                <a:moveTo>
                  <a:pt x="5234907" y="2131361"/>
                </a:moveTo>
                <a:lnTo>
                  <a:pt x="5238843" y="2131361"/>
                </a:lnTo>
                <a:lnTo>
                  <a:pt x="5238843" y="2145137"/>
                </a:lnTo>
                <a:lnTo>
                  <a:pt x="5244747" y="2153009"/>
                </a:lnTo>
                <a:lnTo>
                  <a:pt x="5244747" y="2190402"/>
                </a:lnTo>
                <a:lnTo>
                  <a:pt x="5242779" y="2198274"/>
                </a:lnTo>
                <a:lnTo>
                  <a:pt x="5234907" y="2206146"/>
                </a:lnTo>
                <a:lnTo>
                  <a:pt x="5223099" y="2210082"/>
                </a:lnTo>
                <a:lnTo>
                  <a:pt x="5219163" y="2214018"/>
                </a:lnTo>
                <a:lnTo>
                  <a:pt x="5211291" y="2210082"/>
                </a:lnTo>
                <a:lnTo>
                  <a:pt x="5209323" y="2186466"/>
                </a:lnTo>
                <a:lnTo>
                  <a:pt x="5211291" y="2160881"/>
                </a:lnTo>
                <a:lnTo>
                  <a:pt x="5209323" y="2149073"/>
                </a:lnTo>
                <a:lnTo>
                  <a:pt x="5227035" y="2139233"/>
                </a:lnTo>
                <a:close/>
                <a:moveTo>
                  <a:pt x="5612767" y="2129393"/>
                </a:moveTo>
                <a:lnTo>
                  <a:pt x="5612767" y="2129393"/>
                </a:lnTo>
                <a:lnTo>
                  <a:pt x="5626262" y="2129393"/>
                </a:lnTo>
                <a:lnTo>
                  <a:pt x="5626262" y="2129393"/>
                </a:lnTo>
                <a:close/>
                <a:moveTo>
                  <a:pt x="5555695" y="2123490"/>
                </a:moveTo>
                <a:lnTo>
                  <a:pt x="5565534" y="2145137"/>
                </a:lnTo>
                <a:lnTo>
                  <a:pt x="5569470" y="2160881"/>
                </a:lnTo>
                <a:lnTo>
                  <a:pt x="5569465" y="2160890"/>
                </a:lnTo>
                <a:lnTo>
                  <a:pt x="5569471" y="2160882"/>
                </a:lnTo>
                <a:lnTo>
                  <a:pt x="5567503" y="2145138"/>
                </a:lnTo>
                <a:lnTo>
                  <a:pt x="5600959" y="2145138"/>
                </a:lnTo>
                <a:lnTo>
                  <a:pt x="5600961" y="2145135"/>
                </a:lnTo>
                <a:lnTo>
                  <a:pt x="5600959" y="2145137"/>
                </a:lnTo>
                <a:lnTo>
                  <a:pt x="5567502" y="2145137"/>
                </a:lnTo>
                <a:close/>
                <a:moveTo>
                  <a:pt x="6286680" y="2123222"/>
                </a:moveTo>
                <a:lnTo>
                  <a:pt x="6291733" y="2133329"/>
                </a:lnTo>
                <a:lnTo>
                  <a:pt x="6287797" y="2141201"/>
                </a:lnTo>
                <a:lnTo>
                  <a:pt x="6246465" y="2141201"/>
                </a:lnTo>
                <a:lnTo>
                  <a:pt x="6246469" y="2141202"/>
                </a:lnTo>
                <a:lnTo>
                  <a:pt x="6256309" y="2158915"/>
                </a:lnTo>
                <a:lnTo>
                  <a:pt x="6264181" y="2176627"/>
                </a:lnTo>
                <a:lnTo>
                  <a:pt x="6293950" y="2200814"/>
                </a:lnTo>
                <a:lnTo>
                  <a:pt x="6293952" y="2200814"/>
                </a:lnTo>
                <a:lnTo>
                  <a:pt x="6264181" y="2176626"/>
                </a:lnTo>
                <a:lnTo>
                  <a:pt x="6256309" y="2156946"/>
                </a:lnTo>
                <a:lnTo>
                  <a:pt x="6246469" y="2141201"/>
                </a:lnTo>
                <a:lnTo>
                  <a:pt x="6287798" y="2141201"/>
                </a:lnTo>
                <a:lnTo>
                  <a:pt x="6291734" y="2133329"/>
                </a:lnTo>
                <a:close/>
                <a:moveTo>
                  <a:pt x="6303976" y="2123075"/>
                </a:moveTo>
                <a:lnTo>
                  <a:pt x="6315350" y="2129393"/>
                </a:lnTo>
                <a:lnTo>
                  <a:pt x="6316364" y="2128943"/>
                </a:lnTo>
                <a:close/>
                <a:moveTo>
                  <a:pt x="8978077" y="2109713"/>
                </a:moveTo>
                <a:lnTo>
                  <a:pt x="8985949" y="2117585"/>
                </a:lnTo>
                <a:lnTo>
                  <a:pt x="8982013" y="2143169"/>
                </a:lnTo>
                <a:lnTo>
                  <a:pt x="8993821" y="2151042"/>
                </a:lnTo>
                <a:lnTo>
                  <a:pt x="9001693" y="2166786"/>
                </a:lnTo>
                <a:lnTo>
                  <a:pt x="9001693" y="2188434"/>
                </a:lnTo>
                <a:lnTo>
                  <a:pt x="8989885" y="2215986"/>
                </a:lnTo>
                <a:lnTo>
                  <a:pt x="8989885" y="2237634"/>
                </a:lnTo>
                <a:lnTo>
                  <a:pt x="8982013" y="2233698"/>
                </a:lnTo>
                <a:lnTo>
                  <a:pt x="8970205" y="2241570"/>
                </a:lnTo>
                <a:lnTo>
                  <a:pt x="8966269" y="2257315"/>
                </a:lnTo>
                <a:lnTo>
                  <a:pt x="8978077" y="2269123"/>
                </a:lnTo>
                <a:lnTo>
                  <a:pt x="8962333" y="2298643"/>
                </a:lnTo>
                <a:lnTo>
                  <a:pt x="8958397" y="2308483"/>
                </a:lnTo>
                <a:lnTo>
                  <a:pt x="8962333" y="2320291"/>
                </a:lnTo>
                <a:lnTo>
                  <a:pt x="8948556" y="2347844"/>
                </a:lnTo>
                <a:lnTo>
                  <a:pt x="8936748" y="2343908"/>
                </a:lnTo>
                <a:lnTo>
                  <a:pt x="8944620" y="2339972"/>
                </a:lnTo>
                <a:lnTo>
                  <a:pt x="8944620" y="2328163"/>
                </a:lnTo>
                <a:lnTo>
                  <a:pt x="8936748" y="2324227"/>
                </a:lnTo>
                <a:lnTo>
                  <a:pt x="8921004" y="2336035"/>
                </a:lnTo>
                <a:lnTo>
                  <a:pt x="8917068" y="2355716"/>
                </a:lnTo>
                <a:lnTo>
                  <a:pt x="8909196" y="2357684"/>
                </a:lnTo>
                <a:lnTo>
                  <a:pt x="8905260" y="2343908"/>
                </a:lnTo>
                <a:lnTo>
                  <a:pt x="8899356" y="2347844"/>
                </a:lnTo>
                <a:lnTo>
                  <a:pt x="8891484" y="2355716"/>
                </a:lnTo>
                <a:lnTo>
                  <a:pt x="8863932" y="2357684"/>
                </a:lnTo>
                <a:lnTo>
                  <a:pt x="8863932" y="2343908"/>
                </a:lnTo>
                <a:lnTo>
                  <a:pt x="8852124" y="2343908"/>
                </a:lnTo>
                <a:lnTo>
                  <a:pt x="8848188" y="2355716"/>
                </a:lnTo>
                <a:lnTo>
                  <a:pt x="8852124" y="2361620"/>
                </a:lnTo>
                <a:lnTo>
                  <a:pt x="8852124" y="2369492"/>
                </a:lnTo>
                <a:lnTo>
                  <a:pt x="8852124" y="2377364"/>
                </a:lnTo>
                <a:lnTo>
                  <a:pt x="8836379" y="2377364"/>
                </a:lnTo>
                <a:lnTo>
                  <a:pt x="8836379" y="2393108"/>
                </a:lnTo>
                <a:lnTo>
                  <a:pt x="8826539" y="2400980"/>
                </a:lnTo>
                <a:lnTo>
                  <a:pt x="8814731" y="2393108"/>
                </a:lnTo>
                <a:lnTo>
                  <a:pt x="8810795" y="2381300"/>
                </a:lnTo>
                <a:lnTo>
                  <a:pt x="8814731" y="2373428"/>
                </a:lnTo>
                <a:lnTo>
                  <a:pt x="8810795" y="2357684"/>
                </a:lnTo>
                <a:lnTo>
                  <a:pt x="8791115" y="2351780"/>
                </a:lnTo>
                <a:lnTo>
                  <a:pt x="8761595" y="2357684"/>
                </a:lnTo>
                <a:lnTo>
                  <a:pt x="8753723" y="2369492"/>
                </a:lnTo>
                <a:lnTo>
                  <a:pt x="8722234" y="2377364"/>
                </a:lnTo>
                <a:lnTo>
                  <a:pt x="8706490" y="2385236"/>
                </a:lnTo>
                <a:lnTo>
                  <a:pt x="8706490" y="2377364"/>
                </a:lnTo>
                <a:lnTo>
                  <a:pt x="8688778" y="2381300"/>
                </a:lnTo>
                <a:lnTo>
                  <a:pt x="8688778" y="2369492"/>
                </a:lnTo>
                <a:lnTo>
                  <a:pt x="8696650" y="2361620"/>
                </a:lnTo>
                <a:lnTo>
                  <a:pt x="8706490" y="2357684"/>
                </a:lnTo>
                <a:lnTo>
                  <a:pt x="8730106" y="2339972"/>
                </a:lnTo>
                <a:lnTo>
                  <a:pt x="8737978" y="2328163"/>
                </a:lnTo>
                <a:lnTo>
                  <a:pt x="8749787" y="2324227"/>
                </a:lnTo>
                <a:lnTo>
                  <a:pt x="8765531" y="2332099"/>
                </a:lnTo>
                <a:lnTo>
                  <a:pt x="8783243" y="2332099"/>
                </a:lnTo>
                <a:lnTo>
                  <a:pt x="8798987" y="2320291"/>
                </a:lnTo>
                <a:lnTo>
                  <a:pt x="8818667" y="2324227"/>
                </a:lnTo>
                <a:lnTo>
                  <a:pt x="8852124" y="2282899"/>
                </a:lnTo>
                <a:lnTo>
                  <a:pt x="8852124" y="2269123"/>
                </a:lnTo>
                <a:lnTo>
                  <a:pt x="8859996" y="2259283"/>
                </a:lnTo>
                <a:lnTo>
                  <a:pt x="8867868" y="2263219"/>
                </a:lnTo>
                <a:lnTo>
                  <a:pt x="8863932" y="2278963"/>
                </a:lnTo>
                <a:lnTo>
                  <a:pt x="8871804" y="2286835"/>
                </a:lnTo>
                <a:lnTo>
                  <a:pt x="8891484" y="2275027"/>
                </a:lnTo>
                <a:lnTo>
                  <a:pt x="8895420" y="2269123"/>
                </a:lnTo>
                <a:lnTo>
                  <a:pt x="8909196" y="2257315"/>
                </a:lnTo>
                <a:lnTo>
                  <a:pt x="8928876" y="2229762"/>
                </a:lnTo>
                <a:lnTo>
                  <a:pt x="8940684" y="2200242"/>
                </a:lnTo>
                <a:lnTo>
                  <a:pt x="8940684" y="2147106"/>
                </a:lnTo>
                <a:lnTo>
                  <a:pt x="8952493" y="2131361"/>
                </a:lnTo>
                <a:lnTo>
                  <a:pt x="8958397" y="2129393"/>
                </a:lnTo>
                <a:lnTo>
                  <a:pt x="8966269" y="2139233"/>
                </a:lnTo>
                <a:lnTo>
                  <a:pt x="8974141" y="2139233"/>
                </a:lnTo>
                <a:lnTo>
                  <a:pt x="8970205" y="2129393"/>
                </a:lnTo>
                <a:lnTo>
                  <a:pt x="8966269" y="2117585"/>
                </a:lnTo>
                <a:close/>
                <a:moveTo>
                  <a:pt x="5714317" y="2105541"/>
                </a:moveTo>
                <a:lnTo>
                  <a:pt x="5713136" y="2105777"/>
                </a:lnTo>
                <a:lnTo>
                  <a:pt x="5708840" y="2117592"/>
                </a:lnTo>
                <a:close/>
                <a:moveTo>
                  <a:pt x="7213875" y="2104937"/>
                </a:moveTo>
                <a:lnTo>
                  <a:pt x="7185214" y="2109714"/>
                </a:lnTo>
                <a:lnTo>
                  <a:pt x="7172850" y="2120953"/>
                </a:lnTo>
                <a:lnTo>
                  <a:pt x="7185213" y="2111681"/>
                </a:lnTo>
                <a:close/>
                <a:moveTo>
                  <a:pt x="6661439" y="2100998"/>
                </a:moveTo>
                <a:lnTo>
                  <a:pt x="6657784" y="2115616"/>
                </a:lnTo>
                <a:lnTo>
                  <a:pt x="6657785" y="2115617"/>
                </a:lnTo>
                <a:lnTo>
                  <a:pt x="6661720" y="2101842"/>
                </a:lnTo>
                <a:close/>
                <a:moveTo>
                  <a:pt x="8578570" y="2099873"/>
                </a:moveTo>
                <a:lnTo>
                  <a:pt x="8578570" y="2123489"/>
                </a:lnTo>
                <a:lnTo>
                  <a:pt x="8602186" y="2119553"/>
                </a:lnTo>
                <a:lnTo>
                  <a:pt x="8613994" y="2107745"/>
                </a:lnTo>
                <a:lnTo>
                  <a:pt x="8602186" y="2117585"/>
                </a:lnTo>
                <a:lnTo>
                  <a:pt x="8580538" y="2121521"/>
                </a:lnTo>
                <a:lnTo>
                  <a:pt x="8580538" y="2099873"/>
                </a:lnTo>
                <a:close/>
                <a:moveTo>
                  <a:pt x="6264182" y="2095938"/>
                </a:moveTo>
                <a:lnTo>
                  <a:pt x="6272573" y="2103280"/>
                </a:lnTo>
                <a:lnTo>
                  <a:pt x="6266149" y="2095938"/>
                </a:lnTo>
                <a:close/>
                <a:moveTo>
                  <a:pt x="6949051" y="2095937"/>
                </a:moveTo>
                <a:lnTo>
                  <a:pt x="6939211" y="2107746"/>
                </a:lnTo>
                <a:lnTo>
                  <a:pt x="6956923" y="2111682"/>
                </a:lnTo>
                <a:lnTo>
                  <a:pt x="6988411" y="2111682"/>
                </a:lnTo>
                <a:lnTo>
                  <a:pt x="6996283" y="2129394"/>
                </a:lnTo>
                <a:lnTo>
                  <a:pt x="7017931" y="2129394"/>
                </a:lnTo>
                <a:lnTo>
                  <a:pt x="7017931" y="2145138"/>
                </a:lnTo>
                <a:lnTo>
                  <a:pt x="7007300" y="2152225"/>
                </a:lnTo>
                <a:lnTo>
                  <a:pt x="7019900" y="2145138"/>
                </a:lnTo>
                <a:lnTo>
                  <a:pt x="7019900" y="2129394"/>
                </a:lnTo>
                <a:lnTo>
                  <a:pt x="6996284" y="2129394"/>
                </a:lnTo>
                <a:lnTo>
                  <a:pt x="6988412" y="2109714"/>
                </a:lnTo>
                <a:lnTo>
                  <a:pt x="6958892" y="2109714"/>
                </a:lnTo>
                <a:lnTo>
                  <a:pt x="6939211" y="2107746"/>
                </a:lnTo>
                <a:lnTo>
                  <a:pt x="6951019" y="2095937"/>
                </a:lnTo>
                <a:close/>
                <a:moveTo>
                  <a:pt x="6964805" y="2095915"/>
                </a:moveTo>
                <a:lnTo>
                  <a:pt x="6964795" y="2095937"/>
                </a:lnTo>
                <a:lnTo>
                  <a:pt x="6964796" y="2095937"/>
                </a:lnTo>
                <a:close/>
                <a:moveTo>
                  <a:pt x="6496407" y="2088064"/>
                </a:moveTo>
                <a:lnTo>
                  <a:pt x="6508455" y="2097703"/>
                </a:lnTo>
                <a:lnTo>
                  <a:pt x="6496407" y="2088065"/>
                </a:lnTo>
                <a:close/>
                <a:moveTo>
                  <a:pt x="8610058" y="2084129"/>
                </a:moveTo>
                <a:lnTo>
                  <a:pt x="8610392" y="2086134"/>
                </a:lnTo>
                <a:lnTo>
                  <a:pt x="8627770" y="2088064"/>
                </a:lnTo>
                <a:lnTo>
                  <a:pt x="8628116" y="2087740"/>
                </a:lnTo>
                <a:close/>
                <a:moveTo>
                  <a:pt x="6234684" y="2082279"/>
                </a:moveTo>
                <a:lnTo>
                  <a:pt x="6256309" y="2095937"/>
                </a:lnTo>
                <a:lnTo>
                  <a:pt x="6258275" y="2095937"/>
                </a:lnTo>
                <a:close/>
                <a:moveTo>
                  <a:pt x="5615444" y="2080507"/>
                </a:moveTo>
                <a:lnTo>
                  <a:pt x="5585215" y="2088064"/>
                </a:lnTo>
                <a:lnTo>
                  <a:pt x="5563567" y="2103808"/>
                </a:lnTo>
                <a:lnTo>
                  <a:pt x="5587183" y="2090032"/>
                </a:lnTo>
                <a:lnTo>
                  <a:pt x="5614735" y="2082160"/>
                </a:lnTo>
                <a:lnTo>
                  <a:pt x="5614735" y="2082160"/>
                </a:lnTo>
                <a:close/>
                <a:moveTo>
                  <a:pt x="6610552" y="2074289"/>
                </a:moveTo>
                <a:lnTo>
                  <a:pt x="6592850" y="2086091"/>
                </a:lnTo>
                <a:lnTo>
                  <a:pt x="6612821" y="2075197"/>
                </a:lnTo>
                <a:close/>
                <a:moveTo>
                  <a:pt x="6622360" y="2070353"/>
                </a:moveTo>
                <a:lnTo>
                  <a:pt x="6620611" y="2077350"/>
                </a:lnTo>
                <a:lnTo>
                  <a:pt x="6622360" y="2078224"/>
                </a:lnTo>
                <a:lnTo>
                  <a:pt x="6626296" y="2070353"/>
                </a:lnTo>
                <a:close/>
                <a:moveTo>
                  <a:pt x="5016464" y="2070343"/>
                </a:moveTo>
                <a:lnTo>
                  <a:pt x="5015327" y="2070912"/>
                </a:lnTo>
                <a:lnTo>
                  <a:pt x="5020393" y="2074289"/>
                </a:lnTo>
                <a:lnTo>
                  <a:pt x="5015670" y="2080587"/>
                </a:lnTo>
                <a:lnTo>
                  <a:pt x="5017021" y="2081037"/>
                </a:lnTo>
                <a:lnTo>
                  <a:pt x="5020400" y="2074279"/>
                </a:lnTo>
                <a:close/>
                <a:moveTo>
                  <a:pt x="6984475" y="2064449"/>
                </a:moveTo>
                <a:lnTo>
                  <a:pt x="6972667" y="2076257"/>
                </a:lnTo>
                <a:lnTo>
                  <a:pt x="6939211" y="2084129"/>
                </a:lnTo>
                <a:lnTo>
                  <a:pt x="6919531" y="2103809"/>
                </a:lnTo>
                <a:lnTo>
                  <a:pt x="6919531" y="2103809"/>
                </a:lnTo>
                <a:lnTo>
                  <a:pt x="6939211" y="2084129"/>
                </a:lnTo>
                <a:lnTo>
                  <a:pt x="6971821" y="2078375"/>
                </a:lnTo>
                <a:lnTo>
                  <a:pt x="6972668" y="2076257"/>
                </a:lnTo>
                <a:lnTo>
                  <a:pt x="6984476" y="2064449"/>
                </a:lnTo>
                <a:lnTo>
                  <a:pt x="7006124" y="2064449"/>
                </a:lnTo>
                <a:lnTo>
                  <a:pt x="7006123" y="2064449"/>
                </a:lnTo>
                <a:close/>
                <a:moveTo>
                  <a:pt x="5234907" y="2062480"/>
                </a:moveTo>
                <a:lnTo>
                  <a:pt x="5238843" y="2062480"/>
                </a:lnTo>
                <a:lnTo>
                  <a:pt x="5238843" y="2074288"/>
                </a:lnTo>
                <a:lnTo>
                  <a:pt x="5238843" y="2086097"/>
                </a:lnTo>
                <a:lnTo>
                  <a:pt x="5234907" y="2115617"/>
                </a:lnTo>
                <a:lnTo>
                  <a:pt x="5227035" y="2123489"/>
                </a:lnTo>
                <a:lnTo>
                  <a:pt x="5219163" y="2115617"/>
                </a:lnTo>
                <a:lnTo>
                  <a:pt x="5219163" y="2092001"/>
                </a:lnTo>
                <a:lnTo>
                  <a:pt x="5219163" y="2082160"/>
                </a:lnTo>
                <a:lnTo>
                  <a:pt x="5230971" y="2074288"/>
                </a:lnTo>
                <a:close/>
                <a:moveTo>
                  <a:pt x="6119904" y="2051924"/>
                </a:moveTo>
                <a:lnTo>
                  <a:pt x="6122484" y="2052640"/>
                </a:lnTo>
                <a:lnTo>
                  <a:pt x="6129385" y="2053581"/>
                </a:lnTo>
                <a:lnTo>
                  <a:pt x="6124452" y="2052642"/>
                </a:lnTo>
                <a:close/>
                <a:moveTo>
                  <a:pt x="7139949" y="2050672"/>
                </a:moveTo>
                <a:lnTo>
                  <a:pt x="7102556" y="2062481"/>
                </a:lnTo>
                <a:lnTo>
                  <a:pt x="7102557" y="2062481"/>
                </a:lnTo>
                <a:lnTo>
                  <a:pt x="7139949" y="2050673"/>
                </a:lnTo>
                <a:lnTo>
                  <a:pt x="7189150" y="2058545"/>
                </a:lnTo>
                <a:lnTo>
                  <a:pt x="7226542" y="2068385"/>
                </a:lnTo>
                <a:lnTo>
                  <a:pt x="7226541" y="2068385"/>
                </a:lnTo>
                <a:lnTo>
                  <a:pt x="7189149" y="2058545"/>
                </a:lnTo>
                <a:close/>
                <a:moveTo>
                  <a:pt x="2646978" y="2050671"/>
                </a:moveTo>
                <a:lnTo>
                  <a:pt x="2631234" y="2095935"/>
                </a:lnTo>
                <a:lnTo>
                  <a:pt x="2631235" y="2095935"/>
                </a:lnTo>
                <a:lnTo>
                  <a:pt x="2646978" y="2050672"/>
                </a:lnTo>
                <a:close/>
                <a:moveTo>
                  <a:pt x="7075004" y="2038864"/>
                </a:moveTo>
                <a:lnTo>
                  <a:pt x="7045484" y="2054608"/>
                </a:lnTo>
                <a:lnTo>
                  <a:pt x="7051388" y="2072321"/>
                </a:lnTo>
                <a:lnTo>
                  <a:pt x="7019692" y="2076050"/>
                </a:lnTo>
                <a:lnTo>
                  <a:pt x="7019900" y="2076257"/>
                </a:lnTo>
                <a:lnTo>
                  <a:pt x="7053356" y="2072321"/>
                </a:lnTo>
                <a:lnTo>
                  <a:pt x="7045484" y="2054609"/>
                </a:lnTo>
                <a:lnTo>
                  <a:pt x="7075005" y="2038865"/>
                </a:lnTo>
                <a:lnTo>
                  <a:pt x="7090749" y="2042801"/>
                </a:lnTo>
                <a:lnTo>
                  <a:pt x="7090748" y="2042800"/>
                </a:lnTo>
                <a:close/>
                <a:moveTo>
                  <a:pt x="8141674" y="2036885"/>
                </a:moveTo>
                <a:lnTo>
                  <a:pt x="8141669" y="2036896"/>
                </a:lnTo>
                <a:lnTo>
                  <a:pt x="8141670" y="2036896"/>
                </a:lnTo>
                <a:close/>
                <a:moveTo>
                  <a:pt x="7692497" y="2022907"/>
                </a:moveTo>
                <a:lnTo>
                  <a:pt x="7689026" y="2050672"/>
                </a:lnTo>
                <a:lnTo>
                  <a:pt x="7689254" y="2050923"/>
                </a:lnTo>
                <a:lnTo>
                  <a:pt x="7692961" y="2023120"/>
                </a:lnTo>
                <a:close/>
                <a:moveTo>
                  <a:pt x="6706981" y="2021149"/>
                </a:moveTo>
                <a:lnTo>
                  <a:pt x="6716825" y="2030993"/>
                </a:lnTo>
                <a:lnTo>
                  <a:pt x="6736505" y="2030993"/>
                </a:lnTo>
                <a:lnTo>
                  <a:pt x="6764057" y="2030993"/>
                </a:lnTo>
                <a:lnTo>
                  <a:pt x="6777833" y="2030993"/>
                </a:lnTo>
                <a:lnTo>
                  <a:pt x="6801449" y="2046737"/>
                </a:lnTo>
                <a:lnTo>
                  <a:pt x="6813258" y="2078225"/>
                </a:lnTo>
                <a:lnTo>
                  <a:pt x="6830970" y="2070353"/>
                </a:lnTo>
                <a:lnTo>
                  <a:pt x="6850650" y="2119554"/>
                </a:lnTo>
                <a:lnTo>
                  <a:pt x="6862458" y="2119554"/>
                </a:lnTo>
                <a:lnTo>
                  <a:pt x="6878202" y="2137266"/>
                </a:lnTo>
                <a:lnTo>
                  <a:pt x="6890010" y="2137266"/>
                </a:lnTo>
                <a:lnTo>
                  <a:pt x="6899850" y="2127426"/>
                </a:lnTo>
                <a:lnTo>
                  <a:pt x="6915594" y="2123490"/>
                </a:lnTo>
                <a:lnTo>
                  <a:pt x="6919527" y="2103825"/>
                </a:lnTo>
                <a:lnTo>
                  <a:pt x="6915595" y="2121521"/>
                </a:lnTo>
                <a:lnTo>
                  <a:pt x="6899851" y="2125457"/>
                </a:lnTo>
                <a:lnTo>
                  <a:pt x="6890010" y="2137265"/>
                </a:lnTo>
                <a:lnTo>
                  <a:pt x="6878202" y="2137265"/>
                </a:lnTo>
                <a:lnTo>
                  <a:pt x="6862458" y="2117585"/>
                </a:lnTo>
                <a:lnTo>
                  <a:pt x="6850650" y="2117585"/>
                </a:lnTo>
                <a:lnTo>
                  <a:pt x="6832938" y="2068385"/>
                </a:lnTo>
                <a:lnTo>
                  <a:pt x="6813258" y="2076257"/>
                </a:lnTo>
                <a:lnTo>
                  <a:pt x="6801450" y="2046736"/>
                </a:lnTo>
                <a:lnTo>
                  <a:pt x="6779801" y="2030992"/>
                </a:lnTo>
                <a:lnTo>
                  <a:pt x="6764057" y="2030992"/>
                </a:lnTo>
                <a:lnTo>
                  <a:pt x="6740441" y="2030992"/>
                </a:lnTo>
                <a:lnTo>
                  <a:pt x="6718793" y="2030992"/>
                </a:lnTo>
                <a:close/>
                <a:moveTo>
                  <a:pt x="9133550" y="2019185"/>
                </a:moveTo>
                <a:lnTo>
                  <a:pt x="9141422" y="2019185"/>
                </a:lnTo>
                <a:lnTo>
                  <a:pt x="9137486" y="2027057"/>
                </a:lnTo>
                <a:lnTo>
                  <a:pt x="9131582" y="2027057"/>
                </a:lnTo>
                <a:close/>
                <a:moveTo>
                  <a:pt x="8131845" y="2003411"/>
                </a:moveTo>
                <a:lnTo>
                  <a:pt x="8131829" y="2003440"/>
                </a:lnTo>
                <a:lnTo>
                  <a:pt x="8148460" y="2018224"/>
                </a:lnTo>
                <a:lnTo>
                  <a:pt x="8149542" y="2015248"/>
                </a:lnTo>
                <a:lnTo>
                  <a:pt x="8131830" y="2003440"/>
                </a:lnTo>
                <a:close/>
                <a:moveTo>
                  <a:pt x="9121742" y="1993600"/>
                </a:moveTo>
                <a:lnTo>
                  <a:pt x="9133550" y="1993600"/>
                </a:lnTo>
                <a:lnTo>
                  <a:pt x="9133550" y="2003440"/>
                </a:lnTo>
                <a:lnTo>
                  <a:pt x="9127646" y="2005408"/>
                </a:lnTo>
                <a:lnTo>
                  <a:pt x="9121742" y="2005408"/>
                </a:lnTo>
                <a:lnTo>
                  <a:pt x="9111902" y="2019184"/>
                </a:lnTo>
                <a:lnTo>
                  <a:pt x="9107966" y="2017216"/>
                </a:lnTo>
                <a:close/>
                <a:moveTo>
                  <a:pt x="7222605" y="1981792"/>
                </a:moveTo>
                <a:lnTo>
                  <a:pt x="7242285" y="2003440"/>
                </a:lnTo>
                <a:lnTo>
                  <a:pt x="7246222" y="2030992"/>
                </a:lnTo>
                <a:lnTo>
                  <a:pt x="7250158" y="2050672"/>
                </a:lnTo>
                <a:lnTo>
                  <a:pt x="7238349" y="2080193"/>
                </a:lnTo>
                <a:lnTo>
                  <a:pt x="7238350" y="2080193"/>
                </a:lnTo>
                <a:lnTo>
                  <a:pt x="7238350" y="2080193"/>
                </a:lnTo>
                <a:lnTo>
                  <a:pt x="7250158" y="2050672"/>
                </a:lnTo>
                <a:lnTo>
                  <a:pt x="7246222" y="2030992"/>
                </a:lnTo>
                <a:lnTo>
                  <a:pt x="7242286" y="2003440"/>
                </a:lnTo>
                <a:lnTo>
                  <a:pt x="7222606" y="1981792"/>
                </a:lnTo>
                <a:close/>
                <a:moveTo>
                  <a:pt x="8688786" y="1979849"/>
                </a:moveTo>
                <a:lnTo>
                  <a:pt x="8698619" y="2015248"/>
                </a:lnTo>
                <a:lnTo>
                  <a:pt x="8694683" y="2046736"/>
                </a:lnTo>
                <a:lnTo>
                  <a:pt x="8659259" y="2058544"/>
                </a:lnTo>
                <a:lnTo>
                  <a:pt x="8659260" y="2058545"/>
                </a:lnTo>
                <a:lnTo>
                  <a:pt x="8694682" y="2048705"/>
                </a:lnTo>
                <a:lnTo>
                  <a:pt x="8700586" y="2015249"/>
                </a:lnTo>
                <a:close/>
                <a:moveTo>
                  <a:pt x="5445479" y="1975911"/>
                </a:moveTo>
                <a:lnTo>
                  <a:pt x="5441550" y="1989665"/>
                </a:lnTo>
                <a:lnTo>
                  <a:pt x="5429742" y="1989665"/>
                </a:lnTo>
                <a:lnTo>
                  <a:pt x="5423838" y="1993601"/>
                </a:lnTo>
                <a:lnTo>
                  <a:pt x="5424041" y="1994482"/>
                </a:lnTo>
                <a:lnTo>
                  <a:pt x="5429741" y="1991631"/>
                </a:lnTo>
                <a:lnTo>
                  <a:pt x="5441549" y="1991631"/>
                </a:lnTo>
                <a:close/>
                <a:moveTo>
                  <a:pt x="8710427" y="1968015"/>
                </a:moveTo>
                <a:lnTo>
                  <a:pt x="8688779" y="1979824"/>
                </a:lnTo>
                <a:lnTo>
                  <a:pt x="8688779" y="1979824"/>
                </a:lnTo>
                <a:lnTo>
                  <a:pt x="8710426" y="1969985"/>
                </a:lnTo>
                <a:lnTo>
                  <a:pt x="8734043" y="1975889"/>
                </a:lnTo>
                <a:lnTo>
                  <a:pt x="8734989" y="1975573"/>
                </a:lnTo>
                <a:close/>
                <a:moveTo>
                  <a:pt x="8993821" y="1964080"/>
                </a:moveTo>
                <a:lnTo>
                  <a:pt x="9007597" y="1964080"/>
                </a:lnTo>
                <a:lnTo>
                  <a:pt x="9015469" y="1969984"/>
                </a:lnTo>
                <a:lnTo>
                  <a:pt x="9023341" y="1993600"/>
                </a:lnTo>
                <a:lnTo>
                  <a:pt x="9035149" y="2003440"/>
                </a:lnTo>
                <a:lnTo>
                  <a:pt x="9046957" y="2005408"/>
                </a:lnTo>
                <a:lnTo>
                  <a:pt x="9058765" y="2015248"/>
                </a:lnTo>
                <a:lnTo>
                  <a:pt x="9068606" y="2023121"/>
                </a:lnTo>
                <a:lnTo>
                  <a:pt x="9084350" y="2017216"/>
                </a:lnTo>
                <a:lnTo>
                  <a:pt x="9096158" y="2005408"/>
                </a:lnTo>
                <a:lnTo>
                  <a:pt x="9096158" y="2015248"/>
                </a:lnTo>
                <a:lnTo>
                  <a:pt x="9096158" y="2029025"/>
                </a:lnTo>
                <a:lnTo>
                  <a:pt x="9104030" y="2034929"/>
                </a:lnTo>
                <a:lnTo>
                  <a:pt x="9107966" y="2040833"/>
                </a:lnTo>
                <a:lnTo>
                  <a:pt x="9096158" y="2054609"/>
                </a:lnTo>
                <a:lnTo>
                  <a:pt x="9076478" y="2054609"/>
                </a:lnTo>
                <a:lnTo>
                  <a:pt x="9060733" y="2058545"/>
                </a:lnTo>
                <a:lnTo>
                  <a:pt x="9046957" y="2078225"/>
                </a:lnTo>
                <a:lnTo>
                  <a:pt x="9046957" y="2090033"/>
                </a:lnTo>
                <a:lnTo>
                  <a:pt x="9035149" y="2093969"/>
                </a:lnTo>
                <a:lnTo>
                  <a:pt x="9023341" y="2078225"/>
                </a:lnTo>
                <a:lnTo>
                  <a:pt x="9003661" y="2074289"/>
                </a:lnTo>
                <a:lnTo>
                  <a:pt x="8997757" y="2070353"/>
                </a:lnTo>
                <a:lnTo>
                  <a:pt x="8989885" y="2078225"/>
                </a:lnTo>
                <a:lnTo>
                  <a:pt x="8970204" y="2074289"/>
                </a:lnTo>
                <a:lnTo>
                  <a:pt x="8958396" y="2074289"/>
                </a:lnTo>
                <a:lnTo>
                  <a:pt x="8952492" y="2078225"/>
                </a:lnTo>
                <a:lnTo>
                  <a:pt x="8962332" y="2093969"/>
                </a:lnTo>
                <a:lnTo>
                  <a:pt x="8962332" y="2101841"/>
                </a:lnTo>
                <a:lnTo>
                  <a:pt x="8948556" y="2109713"/>
                </a:lnTo>
                <a:lnTo>
                  <a:pt x="8940684" y="2090033"/>
                </a:lnTo>
                <a:lnTo>
                  <a:pt x="8932812" y="2086097"/>
                </a:lnTo>
                <a:lnTo>
                  <a:pt x="8940684" y="2074289"/>
                </a:lnTo>
                <a:lnTo>
                  <a:pt x="8956428" y="2062481"/>
                </a:lnTo>
                <a:lnTo>
                  <a:pt x="8956428" y="2050673"/>
                </a:lnTo>
                <a:lnTo>
                  <a:pt x="8962332" y="2040833"/>
                </a:lnTo>
                <a:lnTo>
                  <a:pt x="8974140" y="2046737"/>
                </a:lnTo>
                <a:lnTo>
                  <a:pt x="8985949" y="2042801"/>
                </a:lnTo>
                <a:lnTo>
                  <a:pt x="8985949" y="2036897"/>
                </a:lnTo>
                <a:lnTo>
                  <a:pt x="8993821" y="2015248"/>
                </a:lnTo>
                <a:lnTo>
                  <a:pt x="8997757" y="1979824"/>
                </a:lnTo>
                <a:lnTo>
                  <a:pt x="8989885" y="1975888"/>
                </a:lnTo>
                <a:close/>
                <a:moveTo>
                  <a:pt x="5364797" y="1960143"/>
                </a:moveTo>
                <a:lnTo>
                  <a:pt x="5364797" y="1960144"/>
                </a:lnTo>
                <a:lnTo>
                  <a:pt x="5364797" y="1960144"/>
                </a:lnTo>
                <a:lnTo>
                  <a:pt x="5413998" y="1960144"/>
                </a:lnTo>
                <a:lnTo>
                  <a:pt x="5413999" y="1960143"/>
                </a:lnTo>
                <a:close/>
                <a:moveTo>
                  <a:pt x="5160273" y="1958776"/>
                </a:moveTo>
                <a:lnTo>
                  <a:pt x="5168002" y="1991623"/>
                </a:lnTo>
                <a:lnTo>
                  <a:pt x="5168251" y="1993242"/>
                </a:lnTo>
                <a:lnTo>
                  <a:pt x="5167995" y="1989664"/>
                </a:lnTo>
                <a:close/>
                <a:moveTo>
                  <a:pt x="6616456" y="1958176"/>
                </a:moveTo>
                <a:lnTo>
                  <a:pt x="6533799" y="1987696"/>
                </a:lnTo>
                <a:lnTo>
                  <a:pt x="6533799" y="1987696"/>
                </a:lnTo>
                <a:lnTo>
                  <a:pt x="6616456" y="1958176"/>
                </a:lnTo>
                <a:lnTo>
                  <a:pt x="6616491" y="1958199"/>
                </a:lnTo>
                <a:close/>
                <a:moveTo>
                  <a:pt x="5507150" y="1956535"/>
                </a:moveTo>
                <a:lnTo>
                  <a:pt x="5507043" y="1956803"/>
                </a:lnTo>
                <a:lnTo>
                  <a:pt x="5512398" y="1981791"/>
                </a:lnTo>
                <a:lnTo>
                  <a:pt x="5520270" y="2005407"/>
                </a:lnTo>
                <a:lnTo>
                  <a:pt x="5520270" y="2040832"/>
                </a:lnTo>
                <a:lnTo>
                  <a:pt x="5515942" y="2046734"/>
                </a:lnTo>
                <a:lnTo>
                  <a:pt x="5522238" y="2038864"/>
                </a:lnTo>
                <a:lnTo>
                  <a:pt x="5522238" y="2005408"/>
                </a:lnTo>
                <a:lnTo>
                  <a:pt x="5514366" y="1981791"/>
                </a:lnTo>
                <a:close/>
                <a:moveTo>
                  <a:pt x="9202431" y="1956208"/>
                </a:moveTo>
                <a:lnTo>
                  <a:pt x="9184719" y="1971952"/>
                </a:lnTo>
                <a:lnTo>
                  <a:pt x="9161102" y="1981792"/>
                </a:lnTo>
                <a:lnTo>
                  <a:pt x="9145358" y="2003440"/>
                </a:lnTo>
                <a:lnTo>
                  <a:pt x="9139454" y="2003440"/>
                </a:lnTo>
                <a:lnTo>
                  <a:pt x="9143390" y="1991632"/>
                </a:lnTo>
                <a:lnTo>
                  <a:pt x="9167006" y="1964080"/>
                </a:lnTo>
                <a:lnTo>
                  <a:pt x="9170943" y="1969984"/>
                </a:lnTo>
                <a:lnTo>
                  <a:pt x="9180783" y="1958176"/>
                </a:lnTo>
                <a:close/>
                <a:moveTo>
                  <a:pt x="8760481" y="1955115"/>
                </a:moveTo>
                <a:lnTo>
                  <a:pt x="8757660" y="1966047"/>
                </a:lnTo>
                <a:lnTo>
                  <a:pt x="8741415" y="1973431"/>
                </a:lnTo>
                <a:lnTo>
                  <a:pt x="8757659" y="1968017"/>
                </a:lnTo>
                <a:close/>
                <a:moveTo>
                  <a:pt x="3249196" y="1948335"/>
                </a:moveTo>
                <a:lnTo>
                  <a:pt x="3262973" y="1948335"/>
                </a:lnTo>
                <a:lnTo>
                  <a:pt x="3262973" y="1960143"/>
                </a:lnTo>
                <a:lnTo>
                  <a:pt x="3249196" y="1971951"/>
                </a:lnTo>
                <a:lnTo>
                  <a:pt x="3241324" y="1971951"/>
                </a:lnTo>
                <a:lnTo>
                  <a:pt x="3241324" y="1964079"/>
                </a:lnTo>
                <a:close/>
                <a:moveTo>
                  <a:pt x="5150283" y="1942432"/>
                </a:moveTo>
                <a:lnTo>
                  <a:pt x="5143405" y="1947591"/>
                </a:lnTo>
                <a:lnTo>
                  <a:pt x="5144386" y="1948326"/>
                </a:lnTo>
                <a:lnTo>
                  <a:pt x="5152245" y="1942432"/>
                </a:lnTo>
                <a:close/>
                <a:moveTo>
                  <a:pt x="5358893" y="1942431"/>
                </a:moveTo>
                <a:lnTo>
                  <a:pt x="5358893" y="1942431"/>
                </a:lnTo>
                <a:lnTo>
                  <a:pt x="5364797" y="1954239"/>
                </a:lnTo>
                <a:lnTo>
                  <a:pt x="5364797" y="1954239"/>
                </a:lnTo>
                <a:close/>
                <a:moveTo>
                  <a:pt x="5136518" y="1942417"/>
                </a:moveTo>
                <a:lnTo>
                  <a:pt x="5136513" y="1942422"/>
                </a:lnTo>
                <a:lnTo>
                  <a:pt x="5136514" y="1942423"/>
                </a:lnTo>
                <a:close/>
                <a:moveTo>
                  <a:pt x="5457047" y="1934803"/>
                </a:moveTo>
                <a:lnTo>
                  <a:pt x="5463198" y="1948336"/>
                </a:lnTo>
                <a:lnTo>
                  <a:pt x="5467816" y="1948966"/>
                </a:lnTo>
                <a:lnTo>
                  <a:pt x="5465166" y="1948335"/>
                </a:lnTo>
                <a:close/>
                <a:moveTo>
                  <a:pt x="9233919" y="1930624"/>
                </a:moveTo>
                <a:lnTo>
                  <a:pt x="9249663" y="1930624"/>
                </a:lnTo>
                <a:lnTo>
                  <a:pt x="9249663" y="1932592"/>
                </a:lnTo>
                <a:lnTo>
                  <a:pt x="9228015" y="1952272"/>
                </a:lnTo>
                <a:lnTo>
                  <a:pt x="9218175" y="1952272"/>
                </a:lnTo>
                <a:lnTo>
                  <a:pt x="9210303" y="1952272"/>
                </a:lnTo>
                <a:close/>
                <a:moveTo>
                  <a:pt x="8268612" y="1930604"/>
                </a:moveTo>
                <a:lnTo>
                  <a:pt x="8260298" y="1958318"/>
                </a:lnTo>
                <a:lnTo>
                  <a:pt x="8261719" y="1958175"/>
                </a:lnTo>
                <a:close/>
                <a:moveTo>
                  <a:pt x="5799729" y="1928655"/>
                </a:moveTo>
                <a:lnTo>
                  <a:pt x="5789889" y="1946367"/>
                </a:lnTo>
                <a:lnTo>
                  <a:pt x="5789889" y="1946368"/>
                </a:lnTo>
                <a:lnTo>
                  <a:pt x="5801339" y="1929192"/>
                </a:lnTo>
                <a:close/>
                <a:moveTo>
                  <a:pt x="7560345" y="1919727"/>
                </a:moveTo>
                <a:lnTo>
                  <a:pt x="7541425" y="1942431"/>
                </a:lnTo>
                <a:lnTo>
                  <a:pt x="7542212" y="1943454"/>
                </a:lnTo>
                <a:lnTo>
                  <a:pt x="7561104" y="1920783"/>
                </a:lnTo>
                <a:close/>
                <a:moveTo>
                  <a:pt x="3239355" y="1914878"/>
                </a:moveTo>
                <a:lnTo>
                  <a:pt x="3251164" y="1914878"/>
                </a:lnTo>
                <a:lnTo>
                  <a:pt x="3247228" y="1934558"/>
                </a:lnTo>
                <a:lnTo>
                  <a:pt x="3235420" y="1954238"/>
                </a:lnTo>
                <a:lnTo>
                  <a:pt x="3225579" y="1966046"/>
                </a:lnTo>
                <a:lnTo>
                  <a:pt x="3221643" y="1948334"/>
                </a:lnTo>
                <a:lnTo>
                  <a:pt x="3233452" y="1934558"/>
                </a:lnTo>
                <a:close/>
                <a:moveTo>
                  <a:pt x="3137018" y="1914878"/>
                </a:moveTo>
                <a:lnTo>
                  <a:pt x="3148826" y="1914878"/>
                </a:lnTo>
                <a:lnTo>
                  <a:pt x="3148826" y="1930622"/>
                </a:lnTo>
                <a:lnTo>
                  <a:pt x="3156698" y="1942430"/>
                </a:lnTo>
                <a:lnTo>
                  <a:pt x="3199995" y="1938494"/>
                </a:lnTo>
                <a:lnTo>
                  <a:pt x="3192123" y="1954238"/>
                </a:lnTo>
                <a:lnTo>
                  <a:pt x="3168507" y="1954238"/>
                </a:lnTo>
                <a:lnTo>
                  <a:pt x="3137018" y="1934558"/>
                </a:lnTo>
                <a:close/>
                <a:moveTo>
                  <a:pt x="5433618" y="1912920"/>
                </a:moveTo>
                <a:lnTo>
                  <a:pt x="5406125" y="1916848"/>
                </a:lnTo>
                <a:lnTo>
                  <a:pt x="5376621" y="1936517"/>
                </a:lnTo>
                <a:lnTo>
                  <a:pt x="5408094" y="1916847"/>
                </a:lnTo>
                <a:close/>
                <a:moveTo>
                  <a:pt x="2989415" y="1912910"/>
                </a:moveTo>
                <a:lnTo>
                  <a:pt x="2989414" y="1912910"/>
                </a:lnTo>
                <a:lnTo>
                  <a:pt x="2955946" y="1979847"/>
                </a:lnTo>
                <a:close/>
                <a:moveTo>
                  <a:pt x="5164059" y="1912904"/>
                </a:moveTo>
                <a:lnTo>
                  <a:pt x="5152258" y="1916838"/>
                </a:lnTo>
                <a:lnTo>
                  <a:pt x="5152255" y="1916846"/>
                </a:lnTo>
                <a:lnTo>
                  <a:pt x="5164059" y="1912912"/>
                </a:lnTo>
                <a:close/>
                <a:moveTo>
                  <a:pt x="8312887" y="1907007"/>
                </a:moveTo>
                <a:lnTo>
                  <a:pt x="8312887" y="1919602"/>
                </a:lnTo>
                <a:lnTo>
                  <a:pt x="8314855" y="1918815"/>
                </a:lnTo>
                <a:lnTo>
                  <a:pt x="8314855" y="1907007"/>
                </a:lnTo>
                <a:close/>
                <a:moveTo>
                  <a:pt x="5242784" y="1905053"/>
                </a:moveTo>
                <a:lnTo>
                  <a:pt x="5246716" y="1918816"/>
                </a:lnTo>
                <a:lnTo>
                  <a:pt x="5247993" y="1918943"/>
                </a:lnTo>
                <a:close/>
                <a:moveTo>
                  <a:pt x="7324942" y="1901103"/>
                </a:moveTo>
                <a:lnTo>
                  <a:pt x="7307230" y="1948336"/>
                </a:lnTo>
                <a:lnTo>
                  <a:pt x="7307230" y="1968016"/>
                </a:lnTo>
                <a:lnTo>
                  <a:pt x="7295422" y="1979824"/>
                </a:lnTo>
                <a:lnTo>
                  <a:pt x="7307231" y="1968015"/>
                </a:lnTo>
                <a:lnTo>
                  <a:pt x="7307231" y="1948335"/>
                </a:lnTo>
                <a:lnTo>
                  <a:pt x="7324943" y="1901103"/>
                </a:lnTo>
                <a:close/>
                <a:moveTo>
                  <a:pt x="5581281" y="1901101"/>
                </a:moveTo>
                <a:lnTo>
                  <a:pt x="5581279" y="1901103"/>
                </a:lnTo>
                <a:lnTo>
                  <a:pt x="5581279" y="1901103"/>
                </a:lnTo>
                <a:close/>
                <a:moveTo>
                  <a:pt x="7360366" y="1897167"/>
                </a:moveTo>
                <a:lnTo>
                  <a:pt x="7358757" y="1897346"/>
                </a:lnTo>
                <a:lnTo>
                  <a:pt x="7382005" y="1908970"/>
                </a:lnTo>
                <a:close/>
                <a:moveTo>
                  <a:pt x="6425558" y="1897167"/>
                </a:moveTo>
                <a:lnTo>
                  <a:pt x="6413750" y="1901103"/>
                </a:lnTo>
                <a:lnTo>
                  <a:pt x="6409814" y="1905039"/>
                </a:lnTo>
                <a:lnTo>
                  <a:pt x="6405878" y="1908975"/>
                </a:lnTo>
                <a:lnTo>
                  <a:pt x="6401942" y="1916847"/>
                </a:lnTo>
                <a:lnTo>
                  <a:pt x="6398006" y="1916847"/>
                </a:lnTo>
                <a:lnTo>
                  <a:pt x="6394070" y="1916847"/>
                </a:lnTo>
                <a:lnTo>
                  <a:pt x="6374390" y="1922751"/>
                </a:lnTo>
                <a:lnTo>
                  <a:pt x="6356678" y="1930623"/>
                </a:lnTo>
                <a:lnTo>
                  <a:pt x="6340934" y="1920784"/>
                </a:lnTo>
                <a:lnTo>
                  <a:pt x="6340934" y="1920784"/>
                </a:lnTo>
                <a:lnTo>
                  <a:pt x="6356678" y="1932592"/>
                </a:lnTo>
                <a:lnTo>
                  <a:pt x="6352742" y="1932592"/>
                </a:lnTo>
                <a:lnTo>
                  <a:pt x="6348806" y="1934560"/>
                </a:lnTo>
                <a:lnTo>
                  <a:pt x="6329125" y="1946369"/>
                </a:lnTo>
                <a:lnTo>
                  <a:pt x="6319285" y="1954241"/>
                </a:lnTo>
                <a:lnTo>
                  <a:pt x="6307477" y="1956209"/>
                </a:lnTo>
                <a:lnTo>
                  <a:pt x="6301573" y="1969985"/>
                </a:lnTo>
                <a:lnTo>
                  <a:pt x="6293701" y="1987697"/>
                </a:lnTo>
                <a:lnTo>
                  <a:pt x="6285829" y="1991633"/>
                </a:lnTo>
                <a:lnTo>
                  <a:pt x="6287797" y="2003441"/>
                </a:lnTo>
                <a:lnTo>
                  <a:pt x="6291733" y="2011313"/>
                </a:lnTo>
                <a:lnTo>
                  <a:pt x="6297637" y="2019185"/>
                </a:lnTo>
                <a:lnTo>
                  <a:pt x="6307477" y="2029025"/>
                </a:lnTo>
                <a:lnTo>
                  <a:pt x="6307477" y="2046737"/>
                </a:lnTo>
                <a:lnTo>
                  <a:pt x="6309445" y="2060514"/>
                </a:lnTo>
                <a:lnTo>
                  <a:pt x="6315349" y="2074290"/>
                </a:lnTo>
                <a:lnTo>
                  <a:pt x="6319285" y="2082162"/>
                </a:lnTo>
                <a:lnTo>
                  <a:pt x="6325189" y="2088066"/>
                </a:lnTo>
                <a:lnTo>
                  <a:pt x="6329125" y="2095938"/>
                </a:lnTo>
                <a:lnTo>
                  <a:pt x="6335030" y="2101842"/>
                </a:lnTo>
                <a:lnTo>
                  <a:pt x="6335030" y="2103153"/>
                </a:lnTo>
                <a:lnTo>
                  <a:pt x="6356678" y="2117585"/>
                </a:lnTo>
                <a:lnTo>
                  <a:pt x="6364550" y="2125457"/>
                </a:lnTo>
                <a:lnTo>
                  <a:pt x="6364550" y="2137265"/>
                </a:lnTo>
                <a:lnTo>
                  <a:pt x="6380294" y="2153009"/>
                </a:lnTo>
                <a:lnTo>
                  <a:pt x="6380294" y="2160882"/>
                </a:lnTo>
                <a:lnTo>
                  <a:pt x="6380294" y="2172690"/>
                </a:lnTo>
                <a:lnTo>
                  <a:pt x="6364550" y="2186466"/>
                </a:lnTo>
                <a:lnTo>
                  <a:pt x="6348806" y="2198274"/>
                </a:lnTo>
                <a:lnTo>
                  <a:pt x="6340934" y="2210082"/>
                </a:lnTo>
                <a:lnTo>
                  <a:pt x="6344448" y="2236439"/>
                </a:lnTo>
                <a:lnTo>
                  <a:pt x="6346837" y="2237634"/>
                </a:lnTo>
                <a:lnTo>
                  <a:pt x="6346837" y="2239602"/>
                </a:lnTo>
                <a:lnTo>
                  <a:pt x="6352742" y="2251410"/>
                </a:lnTo>
                <a:lnTo>
                  <a:pt x="6360614" y="2257314"/>
                </a:lnTo>
                <a:lnTo>
                  <a:pt x="6372422" y="2261250"/>
                </a:lnTo>
                <a:lnTo>
                  <a:pt x="6384230" y="2265186"/>
                </a:lnTo>
                <a:lnTo>
                  <a:pt x="6386198" y="2276994"/>
                </a:lnTo>
                <a:lnTo>
                  <a:pt x="6394070" y="2284866"/>
                </a:lnTo>
                <a:lnTo>
                  <a:pt x="6413750" y="2296674"/>
                </a:lnTo>
                <a:lnTo>
                  <a:pt x="6437366" y="2296674"/>
                </a:lnTo>
                <a:lnTo>
                  <a:pt x="6459015" y="2292738"/>
                </a:lnTo>
                <a:lnTo>
                  <a:pt x="6482631" y="2292738"/>
                </a:lnTo>
                <a:lnTo>
                  <a:pt x="6488535" y="2288802"/>
                </a:lnTo>
                <a:lnTo>
                  <a:pt x="6496407" y="2280930"/>
                </a:lnTo>
                <a:lnTo>
                  <a:pt x="6496407" y="2267154"/>
                </a:lnTo>
                <a:lnTo>
                  <a:pt x="6496411" y="2267154"/>
                </a:lnTo>
                <a:lnTo>
                  <a:pt x="6496407" y="2267154"/>
                </a:lnTo>
                <a:lnTo>
                  <a:pt x="6496407" y="2210081"/>
                </a:lnTo>
                <a:lnTo>
                  <a:pt x="6492471" y="2202209"/>
                </a:lnTo>
                <a:lnTo>
                  <a:pt x="6484599" y="2198273"/>
                </a:lnTo>
                <a:lnTo>
                  <a:pt x="6476726" y="2190401"/>
                </a:lnTo>
                <a:lnTo>
                  <a:pt x="6480663" y="2188433"/>
                </a:lnTo>
                <a:lnTo>
                  <a:pt x="6484599" y="2188433"/>
                </a:lnTo>
                <a:lnTo>
                  <a:pt x="6484599" y="2184497"/>
                </a:lnTo>
                <a:lnTo>
                  <a:pt x="6484599" y="2180561"/>
                </a:lnTo>
                <a:lnTo>
                  <a:pt x="6480663" y="2168753"/>
                </a:lnTo>
                <a:lnTo>
                  <a:pt x="6476726" y="2168753"/>
                </a:lnTo>
                <a:lnTo>
                  <a:pt x="6468854" y="2168753"/>
                </a:lnTo>
                <a:lnTo>
                  <a:pt x="6466886" y="2168753"/>
                </a:lnTo>
                <a:lnTo>
                  <a:pt x="6460982" y="2164817"/>
                </a:lnTo>
                <a:lnTo>
                  <a:pt x="6460982" y="2156945"/>
                </a:lnTo>
                <a:lnTo>
                  <a:pt x="6466886" y="2153009"/>
                </a:lnTo>
                <a:lnTo>
                  <a:pt x="6468854" y="2149073"/>
                </a:lnTo>
                <a:lnTo>
                  <a:pt x="6480663" y="2153009"/>
                </a:lnTo>
                <a:lnTo>
                  <a:pt x="6496407" y="2149073"/>
                </a:lnTo>
                <a:lnTo>
                  <a:pt x="6508215" y="2145137"/>
                </a:lnTo>
                <a:lnTo>
                  <a:pt x="6518055" y="2139233"/>
                </a:lnTo>
                <a:lnTo>
                  <a:pt x="6514119" y="2135297"/>
                </a:lnTo>
                <a:lnTo>
                  <a:pt x="6512151" y="2127425"/>
                </a:lnTo>
                <a:lnTo>
                  <a:pt x="6500343" y="2115616"/>
                </a:lnTo>
                <a:lnTo>
                  <a:pt x="6500343" y="2107744"/>
                </a:lnTo>
                <a:lnTo>
                  <a:pt x="6492471" y="2099872"/>
                </a:lnTo>
                <a:lnTo>
                  <a:pt x="6480663" y="2093968"/>
                </a:lnTo>
                <a:lnTo>
                  <a:pt x="6468854" y="2093968"/>
                </a:lnTo>
                <a:lnTo>
                  <a:pt x="6466886" y="2095936"/>
                </a:lnTo>
                <a:lnTo>
                  <a:pt x="6460982" y="2099872"/>
                </a:lnTo>
                <a:lnTo>
                  <a:pt x="6459014" y="2107744"/>
                </a:lnTo>
                <a:lnTo>
                  <a:pt x="6455078" y="2093968"/>
                </a:lnTo>
                <a:lnTo>
                  <a:pt x="6466886" y="2082161"/>
                </a:lnTo>
                <a:lnTo>
                  <a:pt x="6464919" y="2082161"/>
                </a:lnTo>
                <a:lnTo>
                  <a:pt x="6455079" y="2092001"/>
                </a:lnTo>
                <a:lnTo>
                  <a:pt x="6459015" y="2080193"/>
                </a:lnTo>
                <a:lnTo>
                  <a:pt x="6459015" y="2068385"/>
                </a:lnTo>
                <a:lnTo>
                  <a:pt x="6451143" y="2064449"/>
                </a:lnTo>
                <a:lnTo>
                  <a:pt x="6443271" y="2062481"/>
                </a:lnTo>
                <a:lnTo>
                  <a:pt x="6435398" y="2058545"/>
                </a:lnTo>
                <a:lnTo>
                  <a:pt x="6429494" y="2058545"/>
                </a:lnTo>
                <a:lnTo>
                  <a:pt x="6421622" y="2050672"/>
                </a:lnTo>
                <a:lnTo>
                  <a:pt x="6417686" y="2042800"/>
                </a:lnTo>
                <a:lnTo>
                  <a:pt x="6413750" y="2027056"/>
                </a:lnTo>
                <a:lnTo>
                  <a:pt x="6398006" y="2013280"/>
                </a:lnTo>
                <a:lnTo>
                  <a:pt x="6394070" y="2003440"/>
                </a:lnTo>
                <a:lnTo>
                  <a:pt x="6394070" y="1993600"/>
                </a:lnTo>
                <a:lnTo>
                  <a:pt x="6398006" y="1993600"/>
                </a:lnTo>
                <a:lnTo>
                  <a:pt x="6405878" y="1999504"/>
                </a:lnTo>
                <a:lnTo>
                  <a:pt x="6413750" y="2003440"/>
                </a:lnTo>
                <a:lnTo>
                  <a:pt x="6417686" y="2003440"/>
                </a:lnTo>
                <a:lnTo>
                  <a:pt x="6421622" y="1993600"/>
                </a:lnTo>
                <a:lnTo>
                  <a:pt x="6417686" y="1991632"/>
                </a:lnTo>
                <a:lnTo>
                  <a:pt x="6417686" y="1987696"/>
                </a:lnTo>
                <a:lnTo>
                  <a:pt x="6417686" y="1979824"/>
                </a:lnTo>
                <a:lnTo>
                  <a:pt x="6439335" y="1969984"/>
                </a:lnTo>
                <a:lnTo>
                  <a:pt x="6462951" y="1968016"/>
                </a:lnTo>
                <a:lnTo>
                  <a:pt x="6470823" y="1966048"/>
                </a:lnTo>
                <a:lnTo>
                  <a:pt x="6470823" y="1958176"/>
                </a:lnTo>
                <a:lnTo>
                  <a:pt x="6470823" y="1942432"/>
                </a:lnTo>
                <a:lnTo>
                  <a:pt x="6470823" y="1934559"/>
                </a:lnTo>
                <a:lnTo>
                  <a:pt x="6474759" y="1930623"/>
                </a:lnTo>
                <a:lnTo>
                  <a:pt x="6474759" y="1922751"/>
                </a:lnTo>
                <a:lnTo>
                  <a:pt x="6470823" y="1916847"/>
                </a:lnTo>
                <a:lnTo>
                  <a:pt x="6470823" y="1912911"/>
                </a:lnTo>
                <a:lnTo>
                  <a:pt x="6466887" y="1908975"/>
                </a:lnTo>
                <a:lnTo>
                  <a:pt x="6455079" y="1908975"/>
                </a:lnTo>
                <a:lnTo>
                  <a:pt x="6443271" y="1908975"/>
                </a:lnTo>
                <a:lnTo>
                  <a:pt x="6439335" y="1905039"/>
                </a:lnTo>
                <a:lnTo>
                  <a:pt x="6435398" y="1901103"/>
                </a:lnTo>
                <a:close/>
                <a:moveTo>
                  <a:pt x="5179726" y="1889543"/>
                </a:moveTo>
                <a:lnTo>
                  <a:pt x="5183740" y="1891263"/>
                </a:lnTo>
                <a:lnTo>
                  <a:pt x="5184313" y="1890854"/>
                </a:lnTo>
                <a:close/>
                <a:moveTo>
                  <a:pt x="9290991" y="1887328"/>
                </a:moveTo>
                <a:lnTo>
                  <a:pt x="9296895" y="1887328"/>
                </a:lnTo>
                <a:lnTo>
                  <a:pt x="9298863" y="1895200"/>
                </a:lnTo>
                <a:lnTo>
                  <a:pt x="9287055" y="1907008"/>
                </a:lnTo>
                <a:lnTo>
                  <a:pt x="9275247" y="1908976"/>
                </a:lnTo>
                <a:lnTo>
                  <a:pt x="9275247" y="1901104"/>
                </a:lnTo>
                <a:close/>
                <a:moveTo>
                  <a:pt x="3217707" y="1887326"/>
                </a:moveTo>
                <a:lnTo>
                  <a:pt x="3225579" y="1887326"/>
                </a:lnTo>
                <a:lnTo>
                  <a:pt x="3225579" y="1895198"/>
                </a:lnTo>
                <a:lnTo>
                  <a:pt x="3217707" y="1899134"/>
                </a:lnTo>
                <a:lnTo>
                  <a:pt x="3209835" y="1908974"/>
                </a:lnTo>
                <a:lnTo>
                  <a:pt x="3205899" y="1908974"/>
                </a:lnTo>
                <a:lnTo>
                  <a:pt x="3209835" y="1895198"/>
                </a:lnTo>
                <a:close/>
                <a:moveTo>
                  <a:pt x="5215228" y="1877487"/>
                </a:moveTo>
                <a:lnTo>
                  <a:pt x="5195548" y="1881423"/>
                </a:lnTo>
                <a:lnTo>
                  <a:pt x="5186470" y="1887475"/>
                </a:lnTo>
                <a:lnTo>
                  <a:pt x="5186041" y="1889619"/>
                </a:lnTo>
                <a:lnTo>
                  <a:pt x="5197516" y="1881423"/>
                </a:lnTo>
                <a:lnTo>
                  <a:pt x="5215228" y="1877487"/>
                </a:lnTo>
                <a:lnTo>
                  <a:pt x="5215230" y="1877489"/>
                </a:lnTo>
                <a:close/>
                <a:moveTo>
                  <a:pt x="5347084" y="1875520"/>
                </a:moveTo>
                <a:lnTo>
                  <a:pt x="5341181" y="1885359"/>
                </a:lnTo>
                <a:lnTo>
                  <a:pt x="5319533" y="1881423"/>
                </a:lnTo>
                <a:lnTo>
                  <a:pt x="5301821" y="1893231"/>
                </a:lnTo>
                <a:lnTo>
                  <a:pt x="5272300" y="1897167"/>
                </a:lnTo>
                <a:lnTo>
                  <a:pt x="5250652" y="1897167"/>
                </a:lnTo>
                <a:lnTo>
                  <a:pt x="5250643" y="1897165"/>
                </a:lnTo>
                <a:lnTo>
                  <a:pt x="5250652" y="1897167"/>
                </a:lnTo>
                <a:lnTo>
                  <a:pt x="5242781" y="1905038"/>
                </a:lnTo>
                <a:lnTo>
                  <a:pt x="5250651" y="1899136"/>
                </a:lnTo>
                <a:lnTo>
                  <a:pt x="5274268" y="1899136"/>
                </a:lnTo>
                <a:lnTo>
                  <a:pt x="5301820" y="1895200"/>
                </a:lnTo>
                <a:lnTo>
                  <a:pt x="5319532" y="1883392"/>
                </a:lnTo>
                <a:lnTo>
                  <a:pt x="5341180" y="1887328"/>
                </a:lnTo>
                <a:close/>
                <a:moveTo>
                  <a:pt x="6291733" y="1863711"/>
                </a:moveTo>
                <a:lnTo>
                  <a:pt x="6291733" y="1863712"/>
                </a:lnTo>
                <a:lnTo>
                  <a:pt x="6329125" y="1871584"/>
                </a:lnTo>
                <a:lnTo>
                  <a:pt x="6337566" y="1880868"/>
                </a:lnTo>
                <a:lnTo>
                  <a:pt x="6329126" y="1869615"/>
                </a:lnTo>
                <a:close/>
                <a:moveTo>
                  <a:pt x="5717073" y="1863711"/>
                </a:moveTo>
                <a:lnTo>
                  <a:pt x="5717072" y="1863711"/>
                </a:lnTo>
                <a:lnTo>
                  <a:pt x="5712984" y="1865528"/>
                </a:lnTo>
                <a:lnTo>
                  <a:pt x="5718254" y="1863947"/>
                </a:lnTo>
                <a:close/>
                <a:moveTo>
                  <a:pt x="8307422" y="1859773"/>
                </a:moveTo>
                <a:lnTo>
                  <a:pt x="8295175" y="1873551"/>
                </a:lnTo>
                <a:lnTo>
                  <a:pt x="8275495" y="1863711"/>
                </a:lnTo>
                <a:lnTo>
                  <a:pt x="8275494" y="1863711"/>
                </a:lnTo>
                <a:lnTo>
                  <a:pt x="8295174" y="1875519"/>
                </a:lnTo>
                <a:close/>
                <a:moveTo>
                  <a:pt x="5530094" y="1857813"/>
                </a:moveTo>
                <a:lnTo>
                  <a:pt x="5510430" y="1863712"/>
                </a:lnTo>
                <a:lnTo>
                  <a:pt x="5482877" y="1863712"/>
                </a:lnTo>
                <a:lnTo>
                  <a:pt x="5475014" y="1859780"/>
                </a:lnTo>
                <a:lnTo>
                  <a:pt x="5482878" y="1865678"/>
                </a:lnTo>
                <a:lnTo>
                  <a:pt x="5510430" y="1865678"/>
                </a:lnTo>
                <a:close/>
                <a:moveTo>
                  <a:pt x="7515349" y="1857807"/>
                </a:moveTo>
                <a:lnTo>
                  <a:pt x="7527137" y="1873525"/>
                </a:lnTo>
                <a:lnTo>
                  <a:pt x="7515840" y="1857807"/>
                </a:lnTo>
                <a:close/>
                <a:moveTo>
                  <a:pt x="2316392" y="1855848"/>
                </a:moveTo>
                <a:lnTo>
                  <a:pt x="2345870" y="1863709"/>
                </a:lnTo>
                <a:lnTo>
                  <a:pt x="2373399" y="1875507"/>
                </a:lnTo>
                <a:lnTo>
                  <a:pt x="2347838" y="1863710"/>
                </a:lnTo>
                <a:close/>
                <a:moveTo>
                  <a:pt x="8310919" y="1855838"/>
                </a:moveTo>
                <a:lnTo>
                  <a:pt x="8309123" y="1857859"/>
                </a:lnTo>
                <a:lnTo>
                  <a:pt x="8354215" y="1871583"/>
                </a:lnTo>
                <a:lnTo>
                  <a:pt x="8365455" y="1901558"/>
                </a:lnTo>
                <a:lnTo>
                  <a:pt x="8366024" y="1901103"/>
                </a:lnTo>
                <a:lnTo>
                  <a:pt x="8356184" y="1869615"/>
                </a:lnTo>
                <a:close/>
                <a:moveTo>
                  <a:pt x="7389887" y="1851903"/>
                </a:moveTo>
                <a:lnTo>
                  <a:pt x="7389887" y="1851903"/>
                </a:lnTo>
                <a:lnTo>
                  <a:pt x="7401695" y="1893231"/>
                </a:lnTo>
                <a:lnTo>
                  <a:pt x="7382015" y="1908975"/>
                </a:lnTo>
                <a:lnTo>
                  <a:pt x="7401695" y="1893231"/>
                </a:lnTo>
                <a:close/>
                <a:moveTo>
                  <a:pt x="5778084" y="1847971"/>
                </a:moveTo>
                <a:lnTo>
                  <a:pt x="5795793" y="1871582"/>
                </a:lnTo>
                <a:lnTo>
                  <a:pt x="5803665" y="1905039"/>
                </a:lnTo>
                <a:lnTo>
                  <a:pt x="5815467" y="1916840"/>
                </a:lnTo>
                <a:lnTo>
                  <a:pt x="5805633" y="1905039"/>
                </a:lnTo>
                <a:lnTo>
                  <a:pt x="5797761" y="1871583"/>
                </a:lnTo>
                <a:close/>
                <a:moveTo>
                  <a:pt x="8249911" y="1845998"/>
                </a:moveTo>
                <a:lnTo>
                  <a:pt x="8249910" y="1845999"/>
                </a:lnTo>
                <a:lnTo>
                  <a:pt x="8249910" y="1863711"/>
                </a:lnTo>
                <a:lnTo>
                  <a:pt x="8263686" y="1875519"/>
                </a:lnTo>
                <a:lnTo>
                  <a:pt x="8275491" y="1863714"/>
                </a:lnTo>
                <a:lnTo>
                  <a:pt x="8263687" y="1873551"/>
                </a:lnTo>
                <a:lnTo>
                  <a:pt x="8249911" y="1863711"/>
                </a:lnTo>
                <a:close/>
                <a:moveTo>
                  <a:pt x="5360861" y="1844031"/>
                </a:moveTo>
                <a:lnTo>
                  <a:pt x="5341181" y="1855839"/>
                </a:lnTo>
                <a:lnTo>
                  <a:pt x="5347083" y="1875512"/>
                </a:lnTo>
                <a:lnTo>
                  <a:pt x="5343148" y="1855839"/>
                </a:lnTo>
                <a:lnTo>
                  <a:pt x="5360860" y="1844031"/>
                </a:lnTo>
                <a:close/>
                <a:moveTo>
                  <a:pt x="2288799" y="1840094"/>
                </a:moveTo>
                <a:lnTo>
                  <a:pt x="2316329" y="1855825"/>
                </a:lnTo>
                <a:lnTo>
                  <a:pt x="2290765" y="1840094"/>
                </a:lnTo>
                <a:close/>
                <a:moveTo>
                  <a:pt x="9324448" y="1838127"/>
                </a:moveTo>
                <a:lnTo>
                  <a:pt x="9326416" y="1845999"/>
                </a:lnTo>
                <a:lnTo>
                  <a:pt x="9322480" y="1849935"/>
                </a:lnTo>
                <a:lnTo>
                  <a:pt x="9320512" y="1847967"/>
                </a:lnTo>
                <a:lnTo>
                  <a:pt x="9322480" y="1844031"/>
                </a:lnTo>
                <a:close/>
                <a:moveTo>
                  <a:pt x="5429725" y="1836152"/>
                </a:moveTo>
                <a:lnTo>
                  <a:pt x="5429741" y="1836159"/>
                </a:lnTo>
                <a:lnTo>
                  <a:pt x="5435645" y="1855839"/>
                </a:lnTo>
                <a:lnTo>
                  <a:pt x="5447453" y="1855839"/>
                </a:lnTo>
                <a:lnTo>
                  <a:pt x="5451389" y="1875520"/>
                </a:lnTo>
                <a:lnTo>
                  <a:pt x="5437628" y="1883383"/>
                </a:lnTo>
                <a:lnTo>
                  <a:pt x="5453357" y="1875518"/>
                </a:lnTo>
                <a:lnTo>
                  <a:pt x="5449421" y="1855838"/>
                </a:lnTo>
                <a:lnTo>
                  <a:pt x="5459262" y="1855838"/>
                </a:lnTo>
                <a:lnTo>
                  <a:pt x="5459262" y="1855837"/>
                </a:lnTo>
                <a:lnTo>
                  <a:pt x="5459262" y="1855838"/>
                </a:lnTo>
                <a:lnTo>
                  <a:pt x="5435645" y="1855838"/>
                </a:lnTo>
                <a:lnTo>
                  <a:pt x="5429741" y="1836158"/>
                </a:lnTo>
                <a:close/>
                <a:moveTo>
                  <a:pt x="8804888" y="1832240"/>
                </a:moveTo>
                <a:lnTo>
                  <a:pt x="8793084" y="1887327"/>
                </a:lnTo>
                <a:lnTo>
                  <a:pt x="8779024" y="1899981"/>
                </a:lnTo>
                <a:lnTo>
                  <a:pt x="8795051" y="1889296"/>
                </a:lnTo>
                <a:close/>
                <a:moveTo>
                  <a:pt x="5486441" y="1819006"/>
                </a:moveTo>
                <a:lnTo>
                  <a:pt x="5478942" y="1830254"/>
                </a:lnTo>
                <a:lnTo>
                  <a:pt x="5478932" y="1830264"/>
                </a:lnTo>
                <a:lnTo>
                  <a:pt x="5478941" y="1830256"/>
                </a:lnTo>
                <a:close/>
                <a:moveTo>
                  <a:pt x="9348064" y="1810575"/>
                </a:moveTo>
                <a:lnTo>
                  <a:pt x="9355936" y="1810575"/>
                </a:lnTo>
                <a:lnTo>
                  <a:pt x="9355936" y="1816479"/>
                </a:lnTo>
                <a:lnTo>
                  <a:pt x="9348064" y="1822383"/>
                </a:lnTo>
                <a:lnTo>
                  <a:pt x="9344128" y="1822383"/>
                </a:lnTo>
                <a:lnTo>
                  <a:pt x="9344128" y="1816479"/>
                </a:lnTo>
                <a:close/>
                <a:moveTo>
                  <a:pt x="8119908" y="1800751"/>
                </a:moveTo>
                <a:lnTo>
                  <a:pt x="8078417" y="1806409"/>
                </a:lnTo>
                <a:lnTo>
                  <a:pt x="8078693" y="1806638"/>
                </a:lnTo>
                <a:close/>
                <a:moveTo>
                  <a:pt x="8152396" y="1798831"/>
                </a:moveTo>
                <a:lnTo>
                  <a:pt x="8120033" y="1800734"/>
                </a:lnTo>
                <a:lnTo>
                  <a:pt x="8149541" y="1800734"/>
                </a:lnTo>
                <a:close/>
                <a:moveTo>
                  <a:pt x="7462697" y="1796805"/>
                </a:moveTo>
                <a:lnTo>
                  <a:pt x="7448929" y="1810574"/>
                </a:lnTo>
                <a:lnTo>
                  <a:pt x="7450896" y="1810574"/>
                </a:lnTo>
                <a:close/>
                <a:moveTo>
                  <a:pt x="3162602" y="1790894"/>
                </a:moveTo>
                <a:lnTo>
                  <a:pt x="3176378" y="1790894"/>
                </a:lnTo>
                <a:lnTo>
                  <a:pt x="3217707" y="1826318"/>
                </a:lnTo>
                <a:lnTo>
                  <a:pt x="3209835" y="1832222"/>
                </a:lnTo>
                <a:lnTo>
                  <a:pt x="3184250" y="1828286"/>
                </a:lnTo>
                <a:lnTo>
                  <a:pt x="3162602" y="1818446"/>
                </a:lnTo>
                <a:lnTo>
                  <a:pt x="3150793" y="1802702"/>
                </a:lnTo>
                <a:close/>
                <a:moveTo>
                  <a:pt x="5109066" y="1783449"/>
                </a:moveTo>
                <a:lnTo>
                  <a:pt x="5122408" y="1788786"/>
                </a:lnTo>
                <a:lnTo>
                  <a:pt x="5120763" y="1786958"/>
                </a:lnTo>
                <a:close/>
                <a:moveTo>
                  <a:pt x="8029523" y="1781067"/>
                </a:moveTo>
                <a:lnTo>
                  <a:pt x="8066884" y="1796798"/>
                </a:lnTo>
                <a:lnTo>
                  <a:pt x="8064917" y="1794831"/>
                </a:lnTo>
                <a:close/>
                <a:moveTo>
                  <a:pt x="9369712" y="1781055"/>
                </a:moveTo>
                <a:lnTo>
                  <a:pt x="9369712" y="1790895"/>
                </a:lnTo>
                <a:lnTo>
                  <a:pt x="9363808" y="1798767"/>
                </a:lnTo>
                <a:lnTo>
                  <a:pt x="9357904" y="1798767"/>
                </a:lnTo>
                <a:lnTo>
                  <a:pt x="9359872" y="1784991"/>
                </a:lnTo>
                <a:close/>
                <a:moveTo>
                  <a:pt x="5148315" y="1769246"/>
                </a:moveTo>
                <a:lnTo>
                  <a:pt x="5138475" y="1777118"/>
                </a:lnTo>
                <a:lnTo>
                  <a:pt x="5138475" y="1804656"/>
                </a:lnTo>
                <a:lnTo>
                  <a:pt x="5140443" y="1806624"/>
                </a:lnTo>
                <a:lnTo>
                  <a:pt x="5140443" y="1788926"/>
                </a:lnTo>
                <a:lnTo>
                  <a:pt x="5140443" y="1777118"/>
                </a:lnTo>
                <a:lnTo>
                  <a:pt x="5148315" y="1769246"/>
                </a:lnTo>
                <a:lnTo>
                  <a:pt x="5154219" y="1784990"/>
                </a:lnTo>
                <a:lnTo>
                  <a:pt x="5158154" y="1810564"/>
                </a:lnTo>
                <a:lnTo>
                  <a:pt x="5154219" y="1783022"/>
                </a:lnTo>
                <a:lnTo>
                  <a:pt x="5148315" y="1769246"/>
                </a:lnTo>
                <a:close/>
                <a:moveTo>
                  <a:pt x="5453358" y="1761374"/>
                </a:moveTo>
                <a:lnTo>
                  <a:pt x="5494686" y="1798766"/>
                </a:lnTo>
                <a:lnTo>
                  <a:pt x="5508462" y="1800734"/>
                </a:lnTo>
                <a:lnTo>
                  <a:pt x="5504526" y="1814510"/>
                </a:lnTo>
                <a:lnTo>
                  <a:pt x="5486814" y="1818446"/>
                </a:lnTo>
                <a:lnTo>
                  <a:pt x="5486813" y="1818447"/>
                </a:lnTo>
                <a:lnTo>
                  <a:pt x="5506494" y="1814511"/>
                </a:lnTo>
                <a:lnTo>
                  <a:pt x="5510430" y="1798767"/>
                </a:lnTo>
                <a:lnTo>
                  <a:pt x="5532078" y="1810575"/>
                </a:lnTo>
                <a:lnTo>
                  <a:pt x="5591118" y="1802703"/>
                </a:lnTo>
                <a:lnTo>
                  <a:pt x="5608830" y="1818447"/>
                </a:lnTo>
                <a:lnTo>
                  <a:pt x="5600958" y="1840096"/>
                </a:lnTo>
                <a:lnTo>
                  <a:pt x="5589160" y="1845995"/>
                </a:lnTo>
                <a:lnTo>
                  <a:pt x="5600959" y="1842062"/>
                </a:lnTo>
                <a:lnTo>
                  <a:pt x="5621378" y="1862481"/>
                </a:lnTo>
                <a:lnTo>
                  <a:pt x="5621443" y="1862441"/>
                </a:lnTo>
                <a:lnTo>
                  <a:pt x="5600959" y="1840095"/>
                </a:lnTo>
                <a:lnTo>
                  <a:pt x="5608831" y="1818446"/>
                </a:lnTo>
                <a:lnTo>
                  <a:pt x="5620638" y="1806639"/>
                </a:lnTo>
                <a:lnTo>
                  <a:pt x="5608832" y="1816478"/>
                </a:lnTo>
                <a:lnTo>
                  <a:pt x="5591120" y="1802702"/>
                </a:lnTo>
                <a:lnTo>
                  <a:pt x="5532079" y="1810574"/>
                </a:lnTo>
                <a:lnTo>
                  <a:pt x="5510431" y="1798766"/>
                </a:lnTo>
                <a:lnTo>
                  <a:pt x="5496655" y="1798766"/>
                </a:lnTo>
                <a:close/>
                <a:moveTo>
                  <a:pt x="8222378" y="1757454"/>
                </a:moveTo>
                <a:lnTo>
                  <a:pt x="8251878" y="1781054"/>
                </a:lnTo>
                <a:lnTo>
                  <a:pt x="8253591" y="1780864"/>
                </a:lnTo>
                <a:close/>
                <a:moveTo>
                  <a:pt x="6016211" y="1755471"/>
                </a:moveTo>
                <a:lnTo>
                  <a:pt x="6014969" y="1755523"/>
                </a:lnTo>
                <a:lnTo>
                  <a:pt x="6030629" y="1767268"/>
                </a:lnTo>
                <a:close/>
                <a:moveTo>
                  <a:pt x="4949545" y="1755470"/>
                </a:moveTo>
                <a:lnTo>
                  <a:pt x="4953481" y="1757438"/>
                </a:lnTo>
                <a:lnTo>
                  <a:pt x="4945609" y="1761374"/>
                </a:lnTo>
                <a:lnTo>
                  <a:pt x="4943641" y="1757438"/>
                </a:lnTo>
                <a:close/>
                <a:moveTo>
                  <a:pt x="8200710" y="1753503"/>
                </a:moveTo>
                <a:lnTo>
                  <a:pt x="8200514" y="1753797"/>
                </a:lnTo>
                <a:lnTo>
                  <a:pt x="8222292" y="1757427"/>
                </a:lnTo>
                <a:close/>
                <a:moveTo>
                  <a:pt x="1332344" y="1749566"/>
                </a:moveTo>
                <a:lnTo>
                  <a:pt x="1352024" y="1749566"/>
                </a:lnTo>
                <a:lnTo>
                  <a:pt x="1369736" y="1773182"/>
                </a:lnTo>
                <a:lnTo>
                  <a:pt x="1403193" y="1784990"/>
                </a:lnTo>
                <a:lnTo>
                  <a:pt x="1416969" y="1784990"/>
                </a:lnTo>
                <a:lnTo>
                  <a:pt x="1428777" y="1792863"/>
                </a:lnTo>
                <a:lnTo>
                  <a:pt x="1432713" y="1806639"/>
                </a:lnTo>
                <a:lnTo>
                  <a:pt x="1452393" y="1826319"/>
                </a:lnTo>
                <a:lnTo>
                  <a:pt x="1466169" y="1834191"/>
                </a:lnTo>
                <a:lnTo>
                  <a:pt x="1474042" y="1851903"/>
                </a:lnTo>
                <a:lnTo>
                  <a:pt x="1464201" y="1855839"/>
                </a:lnTo>
                <a:lnTo>
                  <a:pt x="1448457" y="1847967"/>
                </a:lnTo>
                <a:lnTo>
                  <a:pt x="1432713" y="1847967"/>
                </a:lnTo>
                <a:lnTo>
                  <a:pt x="1415001" y="1838127"/>
                </a:lnTo>
                <a:lnTo>
                  <a:pt x="1393352" y="1814511"/>
                </a:lnTo>
                <a:lnTo>
                  <a:pt x="1381544" y="1802703"/>
                </a:lnTo>
                <a:lnTo>
                  <a:pt x="1369736" y="1802703"/>
                </a:lnTo>
                <a:lnTo>
                  <a:pt x="1357928" y="1792863"/>
                </a:lnTo>
                <a:lnTo>
                  <a:pt x="1348088" y="1792863"/>
                </a:lnTo>
                <a:lnTo>
                  <a:pt x="1332344" y="1757438"/>
                </a:lnTo>
                <a:close/>
                <a:moveTo>
                  <a:pt x="5961714" y="1748964"/>
                </a:moveTo>
                <a:lnTo>
                  <a:pt x="5967010" y="1757438"/>
                </a:lnTo>
                <a:lnTo>
                  <a:pt x="5968841" y="1757279"/>
                </a:lnTo>
                <a:close/>
                <a:moveTo>
                  <a:pt x="7637857" y="1747599"/>
                </a:moveTo>
                <a:lnTo>
                  <a:pt x="7636028" y="1747729"/>
                </a:lnTo>
                <a:lnTo>
                  <a:pt x="7653596" y="1764321"/>
                </a:lnTo>
                <a:close/>
                <a:moveTo>
                  <a:pt x="6317317" y="1745631"/>
                </a:moveTo>
                <a:lnTo>
                  <a:pt x="6315689" y="1746038"/>
                </a:lnTo>
                <a:lnTo>
                  <a:pt x="6321609" y="1753141"/>
                </a:lnTo>
                <a:close/>
                <a:moveTo>
                  <a:pt x="5128636" y="1739726"/>
                </a:moveTo>
                <a:lnTo>
                  <a:pt x="5134539" y="1747597"/>
                </a:lnTo>
                <a:lnTo>
                  <a:pt x="5134539" y="1744154"/>
                </a:lnTo>
                <a:close/>
                <a:moveTo>
                  <a:pt x="5136508" y="1739723"/>
                </a:moveTo>
                <a:lnTo>
                  <a:pt x="5136507" y="1739725"/>
                </a:lnTo>
                <a:lnTo>
                  <a:pt x="5136507" y="1742086"/>
                </a:lnTo>
                <a:lnTo>
                  <a:pt x="5144379" y="1751534"/>
                </a:lnTo>
                <a:lnTo>
                  <a:pt x="5148315" y="1769244"/>
                </a:lnTo>
                <a:lnTo>
                  <a:pt x="5144379" y="1749566"/>
                </a:lnTo>
                <a:lnTo>
                  <a:pt x="5136507" y="1739726"/>
                </a:lnTo>
                <a:close/>
                <a:moveTo>
                  <a:pt x="8344376" y="1737758"/>
                </a:moveTo>
                <a:lnTo>
                  <a:pt x="8344375" y="1737759"/>
                </a:lnTo>
                <a:lnTo>
                  <a:pt x="8348017" y="1759611"/>
                </a:lnTo>
                <a:lnTo>
                  <a:pt x="8348312" y="1759406"/>
                </a:lnTo>
                <a:close/>
                <a:moveTo>
                  <a:pt x="9395296" y="1737758"/>
                </a:moveTo>
                <a:lnTo>
                  <a:pt x="9399232" y="1737758"/>
                </a:lnTo>
                <a:lnTo>
                  <a:pt x="9395296" y="1759406"/>
                </a:lnTo>
                <a:lnTo>
                  <a:pt x="9381520" y="1763342"/>
                </a:lnTo>
                <a:lnTo>
                  <a:pt x="9373648" y="1757438"/>
                </a:lnTo>
                <a:lnTo>
                  <a:pt x="9385456" y="1747598"/>
                </a:lnTo>
                <a:close/>
                <a:moveTo>
                  <a:pt x="7740194" y="1720046"/>
                </a:moveTo>
                <a:lnTo>
                  <a:pt x="7740194" y="1720046"/>
                </a:lnTo>
                <a:lnTo>
                  <a:pt x="7740196" y="1720050"/>
                </a:lnTo>
                <a:close/>
                <a:moveTo>
                  <a:pt x="3392863" y="1720044"/>
                </a:moveTo>
                <a:lnTo>
                  <a:pt x="3349566" y="1794828"/>
                </a:lnTo>
                <a:lnTo>
                  <a:pt x="3353502" y="1806637"/>
                </a:lnTo>
                <a:lnTo>
                  <a:pt x="3369247" y="1786956"/>
                </a:lnTo>
                <a:lnTo>
                  <a:pt x="3384991" y="1790892"/>
                </a:lnTo>
                <a:lnTo>
                  <a:pt x="3381055" y="1810573"/>
                </a:lnTo>
                <a:lnTo>
                  <a:pt x="3396799" y="1810573"/>
                </a:lnTo>
                <a:lnTo>
                  <a:pt x="3396799" y="1822381"/>
                </a:lnTo>
                <a:lnTo>
                  <a:pt x="3418447" y="1814509"/>
                </a:lnTo>
                <a:lnTo>
                  <a:pt x="3442064" y="1818445"/>
                </a:lnTo>
                <a:lnTo>
                  <a:pt x="3438128" y="1855837"/>
                </a:lnTo>
                <a:lnTo>
                  <a:pt x="3469616" y="1847965"/>
                </a:lnTo>
                <a:lnTo>
                  <a:pt x="3465680" y="1871581"/>
                </a:lnTo>
                <a:lnTo>
                  <a:pt x="3453872" y="1875517"/>
                </a:lnTo>
                <a:lnTo>
                  <a:pt x="3473552" y="1887325"/>
                </a:lnTo>
                <a:lnTo>
                  <a:pt x="3469616" y="1936525"/>
                </a:lnTo>
                <a:lnTo>
                  <a:pt x="3449936" y="1936525"/>
                </a:lnTo>
                <a:lnTo>
                  <a:pt x="3446000" y="1924717"/>
                </a:lnTo>
                <a:lnTo>
                  <a:pt x="3430256" y="1920781"/>
                </a:lnTo>
                <a:lnTo>
                  <a:pt x="3434191" y="1910941"/>
                </a:lnTo>
                <a:lnTo>
                  <a:pt x="3430256" y="1895197"/>
                </a:lnTo>
                <a:lnTo>
                  <a:pt x="3414512" y="1914877"/>
                </a:lnTo>
                <a:lnTo>
                  <a:pt x="3404671" y="1910941"/>
                </a:lnTo>
                <a:lnTo>
                  <a:pt x="3400735" y="1891261"/>
                </a:lnTo>
                <a:lnTo>
                  <a:pt x="3381055" y="1899133"/>
                </a:lnTo>
                <a:lnTo>
                  <a:pt x="3373183" y="1887325"/>
                </a:lnTo>
                <a:lnTo>
                  <a:pt x="3349566" y="1895197"/>
                </a:lnTo>
                <a:lnTo>
                  <a:pt x="3329886" y="1891261"/>
                </a:lnTo>
                <a:lnTo>
                  <a:pt x="3292494" y="1895197"/>
                </a:lnTo>
                <a:lnTo>
                  <a:pt x="3276750" y="1879453"/>
                </a:lnTo>
                <a:lnTo>
                  <a:pt x="3296430" y="1859773"/>
                </a:lnTo>
                <a:lnTo>
                  <a:pt x="3280685" y="1859773"/>
                </a:lnTo>
                <a:lnTo>
                  <a:pt x="3280685" y="1851901"/>
                </a:lnTo>
                <a:lnTo>
                  <a:pt x="3304301" y="1842061"/>
                </a:lnTo>
                <a:lnTo>
                  <a:pt x="3308238" y="1830253"/>
                </a:lnTo>
                <a:lnTo>
                  <a:pt x="3320046" y="1818445"/>
                </a:lnTo>
                <a:lnTo>
                  <a:pt x="3322014" y="1790892"/>
                </a:lnTo>
                <a:lnTo>
                  <a:pt x="3341694" y="1757436"/>
                </a:lnTo>
                <a:lnTo>
                  <a:pt x="3361375" y="1725948"/>
                </a:lnTo>
                <a:close/>
                <a:moveTo>
                  <a:pt x="5146347" y="1712173"/>
                </a:moveTo>
                <a:lnTo>
                  <a:pt x="5146347" y="1712174"/>
                </a:lnTo>
                <a:lnTo>
                  <a:pt x="5146347" y="1712173"/>
                </a:lnTo>
                <a:close/>
                <a:moveTo>
                  <a:pt x="35424" y="1706270"/>
                </a:moveTo>
                <a:lnTo>
                  <a:pt x="59040" y="1706270"/>
                </a:lnTo>
                <a:lnTo>
                  <a:pt x="59040" y="1714142"/>
                </a:lnTo>
                <a:lnTo>
                  <a:pt x="31488" y="1714142"/>
                </a:lnTo>
                <a:close/>
                <a:moveTo>
                  <a:pt x="6445240" y="1702334"/>
                </a:moveTo>
                <a:lnTo>
                  <a:pt x="6455073" y="1707953"/>
                </a:lnTo>
                <a:lnTo>
                  <a:pt x="6447207" y="1702334"/>
                </a:lnTo>
                <a:close/>
                <a:moveTo>
                  <a:pt x="6673529" y="1700365"/>
                </a:moveTo>
                <a:lnTo>
                  <a:pt x="6673529" y="1702334"/>
                </a:lnTo>
                <a:lnTo>
                  <a:pt x="6685561" y="1709991"/>
                </a:lnTo>
                <a:close/>
                <a:moveTo>
                  <a:pt x="7848435" y="1696430"/>
                </a:moveTo>
                <a:lnTo>
                  <a:pt x="7897635" y="1761374"/>
                </a:lnTo>
                <a:lnTo>
                  <a:pt x="7899145" y="1760793"/>
                </a:lnTo>
                <a:close/>
                <a:moveTo>
                  <a:pt x="5146356" y="1696423"/>
                </a:moveTo>
                <a:lnTo>
                  <a:pt x="5146347" y="1696428"/>
                </a:lnTo>
                <a:lnTo>
                  <a:pt x="5142411" y="1704301"/>
                </a:lnTo>
                <a:lnTo>
                  <a:pt x="5144074" y="1707627"/>
                </a:lnTo>
                <a:lnTo>
                  <a:pt x="5142411" y="1704301"/>
                </a:lnTo>
                <a:lnTo>
                  <a:pt x="5146347" y="1696429"/>
                </a:lnTo>
                <a:close/>
                <a:moveTo>
                  <a:pt x="8568775" y="1692578"/>
                </a:moveTo>
                <a:lnTo>
                  <a:pt x="8590378" y="1733821"/>
                </a:lnTo>
                <a:lnTo>
                  <a:pt x="8595688" y="1769223"/>
                </a:lnTo>
                <a:lnTo>
                  <a:pt x="8592345" y="1735790"/>
                </a:lnTo>
                <a:close/>
                <a:moveTo>
                  <a:pt x="23616" y="1692494"/>
                </a:moveTo>
                <a:lnTo>
                  <a:pt x="35424" y="1692494"/>
                </a:lnTo>
                <a:lnTo>
                  <a:pt x="31488" y="1700366"/>
                </a:lnTo>
                <a:lnTo>
                  <a:pt x="11808" y="1714142"/>
                </a:lnTo>
                <a:lnTo>
                  <a:pt x="0" y="1714142"/>
                </a:lnTo>
                <a:lnTo>
                  <a:pt x="3936" y="1704302"/>
                </a:lnTo>
                <a:lnTo>
                  <a:pt x="23616" y="1696430"/>
                </a:lnTo>
                <a:close/>
                <a:moveTo>
                  <a:pt x="1243783" y="1682652"/>
                </a:moveTo>
                <a:lnTo>
                  <a:pt x="1251655" y="1684620"/>
                </a:lnTo>
                <a:lnTo>
                  <a:pt x="1259527" y="1688555"/>
                </a:lnTo>
                <a:lnTo>
                  <a:pt x="1257559" y="1692491"/>
                </a:lnTo>
                <a:lnTo>
                  <a:pt x="1247719" y="1688555"/>
                </a:lnTo>
                <a:close/>
                <a:moveTo>
                  <a:pt x="5922175" y="1678394"/>
                </a:moveTo>
                <a:lnTo>
                  <a:pt x="5933554" y="1722013"/>
                </a:lnTo>
                <a:lnTo>
                  <a:pt x="5935132" y="1722487"/>
                </a:lnTo>
                <a:lnTo>
                  <a:pt x="5923714" y="1678718"/>
                </a:lnTo>
                <a:close/>
                <a:moveTo>
                  <a:pt x="5886322" y="1670846"/>
                </a:moveTo>
                <a:lnTo>
                  <a:pt x="5885851" y="1671081"/>
                </a:lnTo>
                <a:lnTo>
                  <a:pt x="5892207" y="1672085"/>
                </a:lnTo>
                <a:close/>
                <a:moveTo>
                  <a:pt x="1231975" y="1666908"/>
                </a:moveTo>
                <a:lnTo>
                  <a:pt x="1243783" y="1666908"/>
                </a:lnTo>
                <a:lnTo>
                  <a:pt x="1243783" y="1670844"/>
                </a:lnTo>
                <a:lnTo>
                  <a:pt x="1231975" y="1670844"/>
                </a:lnTo>
                <a:lnTo>
                  <a:pt x="1228039" y="1670844"/>
                </a:lnTo>
                <a:close/>
                <a:moveTo>
                  <a:pt x="5168851" y="1660748"/>
                </a:moveTo>
                <a:lnTo>
                  <a:pt x="5169963" y="1662972"/>
                </a:lnTo>
                <a:lnTo>
                  <a:pt x="5169963" y="1680685"/>
                </a:lnTo>
                <a:lnTo>
                  <a:pt x="5169964" y="1680685"/>
                </a:lnTo>
                <a:lnTo>
                  <a:pt x="5169964" y="1662973"/>
                </a:lnTo>
                <a:close/>
                <a:moveTo>
                  <a:pt x="5372669" y="1659037"/>
                </a:moveTo>
                <a:lnTo>
                  <a:pt x="5398253" y="1729885"/>
                </a:lnTo>
                <a:lnTo>
                  <a:pt x="5370708" y="1733820"/>
                </a:lnTo>
                <a:lnTo>
                  <a:pt x="5398253" y="1731853"/>
                </a:lnTo>
                <a:lnTo>
                  <a:pt x="5413997" y="1737757"/>
                </a:lnTo>
                <a:lnTo>
                  <a:pt x="5433677" y="1765309"/>
                </a:lnTo>
                <a:lnTo>
                  <a:pt x="5435400" y="1764965"/>
                </a:lnTo>
                <a:lnTo>
                  <a:pt x="5415966" y="1737758"/>
                </a:lnTo>
                <a:lnTo>
                  <a:pt x="5400222" y="1729885"/>
                </a:lnTo>
                <a:close/>
                <a:moveTo>
                  <a:pt x="6683369" y="1655101"/>
                </a:moveTo>
                <a:lnTo>
                  <a:pt x="6683369" y="1655102"/>
                </a:lnTo>
                <a:lnTo>
                  <a:pt x="6683379" y="1655108"/>
                </a:lnTo>
                <a:close/>
                <a:moveTo>
                  <a:pt x="5166029" y="1655095"/>
                </a:moveTo>
                <a:lnTo>
                  <a:pt x="5166027" y="1655100"/>
                </a:lnTo>
                <a:lnTo>
                  <a:pt x="5166027" y="1655100"/>
                </a:lnTo>
                <a:close/>
                <a:moveTo>
                  <a:pt x="8393576" y="1651164"/>
                </a:moveTo>
                <a:lnTo>
                  <a:pt x="8376092" y="1654661"/>
                </a:lnTo>
                <a:lnTo>
                  <a:pt x="8375863" y="1655102"/>
                </a:lnTo>
                <a:lnTo>
                  <a:pt x="8393575" y="1651166"/>
                </a:lnTo>
                <a:lnTo>
                  <a:pt x="8393575" y="1672813"/>
                </a:lnTo>
                <a:lnTo>
                  <a:pt x="8393576" y="1672813"/>
                </a:lnTo>
                <a:close/>
                <a:moveTo>
                  <a:pt x="1228039" y="1647229"/>
                </a:moveTo>
                <a:lnTo>
                  <a:pt x="1239847" y="1651164"/>
                </a:lnTo>
                <a:lnTo>
                  <a:pt x="1239847" y="1657068"/>
                </a:lnTo>
                <a:lnTo>
                  <a:pt x="1228039" y="1657068"/>
                </a:lnTo>
                <a:lnTo>
                  <a:pt x="1220167" y="1651164"/>
                </a:lnTo>
                <a:close/>
                <a:moveTo>
                  <a:pt x="2664691" y="1643292"/>
                </a:moveTo>
                <a:lnTo>
                  <a:pt x="2676500" y="1643292"/>
                </a:lnTo>
                <a:lnTo>
                  <a:pt x="2684372" y="1655100"/>
                </a:lnTo>
                <a:lnTo>
                  <a:pt x="2684372" y="1666908"/>
                </a:lnTo>
                <a:lnTo>
                  <a:pt x="2672564" y="1666908"/>
                </a:lnTo>
                <a:lnTo>
                  <a:pt x="2666660" y="1659036"/>
                </a:lnTo>
                <a:lnTo>
                  <a:pt x="2656820" y="1655100"/>
                </a:lnTo>
                <a:lnTo>
                  <a:pt x="2656820" y="1647228"/>
                </a:lnTo>
                <a:close/>
                <a:moveTo>
                  <a:pt x="200738" y="1641326"/>
                </a:moveTo>
                <a:lnTo>
                  <a:pt x="212546" y="1643294"/>
                </a:lnTo>
                <a:lnTo>
                  <a:pt x="184994" y="1666910"/>
                </a:lnTo>
                <a:lnTo>
                  <a:pt x="181058" y="1662974"/>
                </a:lnTo>
                <a:lnTo>
                  <a:pt x="188930" y="1651166"/>
                </a:lnTo>
                <a:lnTo>
                  <a:pt x="188930" y="1643294"/>
                </a:lnTo>
                <a:close/>
                <a:moveTo>
                  <a:pt x="1277239" y="1633454"/>
                </a:moveTo>
                <a:lnTo>
                  <a:pt x="1285112" y="1635422"/>
                </a:lnTo>
                <a:lnTo>
                  <a:pt x="1292983" y="1639357"/>
                </a:lnTo>
                <a:lnTo>
                  <a:pt x="1289048" y="1643293"/>
                </a:lnTo>
                <a:lnTo>
                  <a:pt x="1273304" y="1635422"/>
                </a:lnTo>
                <a:close/>
                <a:moveTo>
                  <a:pt x="6710921" y="1625581"/>
                </a:moveTo>
                <a:lnTo>
                  <a:pt x="6685337" y="1629517"/>
                </a:lnTo>
                <a:lnTo>
                  <a:pt x="6685337" y="1629517"/>
                </a:lnTo>
                <a:lnTo>
                  <a:pt x="6710921" y="1625581"/>
                </a:lnTo>
                <a:close/>
                <a:moveTo>
                  <a:pt x="246003" y="1621645"/>
                </a:moveTo>
                <a:lnTo>
                  <a:pt x="249939" y="1625581"/>
                </a:lnTo>
                <a:lnTo>
                  <a:pt x="253875" y="1627549"/>
                </a:lnTo>
                <a:lnTo>
                  <a:pt x="230259" y="1643293"/>
                </a:lnTo>
                <a:lnTo>
                  <a:pt x="222387" y="1643293"/>
                </a:lnTo>
                <a:lnTo>
                  <a:pt x="222387" y="1639357"/>
                </a:lnTo>
                <a:close/>
                <a:moveTo>
                  <a:pt x="5886318" y="1621641"/>
                </a:moveTo>
                <a:lnTo>
                  <a:pt x="5886321" y="1621645"/>
                </a:lnTo>
                <a:lnTo>
                  <a:pt x="5882385" y="1641325"/>
                </a:lnTo>
                <a:lnTo>
                  <a:pt x="5866641" y="1641325"/>
                </a:lnTo>
                <a:lnTo>
                  <a:pt x="5856801" y="1633453"/>
                </a:lnTo>
                <a:lnTo>
                  <a:pt x="5841057" y="1633453"/>
                </a:lnTo>
                <a:lnTo>
                  <a:pt x="5844993" y="1651165"/>
                </a:lnTo>
                <a:lnTo>
                  <a:pt x="5844993" y="1651166"/>
                </a:lnTo>
                <a:lnTo>
                  <a:pt x="5841057" y="1633454"/>
                </a:lnTo>
                <a:lnTo>
                  <a:pt x="5856801" y="1633454"/>
                </a:lnTo>
                <a:lnTo>
                  <a:pt x="5866641" y="1641326"/>
                </a:lnTo>
                <a:lnTo>
                  <a:pt x="5882386" y="1641326"/>
                </a:lnTo>
                <a:lnTo>
                  <a:pt x="5886322" y="1621645"/>
                </a:lnTo>
                <a:close/>
                <a:moveTo>
                  <a:pt x="1265432" y="1605900"/>
                </a:moveTo>
                <a:lnTo>
                  <a:pt x="1273304" y="1609836"/>
                </a:lnTo>
                <a:lnTo>
                  <a:pt x="1273304" y="1617708"/>
                </a:lnTo>
                <a:lnTo>
                  <a:pt x="1265432" y="1613772"/>
                </a:lnTo>
                <a:lnTo>
                  <a:pt x="1261496" y="1613772"/>
                </a:lnTo>
                <a:close/>
                <a:moveTo>
                  <a:pt x="1218200" y="1601964"/>
                </a:moveTo>
                <a:lnTo>
                  <a:pt x="1222136" y="1605900"/>
                </a:lnTo>
                <a:lnTo>
                  <a:pt x="1226072" y="1611804"/>
                </a:lnTo>
                <a:lnTo>
                  <a:pt x="1235912" y="1609836"/>
                </a:lnTo>
                <a:lnTo>
                  <a:pt x="1233944" y="1623612"/>
                </a:lnTo>
                <a:lnTo>
                  <a:pt x="1230008" y="1643292"/>
                </a:lnTo>
                <a:lnTo>
                  <a:pt x="1210328" y="1643292"/>
                </a:lnTo>
                <a:lnTo>
                  <a:pt x="1202456" y="1623612"/>
                </a:lnTo>
                <a:lnTo>
                  <a:pt x="1202456" y="1605900"/>
                </a:lnTo>
                <a:close/>
                <a:moveTo>
                  <a:pt x="4859016" y="1594093"/>
                </a:moveTo>
                <a:lnTo>
                  <a:pt x="4859016" y="1601965"/>
                </a:lnTo>
                <a:lnTo>
                  <a:pt x="4855080" y="1611805"/>
                </a:lnTo>
                <a:lnTo>
                  <a:pt x="4847208" y="1605901"/>
                </a:lnTo>
                <a:lnTo>
                  <a:pt x="4847208" y="1598029"/>
                </a:lnTo>
                <a:close/>
                <a:moveTo>
                  <a:pt x="7139949" y="1590157"/>
                </a:moveTo>
                <a:lnTo>
                  <a:pt x="7139949" y="1592124"/>
                </a:lnTo>
                <a:lnTo>
                  <a:pt x="7147818" y="1621634"/>
                </a:lnTo>
                <a:close/>
                <a:moveTo>
                  <a:pt x="5376605" y="1588189"/>
                </a:moveTo>
                <a:lnTo>
                  <a:pt x="5388413" y="1590157"/>
                </a:lnTo>
                <a:lnTo>
                  <a:pt x="5376605" y="1594093"/>
                </a:lnTo>
                <a:close/>
                <a:moveTo>
                  <a:pt x="4748810" y="1582281"/>
                </a:moveTo>
                <a:lnTo>
                  <a:pt x="4748806" y="1582285"/>
                </a:lnTo>
                <a:lnTo>
                  <a:pt x="4748806" y="1590157"/>
                </a:lnTo>
                <a:lnTo>
                  <a:pt x="4758646" y="1601965"/>
                </a:lnTo>
                <a:lnTo>
                  <a:pt x="4759958" y="1601309"/>
                </a:lnTo>
                <a:lnTo>
                  <a:pt x="4748807" y="1590158"/>
                </a:lnTo>
                <a:lnTo>
                  <a:pt x="4748807" y="1582285"/>
                </a:lnTo>
                <a:close/>
                <a:moveTo>
                  <a:pt x="5555251" y="1575410"/>
                </a:moveTo>
                <a:lnTo>
                  <a:pt x="5579311" y="1582284"/>
                </a:lnTo>
                <a:lnTo>
                  <a:pt x="5617821" y="1578617"/>
                </a:lnTo>
                <a:lnTo>
                  <a:pt x="5617733" y="1578442"/>
                </a:lnTo>
                <a:lnTo>
                  <a:pt x="5579311" y="1582284"/>
                </a:lnTo>
                <a:close/>
                <a:moveTo>
                  <a:pt x="5541918" y="1574412"/>
                </a:moveTo>
                <a:lnTo>
                  <a:pt x="5541919" y="1574412"/>
                </a:lnTo>
                <a:lnTo>
                  <a:pt x="5551759" y="1574412"/>
                </a:lnTo>
                <a:lnTo>
                  <a:pt x="5551758" y="1574412"/>
                </a:lnTo>
                <a:close/>
                <a:moveTo>
                  <a:pt x="9013501" y="1570477"/>
                </a:moveTo>
                <a:lnTo>
                  <a:pt x="9025309" y="1570477"/>
                </a:lnTo>
                <a:lnTo>
                  <a:pt x="9029245" y="1578349"/>
                </a:lnTo>
                <a:lnTo>
                  <a:pt x="9033181" y="1588189"/>
                </a:lnTo>
                <a:lnTo>
                  <a:pt x="9041054" y="1615741"/>
                </a:lnTo>
                <a:lnTo>
                  <a:pt x="9041054" y="1645261"/>
                </a:lnTo>
                <a:lnTo>
                  <a:pt x="9041054" y="1668878"/>
                </a:lnTo>
                <a:lnTo>
                  <a:pt x="9048926" y="1718078"/>
                </a:lnTo>
                <a:lnTo>
                  <a:pt x="9054830" y="1747599"/>
                </a:lnTo>
                <a:lnTo>
                  <a:pt x="9062702" y="1783023"/>
                </a:lnTo>
                <a:lnTo>
                  <a:pt x="9076478" y="1800735"/>
                </a:lnTo>
                <a:lnTo>
                  <a:pt x="9078446" y="1814511"/>
                </a:lnTo>
                <a:lnTo>
                  <a:pt x="9076478" y="1820415"/>
                </a:lnTo>
                <a:lnTo>
                  <a:pt x="9068606" y="1818447"/>
                </a:lnTo>
                <a:lnTo>
                  <a:pt x="9066638" y="1814511"/>
                </a:lnTo>
                <a:lnTo>
                  <a:pt x="9052862" y="1796799"/>
                </a:lnTo>
                <a:lnTo>
                  <a:pt x="9041054" y="1792863"/>
                </a:lnTo>
                <a:lnTo>
                  <a:pt x="9033181" y="1800735"/>
                </a:lnTo>
                <a:lnTo>
                  <a:pt x="9031213" y="1828287"/>
                </a:lnTo>
                <a:lnTo>
                  <a:pt x="9027277" y="1836159"/>
                </a:lnTo>
                <a:lnTo>
                  <a:pt x="9027277" y="1845999"/>
                </a:lnTo>
                <a:lnTo>
                  <a:pt x="9021373" y="1855839"/>
                </a:lnTo>
                <a:lnTo>
                  <a:pt x="9021373" y="1881424"/>
                </a:lnTo>
                <a:lnTo>
                  <a:pt x="9033181" y="1895200"/>
                </a:lnTo>
                <a:lnTo>
                  <a:pt x="9046958" y="1908976"/>
                </a:lnTo>
                <a:lnTo>
                  <a:pt x="9046958" y="1926688"/>
                </a:lnTo>
                <a:lnTo>
                  <a:pt x="9041054" y="1932592"/>
                </a:lnTo>
                <a:lnTo>
                  <a:pt x="9029245" y="1918816"/>
                </a:lnTo>
                <a:lnTo>
                  <a:pt x="9021373" y="1914880"/>
                </a:lnTo>
                <a:lnTo>
                  <a:pt x="9013501" y="1920784"/>
                </a:lnTo>
                <a:lnTo>
                  <a:pt x="9007597" y="1934560"/>
                </a:lnTo>
                <a:lnTo>
                  <a:pt x="8999725" y="1934560"/>
                </a:lnTo>
                <a:lnTo>
                  <a:pt x="9001693" y="1891264"/>
                </a:lnTo>
                <a:lnTo>
                  <a:pt x="9003661" y="1873552"/>
                </a:lnTo>
                <a:lnTo>
                  <a:pt x="9007597" y="1847967"/>
                </a:lnTo>
                <a:lnTo>
                  <a:pt x="8999725" y="1834191"/>
                </a:lnTo>
                <a:lnTo>
                  <a:pt x="9007597" y="1804671"/>
                </a:lnTo>
                <a:lnTo>
                  <a:pt x="9011533" y="1783023"/>
                </a:lnTo>
                <a:lnTo>
                  <a:pt x="9007597" y="1765311"/>
                </a:lnTo>
                <a:lnTo>
                  <a:pt x="9007597" y="1714142"/>
                </a:lnTo>
                <a:lnTo>
                  <a:pt x="8999725" y="1706270"/>
                </a:lnTo>
                <a:lnTo>
                  <a:pt x="8993821" y="1672814"/>
                </a:lnTo>
                <a:lnTo>
                  <a:pt x="8999725" y="1664942"/>
                </a:lnTo>
                <a:lnTo>
                  <a:pt x="8993821" y="1657070"/>
                </a:lnTo>
                <a:lnTo>
                  <a:pt x="8999725" y="1629517"/>
                </a:lnTo>
                <a:lnTo>
                  <a:pt x="8993821" y="1615741"/>
                </a:lnTo>
                <a:lnTo>
                  <a:pt x="9007597" y="1607869"/>
                </a:lnTo>
                <a:lnTo>
                  <a:pt x="9015469" y="1609837"/>
                </a:lnTo>
                <a:lnTo>
                  <a:pt x="9019405" y="1603933"/>
                </a:lnTo>
                <a:lnTo>
                  <a:pt x="9013501" y="1576381"/>
                </a:lnTo>
                <a:close/>
                <a:moveTo>
                  <a:pt x="7002226" y="1568524"/>
                </a:moveTo>
                <a:lnTo>
                  <a:pt x="7041548" y="1584252"/>
                </a:lnTo>
                <a:lnTo>
                  <a:pt x="7045181" y="1604235"/>
                </a:lnTo>
                <a:lnTo>
                  <a:pt x="7043516" y="1584253"/>
                </a:lnTo>
                <a:close/>
                <a:moveTo>
                  <a:pt x="5841047" y="1564462"/>
                </a:moveTo>
                <a:lnTo>
                  <a:pt x="5841057" y="1564573"/>
                </a:lnTo>
                <a:lnTo>
                  <a:pt x="5841062" y="1564581"/>
                </a:lnTo>
                <a:lnTo>
                  <a:pt x="5841057" y="1564573"/>
                </a:lnTo>
                <a:close/>
                <a:moveTo>
                  <a:pt x="432962" y="1556700"/>
                </a:moveTo>
                <a:lnTo>
                  <a:pt x="436898" y="1560636"/>
                </a:lnTo>
                <a:lnTo>
                  <a:pt x="429026" y="1572444"/>
                </a:lnTo>
                <a:lnTo>
                  <a:pt x="425091" y="1564572"/>
                </a:lnTo>
                <a:close/>
                <a:moveTo>
                  <a:pt x="5290012" y="1552764"/>
                </a:moveTo>
                <a:lnTo>
                  <a:pt x="5301820" y="1556700"/>
                </a:lnTo>
                <a:lnTo>
                  <a:pt x="5301820" y="1566540"/>
                </a:lnTo>
                <a:lnTo>
                  <a:pt x="5290012" y="1566540"/>
                </a:lnTo>
                <a:lnTo>
                  <a:pt x="5284108" y="1556700"/>
                </a:lnTo>
                <a:close/>
                <a:moveTo>
                  <a:pt x="5325436" y="1548828"/>
                </a:moveTo>
                <a:lnTo>
                  <a:pt x="5331340" y="1548828"/>
                </a:lnTo>
                <a:lnTo>
                  <a:pt x="5329372" y="1552764"/>
                </a:lnTo>
                <a:lnTo>
                  <a:pt x="5317564" y="1560636"/>
                </a:lnTo>
                <a:lnTo>
                  <a:pt x="5313628" y="1556700"/>
                </a:lnTo>
                <a:close/>
                <a:moveTo>
                  <a:pt x="1198523" y="1548827"/>
                </a:moveTo>
                <a:lnTo>
                  <a:pt x="1210331" y="1568507"/>
                </a:lnTo>
                <a:lnTo>
                  <a:pt x="1206395" y="1572443"/>
                </a:lnTo>
                <a:lnTo>
                  <a:pt x="1194587" y="1552763"/>
                </a:lnTo>
                <a:close/>
                <a:moveTo>
                  <a:pt x="413282" y="1548827"/>
                </a:moveTo>
                <a:lnTo>
                  <a:pt x="417219" y="1552763"/>
                </a:lnTo>
                <a:lnTo>
                  <a:pt x="409347" y="1560635"/>
                </a:lnTo>
                <a:lnTo>
                  <a:pt x="405411" y="1552763"/>
                </a:lnTo>
                <a:close/>
                <a:moveTo>
                  <a:pt x="4762583" y="1544893"/>
                </a:moveTo>
                <a:lnTo>
                  <a:pt x="4764550" y="1544893"/>
                </a:lnTo>
                <a:lnTo>
                  <a:pt x="4778327" y="1544893"/>
                </a:lnTo>
                <a:lnTo>
                  <a:pt x="4782263" y="1548829"/>
                </a:lnTo>
                <a:lnTo>
                  <a:pt x="4799975" y="1548829"/>
                </a:lnTo>
                <a:lnTo>
                  <a:pt x="4815720" y="1570477"/>
                </a:lnTo>
                <a:lnTo>
                  <a:pt x="4823592" y="1574413"/>
                </a:lnTo>
                <a:lnTo>
                  <a:pt x="4815720" y="1594094"/>
                </a:lnTo>
                <a:lnTo>
                  <a:pt x="4800901" y="1605207"/>
                </a:lnTo>
                <a:lnTo>
                  <a:pt x="4801943" y="1605902"/>
                </a:lnTo>
                <a:lnTo>
                  <a:pt x="4801943" y="1631486"/>
                </a:lnTo>
                <a:lnTo>
                  <a:pt x="4801943" y="1643294"/>
                </a:lnTo>
                <a:lnTo>
                  <a:pt x="4798007" y="1659038"/>
                </a:lnTo>
                <a:lnTo>
                  <a:pt x="4790135" y="1692494"/>
                </a:lnTo>
                <a:lnTo>
                  <a:pt x="4770454" y="1696431"/>
                </a:lnTo>
                <a:lnTo>
                  <a:pt x="4744870" y="1708239"/>
                </a:lnTo>
                <a:lnTo>
                  <a:pt x="4721254" y="1720047"/>
                </a:lnTo>
                <a:lnTo>
                  <a:pt x="4705510" y="1727919"/>
                </a:lnTo>
                <a:lnTo>
                  <a:pt x="4695670" y="1723983"/>
                </a:lnTo>
                <a:lnTo>
                  <a:pt x="4691734" y="1716111"/>
                </a:lnTo>
                <a:lnTo>
                  <a:pt x="4683862" y="1712175"/>
                </a:lnTo>
                <a:lnTo>
                  <a:pt x="4679926" y="1692494"/>
                </a:lnTo>
                <a:lnTo>
                  <a:pt x="4687798" y="1684622"/>
                </a:lnTo>
                <a:lnTo>
                  <a:pt x="4713382" y="1676750"/>
                </a:lnTo>
                <a:lnTo>
                  <a:pt x="4713382" y="1674782"/>
                </a:lnTo>
                <a:lnTo>
                  <a:pt x="4705510" y="1670846"/>
                </a:lnTo>
                <a:lnTo>
                  <a:pt x="4705510" y="1655102"/>
                </a:lnTo>
                <a:lnTo>
                  <a:pt x="4713382" y="1639358"/>
                </a:lnTo>
                <a:lnTo>
                  <a:pt x="4705510" y="1635422"/>
                </a:lnTo>
                <a:lnTo>
                  <a:pt x="4695670" y="1639358"/>
                </a:lnTo>
                <a:lnTo>
                  <a:pt x="4687798" y="1635422"/>
                </a:lnTo>
                <a:lnTo>
                  <a:pt x="4695670" y="1627550"/>
                </a:lnTo>
                <a:lnTo>
                  <a:pt x="4699606" y="1621646"/>
                </a:lnTo>
                <a:lnTo>
                  <a:pt x="4687798" y="1605902"/>
                </a:lnTo>
                <a:lnTo>
                  <a:pt x="4695670" y="1594093"/>
                </a:lnTo>
                <a:lnTo>
                  <a:pt x="4705510" y="1590157"/>
                </a:lnTo>
                <a:lnTo>
                  <a:pt x="4721254" y="1594093"/>
                </a:lnTo>
                <a:lnTo>
                  <a:pt x="4733062" y="1586221"/>
                </a:lnTo>
                <a:lnTo>
                  <a:pt x="4729126" y="1574413"/>
                </a:lnTo>
                <a:lnTo>
                  <a:pt x="4733062" y="1556701"/>
                </a:lnTo>
                <a:lnTo>
                  <a:pt x="4740934" y="1548829"/>
                </a:lnTo>
                <a:lnTo>
                  <a:pt x="4762583" y="1545221"/>
                </a:lnTo>
                <a:close/>
                <a:moveTo>
                  <a:pt x="9729859" y="1538988"/>
                </a:moveTo>
                <a:lnTo>
                  <a:pt x="9745603" y="1558668"/>
                </a:lnTo>
                <a:lnTo>
                  <a:pt x="9733795" y="1562604"/>
                </a:lnTo>
                <a:lnTo>
                  <a:pt x="9720019" y="1550796"/>
                </a:lnTo>
                <a:lnTo>
                  <a:pt x="9716083" y="1540956"/>
                </a:lnTo>
                <a:close/>
                <a:moveTo>
                  <a:pt x="8856060" y="1535052"/>
                </a:moveTo>
                <a:lnTo>
                  <a:pt x="8865900" y="1537020"/>
                </a:lnTo>
                <a:lnTo>
                  <a:pt x="8859996" y="1540956"/>
                </a:lnTo>
                <a:lnTo>
                  <a:pt x="8854092" y="1540956"/>
                </a:lnTo>
                <a:lnTo>
                  <a:pt x="8848188" y="1538988"/>
                </a:lnTo>
                <a:close/>
                <a:moveTo>
                  <a:pt x="8877708" y="1533084"/>
                </a:moveTo>
                <a:lnTo>
                  <a:pt x="8889516" y="1533084"/>
                </a:lnTo>
                <a:lnTo>
                  <a:pt x="8897388" y="1538988"/>
                </a:lnTo>
                <a:lnTo>
                  <a:pt x="8885580" y="1552764"/>
                </a:lnTo>
                <a:lnTo>
                  <a:pt x="8871804" y="1546860"/>
                </a:lnTo>
                <a:lnTo>
                  <a:pt x="8871804" y="1538988"/>
                </a:lnTo>
                <a:close/>
                <a:moveTo>
                  <a:pt x="5260492" y="1523244"/>
                </a:moveTo>
                <a:lnTo>
                  <a:pt x="5276236" y="1527180"/>
                </a:lnTo>
                <a:lnTo>
                  <a:pt x="5278204" y="1533084"/>
                </a:lnTo>
                <a:lnTo>
                  <a:pt x="5272300" y="1544892"/>
                </a:lnTo>
                <a:lnTo>
                  <a:pt x="5256556" y="1540956"/>
                </a:lnTo>
                <a:lnTo>
                  <a:pt x="5248684" y="1531116"/>
                </a:lnTo>
                <a:close/>
                <a:moveTo>
                  <a:pt x="9674755" y="1513404"/>
                </a:moveTo>
                <a:lnTo>
                  <a:pt x="9686563" y="1521276"/>
                </a:lnTo>
                <a:lnTo>
                  <a:pt x="9704275" y="1546860"/>
                </a:lnTo>
                <a:lnTo>
                  <a:pt x="9704275" y="1554732"/>
                </a:lnTo>
                <a:lnTo>
                  <a:pt x="9686563" y="1546860"/>
                </a:lnTo>
                <a:lnTo>
                  <a:pt x="9670819" y="1525212"/>
                </a:lnTo>
                <a:close/>
                <a:moveTo>
                  <a:pt x="4798008" y="1513404"/>
                </a:moveTo>
                <a:lnTo>
                  <a:pt x="4805880" y="1513404"/>
                </a:lnTo>
                <a:lnTo>
                  <a:pt x="4805880" y="1527180"/>
                </a:lnTo>
                <a:lnTo>
                  <a:pt x="4798008" y="1527180"/>
                </a:lnTo>
                <a:close/>
                <a:moveTo>
                  <a:pt x="1190651" y="1503564"/>
                </a:moveTo>
                <a:lnTo>
                  <a:pt x="1198523" y="1503564"/>
                </a:lnTo>
                <a:lnTo>
                  <a:pt x="1218204" y="1525212"/>
                </a:lnTo>
                <a:lnTo>
                  <a:pt x="1228044" y="1564572"/>
                </a:lnTo>
                <a:lnTo>
                  <a:pt x="1226076" y="1568508"/>
                </a:lnTo>
                <a:lnTo>
                  <a:pt x="1194587" y="1533084"/>
                </a:lnTo>
                <a:close/>
                <a:moveTo>
                  <a:pt x="5307724" y="1503563"/>
                </a:moveTo>
                <a:lnTo>
                  <a:pt x="5319532" y="1507499"/>
                </a:lnTo>
                <a:lnTo>
                  <a:pt x="5319532" y="1521275"/>
                </a:lnTo>
                <a:lnTo>
                  <a:pt x="5323468" y="1529147"/>
                </a:lnTo>
                <a:lnTo>
                  <a:pt x="5319532" y="1540955"/>
                </a:lnTo>
                <a:lnTo>
                  <a:pt x="5307724" y="1544891"/>
                </a:lnTo>
                <a:lnTo>
                  <a:pt x="5305756" y="1540955"/>
                </a:lnTo>
                <a:lnTo>
                  <a:pt x="5295916" y="1540955"/>
                </a:lnTo>
                <a:lnTo>
                  <a:pt x="5290012" y="1533083"/>
                </a:lnTo>
                <a:lnTo>
                  <a:pt x="5278204" y="1517339"/>
                </a:lnTo>
                <a:lnTo>
                  <a:pt x="5282140" y="1515371"/>
                </a:lnTo>
                <a:lnTo>
                  <a:pt x="5295916" y="1511435"/>
                </a:lnTo>
                <a:close/>
                <a:moveTo>
                  <a:pt x="5786532" y="1501018"/>
                </a:moveTo>
                <a:lnTo>
                  <a:pt x="5793825" y="1507500"/>
                </a:lnTo>
                <a:lnTo>
                  <a:pt x="5795158" y="1507056"/>
                </a:lnTo>
                <a:close/>
                <a:moveTo>
                  <a:pt x="2729638" y="1481915"/>
                </a:moveTo>
                <a:lnTo>
                  <a:pt x="2729638" y="1489787"/>
                </a:lnTo>
                <a:lnTo>
                  <a:pt x="2725702" y="1503563"/>
                </a:lnTo>
                <a:lnTo>
                  <a:pt x="2711926" y="1513403"/>
                </a:lnTo>
                <a:lnTo>
                  <a:pt x="2707989" y="1505531"/>
                </a:lnTo>
                <a:lnTo>
                  <a:pt x="2719798" y="1495691"/>
                </a:lnTo>
                <a:lnTo>
                  <a:pt x="2723734" y="1485851"/>
                </a:lnTo>
                <a:close/>
                <a:moveTo>
                  <a:pt x="5583246" y="1477979"/>
                </a:moveTo>
                <a:lnTo>
                  <a:pt x="5583245" y="1477980"/>
                </a:lnTo>
                <a:lnTo>
                  <a:pt x="5642287" y="1477980"/>
                </a:lnTo>
                <a:lnTo>
                  <a:pt x="5695423" y="1489788"/>
                </a:lnTo>
                <a:lnTo>
                  <a:pt x="5717071" y="1519308"/>
                </a:lnTo>
                <a:lnTo>
                  <a:pt x="5701327" y="1544892"/>
                </a:lnTo>
                <a:lnTo>
                  <a:pt x="5691487" y="1568509"/>
                </a:lnTo>
                <a:lnTo>
                  <a:pt x="5691486" y="1568509"/>
                </a:lnTo>
                <a:lnTo>
                  <a:pt x="5691488" y="1568509"/>
                </a:lnTo>
                <a:lnTo>
                  <a:pt x="5703296" y="1544892"/>
                </a:lnTo>
                <a:lnTo>
                  <a:pt x="5718384" y="1518487"/>
                </a:lnTo>
                <a:lnTo>
                  <a:pt x="5695424" y="1489787"/>
                </a:lnTo>
                <a:lnTo>
                  <a:pt x="5644255" y="1477979"/>
                </a:lnTo>
                <a:close/>
                <a:moveTo>
                  <a:pt x="1169002" y="1466171"/>
                </a:moveTo>
                <a:lnTo>
                  <a:pt x="1172938" y="1470107"/>
                </a:lnTo>
                <a:lnTo>
                  <a:pt x="1176874" y="1503563"/>
                </a:lnTo>
                <a:lnTo>
                  <a:pt x="1169002" y="1503563"/>
                </a:lnTo>
                <a:lnTo>
                  <a:pt x="1165066" y="1470107"/>
                </a:lnTo>
                <a:close/>
                <a:moveTo>
                  <a:pt x="1180810" y="1458299"/>
                </a:moveTo>
                <a:lnTo>
                  <a:pt x="1194586" y="1466171"/>
                </a:lnTo>
                <a:lnTo>
                  <a:pt x="1202458" y="1474043"/>
                </a:lnTo>
                <a:lnTo>
                  <a:pt x="1202458" y="1477979"/>
                </a:lnTo>
                <a:lnTo>
                  <a:pt x="1192618" y="1474043"/>
                </a:lnTo>
                <a:lnTo>
                  <a:pt x="1194586" y="1481915"/>
                </a:lnTo>
                <a:lnTo>
                  <a:pt x="1184746" y="1481915"/>
                </a:lnTo>
                <a:lnTo>
                  <a:pt x="1176873" y="1466171"/>
                </a:lnTo>
                <a:close/>
                <a:moveTo>
                  <a:pt x="1149323" y="1458299"/>
                </a:moveTo>
                <a:lnTo>
                  <a:pt x="1153258" y="1474043"/>
                </a:lnTo>
                <a:lnTo>
                  <a:pt x="1159163" y="1491755"/>
                </a:lnTo>
                <a:lnTo>
                  <a:pt x="1149323" y="1495691"/>
                </a:lnTo>
                <a:lnTo>
                  <a:pt x="1141450" y="1474043"/>
                </a:lnTo>
                <a:close/>
                <a:moveTo>
                  <a:pt x="5447453" y="1446491"/>
                </a:moveTo>
                <a:lnTo>
                  <a:pt x="5437613" y="1481915"/>
                </a:lnTo>
                <a:lnTo>
                  <a:pt x="5433677" y="1481915"/>
                </a:lnTo>
                <a:lnTo>
                  <a:pt x="5433677" y="1477979"/>
                </a:lnTo>
                <a:lnTo>
                  <a:pt x="5441549" y="1458299"/>
                </a:lnTo>
                <a:lnTo>
                  <a:pt x="5441549" y="1450427"/>
                </a:lnTo>
                <a:close/>
                <a:moveTo>
                  <a:pt x="4798007" y="1418939"/>
                </a:moveTo>
                <a:lnTo>
                  <a:pt x="4805879" y="1418939"/>
                </a:lnTo>
                <a:lnTo>
                  <a:pt x="4801943" y="1436651"/>
                </a:lnTo>
                <a:lnTo>
                  <a:pt x="4792103" y="1436651"/>
                </a:lnTo>
                <a:lnTo>
                  <a:pt x="4796039" y="1422875"/>
                </a:lnTo>
                <a:close/>
                <a:moveTo>
                  <a:pt x="617957" y="1418939"/>
                </a:moveTo>
                <a:lnTo>
                  <a:pt x="653382" y="1418939"/>
                </a:lnTo>
                <a:lnTo>
                  <a:pt x="657318" y="1426811"/>
                </a:lnTo>
                <a:lnTo>
                  <a:pt x="649446" y="1434683"/>
                </a:lnTo>
                <a:lnTo>
                  <a:pt x="625830" y="1450427"/>
                </a:lnTo>
                <a:lnTo>
                  <a:pt x="625830" y="1458299"/>
                </a:lnTo>
                <a:lnTo>
                  <a:pt x="610085" y="1458299"/>
                </a:lnTo>
                <a:lnTo>
                  <a:pt x="604181" y="1466171"/>
                </a:lnTo>
                <a:lnTo>
                  <a:pt x="592373" y="1462235"/>
                </a:lnTo>
                <a:lnTo>
                  <a:pt x="592373" y="1454363"/>
                </a:lnTo>
                <a:lnTo>
                  <a:pt x="580565" y="1446491"/>
                </a:lnTo>
                <a:lnTo>
                  <a:pt x="580565" y="1434683"/>
                </a:lnTo>
                <a:lnTo>
                  <a:pt x="588436" y="1430747"/>
                </a:lnTo>
                <a:lnTo>
                  <a:pt x="604181" y="1426811"/>
                </a:lnTo>
                <a:close/>
                <a:moveTo>
                  <a:pt x="5268364" y="1413035"/>
                </a:moveTo>
                <a:lnTo>
                  <a:pt x="5268364" y="1436651"/>
                </a:lnTo>
                <a:lnTo>
                  <a:pt x="5266396" y="1446491"/>
                </a:lnTo>
                <a:lnTo>
                  <a:pt x="5242780" y="1446491"/>
                </a:lnTo>
                <a:lnTo>
                  <a:pt x="5230972" y="1458300"/>
                </a:lnTo>
                <a:lnTo>
                  <a:pt x="5219163" y="1462236"/>
                </a:lnTo>
                <a:lnTo>
                  <a:pt x="5203419" y="1474044"/>
                </a:lnTo>
                <a:lnTo>
                  <a:pt x="5203419" y="1458300"/>
                </a:lnTo>
                <a:lnTo>
                  <a:pt x="5219163" y="1444523"/>
                </a:lnTo>
                <a:lnTo>
                  <a:pt x="5230972" y="1438619"/>
                </a:lnTo>
                <a:lnTo>
                  <a:pt x="5242780" y="1432715"/>
                </a:lnTo>
                <a:lnTo>
                  <a:pt x="5254588" y="1420907"/>
                </a:lnTo>
                <a:close/>
                <a:moveTo>
                  <a:pt x="1161131" y="1401227"/>
                </a:moveTo>
                <a:lnTo>
                  <a:pt x="1172940" y="1416971"/>
                </a:lnTo>
                <a:lnTo>
                  <a:pt x="1176876" y="1446491"/>
                </a:lnTo>
                <a:lnTo>
                  <a:pt x="1165067" y="1454363"/>
                </a:lnTo>
                <a:lnTo>
                  <a:pt x="1159163" y="1450427"/>
                </a:lnTo>
                <a:lnTo>
                  <a:pt x="1159163" y="1409099"/>
                </a:lnTo>
                <a:close/>
                <a:moveTo>
                  <a:pt x="5494686" y="1401226"/>
                </a:moveTo>
                <a:lnTo>
                  <a:pt x="5504526" y="1405162"/>
                </a:lnTo>
                <a:lnTo>
                  <a:pt x="5504526" y="1428778"/>
                </a:lnTo>
                <a:lnTo>
                  <a:pt x="5494686" y="1432714"/>
                </a:lnTo>
                <a:lnTo>
                  <a:pt x="5490750" y="1420906"/>
                </a:lnTo>
                <a:lnTo>
                  <a:pt x="5486814" y="1413034"/>
                </a:lnTo>
                <a:close/>
                <a:moveTo>
                  <a:pt x="1123738" y="1393355"/>
                </a:moveTo>
                <a:lnTo>
                  <a:pt x="1139482" y="1397291"/>
                </a:lnTo>
                <a:lnTo>
                  <a:pt x="1147355" y="1405163"/>
                </a:lnTo>
                <a:lnTo>
                  <a:pt x="1147355" y="1409099"/>
                </a:lnTo>
                <a:lnTo>
                  <a:pt x="1135546" y="1405163"/>
                </a:lnTo>
                <a:lnTo>
                  <a:pt x="1135546" y="1413035"/>
                </a:lnTo>
                <a:lnTo>
                  <a:pt x="1147355" y="1424843"/>
                </a:lnTo>
                <a:lnTo>
                  <a:pt x="1143419" y="1428779"/>
                </a:lnTo>
                <a:lnTo>
                  <a:pt x="1127674" y="1416971"/>
                </a:lnTo>
                <a:lnTo>
                  <a:pt x="1123738" y="1420907"/>
                </a:lnTo>
                <a:lnTo>
                  <a:pt x="1127674" y="1440587"/>
                </a:lnTo>
                <a:lnTo>
                  <a:pt x="1119802" y="1436651"/>
                </a:lnTo>
                <a:lnTo>
                  <a:pt x="1111930" y="1424843"/>
                </a:lnTo>
                <a:lnTo>
                  <a:pt x="1102090" y="1409099"/>
                </a:lnTo>
                <a:lnTo>
                  <a:pt x="1102090" y="1401227"/>
                </a:lnTo>
                <a:close/>
                <a:moveTo>
                  <a:pt x="625828" y="1389419"/>
                </a:moveTo>
                <a:lnTo>
                  <a:pt x="649444" y="1389419"/>
                </a:lnTo>
                <a:lnTo>
                  <a:pt x="661252" y="1397291"/>
                </a:lnTo>
                <a:lnTo>
                  <a:pt x="657315" y="1405163"/>
                </a:lnTo>
                <a:lnTo>
                  <a:pt x="621892" y="1405163"/>
                </a:lnTo>
                <a:lnTo>
                  <a:pt x="621892" y="1397291"/>
                </a:lnTo>
                <a:close/>
                <a:moveTo>
                  <a:pt x="5679680" y="1389419"/>
                </a:moveTo>
                <a:lnTo>
                  <a:pt x="5662005" y="1393346"/>
                </a:lnTo>
                <a:lnTo>
                  <a:pt x="5680553" y="1389637"/>
                </a:lnTo>
                <a:close/>
                <a:moveTo>
                  <a:pt x="4798007" y="1377611"/>
                </a:moveTo>
                <a:lnTo>
                  <a:pt x="4798007" y="1393355"/>
                </a:lnTo>
                <a:lnTo>
                  <a:pt x="4790135" y="1401227"/>
                </a:lnTo>
                <a:lnTo>
                  <a:pt x="4778327" y="1409099"/>
                </a:lnTo>
                <a:lnTo>
                  <a:pt x="4778327" y="1397291"/>
                </a:lnTo>
                <a:lnTo>
                  <a:pt x="4790135" y="1385483"/>
                </a:lnTo>
                <a:close/>
                <a:moveTo>
                  <a:pt x="4890505" y="1369739"/>
                </a:moveTo>
                <a:lnTo>
                  <a:pt x="4890505" y="1381547"/>
                </a:lnTo>
                <a:lnTo>
                  <a:pt x="4870825" y="1397291"/>
                </a:lnTo>
                <a:lnTo>
                  <a:pt x="4866889" y="1415003"/>
                </a:lnTo>
                <a:lnTo>
                  <a:pt x="4894441" y="1415003"/>
                </a:lnTo>
                <a:lnTo>
                  <a:pt x="4920025" y="1415003"/>
                </a:lnTo>
                <a:lnTo>
                  <a:pt x="4923961" y="1430747"/>
                </a:lnTo>
                <a:lnTo>
                  <a:pt x="4900345" y="1472076"/>
                </a:lnTo>
                <a:lnTo>
                  <a:pt x="4900345" y="1495692"/>
                </a:lnTo>
                <a:lnTo>
                  <a:pt x="4890505" y="1503564"/>
                </a:lnTo>
                <a:lnTo>
                  <a:pt x="4894441" y="1509468"/>
                </a:lnTo>
                <a:lnTo>
                  <a:pt x="4908217" y="1507500"/>
                </a:lnTo>
                <a:lnTo>
                  <a:pt x="4923961" y="1509468"/>
                </a:lnTo>
                <a:lnTo>
                  <a:pt x="4935769" y="1537020"/>
                </a:lnTo>
                <a:lnTo>
                  <a:pt x="4939706" y="1570477"/>
                </a:lnTo>
                <a:lnTo>
                  <a:pt x="4951514" y="1574413"/>
                </a:lnTo>
                <a:lnTo>
                  <a:pt x="4969226" y="1601965"/>
                </a:lnTo>
                <a:lnTo>
                  <a:pt x="4977098" y="1609837"/>
                </a:lnTo>
                <a:lnTo>
                  <a:pt x="4981034" y="1655102"/>
                </a:lnTo>
                <a:lnTo>
                  <a:pt x="4988906" y="1662974"/>
                </a:lnTo>
                <a:lnTo>
                  <a:pt x="5016458" y="1662974"/>
                </a:lnTo>
                <a:lnTo>
                  <a:pt x="5020394" y="1688558"/>
                </a:lnTo>
                <a:lnTo>
                  <a:pt x="5012522" y="1704302"/>
                </a:lnTo>
                <a:lnTo>
                  <a:pt x="4996778" y="1720046"/>
                </a:lnTo>
                <a:lnTo>
                  <a:pt x="4984970" y="1723982"/>
                </a:lnTo>
                <a:lnTo>
                  <a:pt x="4981034" y="1727918"/>
                </a:lnTo>
                <a:lnTo>
                  <a:pt x="4996778" y="1727918"/>
                </a:lnTo>
                <a:lnTo>
                  <a:pt x="5012522" y="1727918"/>
                </a:lnTo>
                <a:lnTo>
                  <a:pt x="5012522" y="1737759"/>
                </a:lnTo>
                <a:lnTo>
                  <a:pt x="4984970" y="1753503"/>
                </a:lnTo>
                <a:lnTo>
                  <a:pt x="4961354" y="1753503"/>
                </a:lnTo>
                <a:lnTo>
                  <a:pt x="4951514" y="1749567"/>
                </a:lnTo>
                <a:lnTo>
                  <a:pt x="4908217" y="1761375"/>
                </a:lnTo>
                <a:lnTo>
                  <a:pt x="4904281" y="1757439"/>
                </a:lnTo>
                <a:lnTo>
                  <a:pt x="4882633" y="1765311"/>
                </a:lnTo>
                <a:lnTo>
                  <a:pt x="4882633" y="1773183"/>
                </a:lnTo>
                <a:lnTo>
                  <a:pt x="4847209" y="1777119"/>
                </a:lnTo>
                <a:lnTo>
                  <a:pt x="4839336" y="1786959"/>
                </a:lnTo>
                <a:lnTo>
                  <a:pt x="4827528" y="1786959"/>
                </a:lnTo>
                <a:lnTo>
                  <a:pt x="4827528" y="1781055"/>
                </a:lnTo>
                <a:lnTo>
                  <a:pt x="4843272" y="1769247"/>
                </a:lnTo>
                <a:lnTo>
                  <a:pt x="4847209" y="1753503"/>
                </a:lnTo>
                <a:lnTo>
                  <a:pt x="4859017" y="1749567"/>
                </a:lnTo>
                <a:lnTo>
                  <a:pt x="4862953" y="1737759"/>
                </a:lnTo>
                <a:lnTo>
                  <a:pt x="4878697" y="1733822"/>
                </a:lnTo>
                <a:lnTo>
                  <a:pt x="4894441" y="1731854"/>
                </a:lnTo>
                <a:lnTo>
                  <a:pt x="4896409" y="1723982"/>
                </a:lnTo>
                <a:lnTo>
                  <a:pt x="4890505" y="1723982"/>
                </a:lnTo>
                <a:lnTo>
                  <a:pt x="4886569" y="1727918"/>
                </a:lnTo>
                <a:lnTo>
                  <a:pt x="4874761" y="1723982"/>
                </a:lnTo>
                <a:lnTo>
                  <a:pt x="4862953" y="1716110"/>
                </a:lnTo>
                <a:lnTo>
                  <a:pt x="4831464" y="1716110"/>
                </a:lnTo>
                <a:lnTo>
                  <a:pt x="4827528" y="1708238"/>
                </a:lnTo>
                <a:lnTo>
                  <a:pt x="4831464" y="1700366"/>
                </a:lnTo>
                <a:lnTo>
                  <a:pt x="4843272" y="1696430"/>
                </a:lnTo>
                <a:lnTo>
                  <a:pt x="4855081" y="1692494"/>
                </a:lnTo>
                <a:lnTo>
                  <a:pt x="4859017" y="1659038"/>
                </a:lnTo>
                <a:lnTo>
                  <a:pt x="4851145" y="1659038"/>
                </a:lnTo>
                <a:lnTo>
                  <a:pt x="4855081" y="1643293"/>
                </a:lnTo>
                <a:lnTo>
                  <a:pt x="4874761" y="1639357"/>
                </a:lnTo>
                <a:lnTo>
                  <a:pt x="4890505" y="1631485"/>
                </a:lnTo>
                <a:lnTo>
                  <a:pt x="4896409" y="1623613"/>
                </a:lnTo>
                <a:lnTo>
                  <a:pt x="4894441" y="1609837"/>
                </a:lnTo>
                <a:lnTo>
                  <a:pt x="4890505" y="1605901"/>
                </a:lnTo>
                <a:lnTo>
                  <a:pt x="4882633" y="1598029"/>
                </a:lnTo>
                <a:lnTo>
                  <a:pt x="4878697" y="1582285"/>
                </a:lnTo>
                <a:lnTo>
                  <a:pt x="4882633" y="1564573"/>
                </a:lnTo>
                <a:lnTo>
                  <a:pt x="4866889" y="1570477"/>
                </a:lnTo>
                <a:lnTo>
                  <a:pt x="4835400" y="1570477"/>
                </a:lnTo>
                <a:lnTo>
                  <a:pt x="4831464" y="1568509"/>
                </a:lnTo>
                <a:lnTo>
                  <a:pt x="4831464" y="1552765"/>
                </a:lnTo>
                <a:lnTo>
                  <a:pt x="4843272" y="1544893"/>
                </a:lnTo>
                <a:lnTo>
                  <a:pt x="4843272" y="1537020"/>
                </a:lnTo>
                <a:lnTo>
                  <a:pt x="4839336" y="1525212"/>
                </a:lnTo>
                <a:lnTo>
                  <a:pt x="4839336" y="1517340"/>
                </a:lnTo>
                <a:lnTo>
                  <a:pt x="4835400" y="1509468"/>
                </a:lnTo>
                <a:lnTo>
                  <a:pt x="4825560" y="1517340"/>
                </a:lnTo>
                <a:lnTo>
                  <a:pt x="4825560" y="1529148"/>
                </a:lnTo>
                <a:lnTo>
                  <a:pt x="4817688" y="1537020"/>
                </a:lnTo>
                <a:lnTo>
                  <a:pt x="4813752" y="1529148"/>
                </a:lnTo>
                <a:lnTo>
                  <a:pt x="4813752" y="1509468"/>
                </a:lnTo>
                <a:lnTo>
                  <a:pt x="4817688" y="1499628"/>
                </a:lnTo>
                <a:lnTo>
                  <a:pt x="4825560" y="1483884"/>
                </a:lnTo>
                <a:lnTo>
                  <a:pt x="4825560" y="1476012"/>
                </a:lnTo>
                <a:lnTo>
                  <a:pt x="4825560" y="1472076"/>
                </a:lnTo>
                <a:lnTo>
                  <a:pt x="4813752" y="1479948"/>
                </a:lnTo>
                <a:lnTo>
                  <a:pt x="4813752" y="1491756"/>
                </a:lnTo>
                <a:lnTo>
                  <a:pt x="4805880" y="1499628"/>
                </a:lnTo>
                <a:lnTo>
                  <a:pt x="4801944" y="1491756"/>
                </a:lnTo>
                <a:lnTo>
                  <a:pt x="4801944" y="1476012"/>
                </a:lnTo>
                <a:lnTo>
                  <a:pt x="4805880" y="1464204"/>
                </a:lnTo>
                <a:lnTo>
                  <a:pt x="4817688" y="1454364"/>
                </a:lnTo>
                <a:lnTo>
                  <a:pt x="4817688" y="1438620"/>
                </a:lnTo>
                <a:lnTo>
                  <a:pt x="4813752" y="1430747"/>
                </a:lnTo>
                <a:lnTo>
                  <a:pt x="4813752" y="1418939"/>
                </a:lnTo>
                <a:lnTo>
                  <a:pt x="4825560" y="1405163"/>
                </a:lnTo>
                <a:lnTo>
                  <a:pt x="4831464" y="1385483"/>
                </a:lnTo>
                <a:lnTo>
                  <a:pt x="4839336" y="1373675"/>
                </a:lnTo>
                <a:lnTo>
                  <a:pt x="4878697" y="1373675"/>
                </a:lnTo>
                <a:close/>
                <a:moveTo>
                  <a:pt x="5606863" y="1363834"/>
                </a:moveTo>
                <a:lnTo>
                  <a:pt x="5626543" y="1367770"/>
                </a:lnTo>
                <a:lnTo>
                  <a:pt x="5630479" y="1375642"/>
                </a:lnTo>
                <a:lnTo>
                  <a:pt x="5606863" y="1385482"/>
                </a:lnTo>
                <a:lnTo>
                  <a:pt x="5602927" y="1393354"/>
                </a:lnTo>
                <a:lnTo>
                  <a:pt x="5595055" y="1393354"/>
                </a:lnTo>
                <a:lnTo>
                  <a:pt x="5591119" y="1375642"/>
                </a:lnTo>
                <a:close/>
                <a:moveTo>
                  <a:pt x="5608831" y="1340218"/>
                </a:moveTo>
                <a:lnTo>
                  <a:pt x="5614735" y="1340218"/>
                </a:lnTo>
                <a:lnTo>
                  <a:pt x="5618671" y="1346122"/>
                </a:lnTo>
                <a:lnTo>
                  <a:pt x="5604895" y="1352026"/>
                </a:lnTo>
                <a:lnTo>
                  <a:pt x="5600959" y="1342186"/>
                </a:lnTo>
                <a:close/>
                <a:moveTo>
                  <a:pt x="1135536" y="1318569"/>
                </a:moveTo>
                <a:lnTo>
                  <a:pt x="1134163" y="1318912"/>
                </a:lnTo>
                <a:lnTo>
                  <a:pt x="1143484" y="1324350"/>
                </a:lnTo>
                <a:close/>
                <a:moveTo>
                  <a:pt x="9639330" y="1316603"/>
                </a:moveTo>
                <a:lnTo>
                  <a:pt x="9641298" y="1340219"/>
                </a:lnTo>
                <a:lnTo>
                  <a:pt x="9617682" y="1355963"/>
                </a:lnTo>
                <a:lnTo>
                  <a:pt x="9605874" y="1355963"/>
                </a:lnTo>
                <a:lnTo>
                  <a:pt x="9605874" y="1346123"/>
                </a:lnTo>
                <a:lnTo>
                  <a:pt x="9615714" y="1342187"/>
                </a:lnTo>
                <a:lnTo>
                  <a:pt x="9617682" y="1328411"/>
                </a:lnTo>
                <a:close/>
                <a:moveTo>
                  <a:pt x="769494" y="1292986"/>
                </a:moveTo>
                <a:lnTo>
                  <a:pt x="769495" y="1292986"/>
                </a:lnTo>
                <a:lnTo>
                  <a:pt x="777365" y="1292986"/>
                </a:lnTo>
                <a:lnTo>
                  <a:pt x="777367" y="1292986"/>
                </a:lnTo>
                <a:lnTo>
                  <a:pt x="773432" y="1300858"/>
                </a:lnTo>
                <a:lnTo>
                  <a:pt x="773429" y="1300857"/>
                </a:lnTo>
                <a:lnTo>
                  <a:pt x="773429" y="1300858"/>
                </a:lnTo>
                <a:lnTo>
                  <a:pt x="765557" y="1296922"/>
                </a:lnTo>
                <a:close/>
                <a:moveTo>
                  <a:pt x="797046" y="1285114"/>
                </a:moveTo>
                <a:lnTo>
                  <a:pt x="797048" y="1285114"/>
                </a:lnTo>
                <a:lnTo>
                  <a:pt x="804918" y="1285114"/>
                </a:lnTo>
                <a:lnTo>
                  <a:pt x="804920" y="1285114"/>
                </a:lnTo>
                <a:lnTo>
                  <a:pt x="804920" y="1292986"/>
                </a:lnTo>
                <a:lnTo>
                  <a:pt x="785239" y="1312666"/>
                </a:lnTo>
                <a:lnTo>
                  <a:pt x="785238" y="1312666"/>
                </a:lnTo>
                <a:lnTo>
                  <a:pt x="777367" y="1312666"/>
                </a:lnTo>
                <a:lnTo>
                  <a:pt x="777366" y="1312666"/>
                </a:lnTo>
                <a:lnTo>
                  <a:pt x="777366" y="1306762"/>
                </a:lnTo>
                <a:close/>
                <a:moveTo>
                  <a:pt x="249939" y="1285114"/>
                </a:moveTo>
                <a:lnTo>
                  <a:pt x="267651" y="1292986"/>
                </a:lnTo>
                <a:lnTo>
                  <a:pt x="267651" y="1312666"/>
                </a:lnTo>
                <a:lnTo>
                  <a:pt x="255843" y="1312666"/>
                </a:lnTo>
                <a:lnTo>
                  <a:pt x="246003" y="1320538"/>
                </a:lnTo>
                <a:lnTo>
                  <a:pt x="230259" y="1306762"/>
                </a:lnTo>
                <a:lnTo>
                  <a:pt x="218450" y="1304794"/>
                </a:lnTo>
                <a:lnTo>
                  <a:pt x="218450" y="1292986"/>
                </a:lnTo>
                <a:lnTo>
                  <a:pt x="234195" y="1289050"/>
                </a:lnTo>
                <a:close/>
                <a:moveTo>
                  <a:pt x="1009637" y="1275236"/>
                </a:moveTo>
                <a:lnTo>
                  <a:pt x="1009583" y="1275272"/>
                </a:lnTo>
                <a:lnTo>
                  <a:pt x="1005648" y="1292981"/>
                </a:lnTo>
                <a:lnTo>
                  <a:pt x="1005655" y="1292985"/>
                </a:lnTo>
                <a:lnTo>
                  <a:pt x="1009591" y="1275273"/>
                </a:lnTo>
                <a:close/>
                <a:moveTo>
                  <a:pt x="777366" y="1273306"/>
                </a:moveTo>
                <a:lnTo>
                  <a:pt x="777367" y="1273307"/>
                </a:lnTo>
                <a:lnTo>
                  <a:pt x="777367" y="1273306"/>
                </a:lnTo>
                <a:lnTo>
                  <a:pt x="783272" y="1281178"/>
                </a:lnTo>
                <a:lnTo>
                  <a:pt x="777367" y="1285114"/>
                </a:lnTo>
                <a:lnTo>
                  <a:pt x="777367" y="1285113"/>
                </a:lnTo>
                <a:lnTo>
                  <a:pt x="777366" y="1285114"/>
                </a:lnTo>
                <a:lnTo>
                  <a:pt x="773429" y="1277242"/>
                </a:lnTo>
                <a:close/>
                <a:moveTo>
                  <a:pt x="824600" y="1269370"/>
                </a:moveTo>
                <a:lnTo>
                  <a:pt x="824600" y="1269370"/>
                </a:lnTo>
                <a:lnTo>
                  <a:pt x="824601" y="1269370"/>
                </a:lnTo>
                <a:lnTo>
                  <a:pt x="828536" y="1281178"/>
                </a:lnTo>
                <a:lnTo>
                  <a:pt x="816729" y="1289050"/>
                </a:lnTo>
                <a:lnTo>
                  <a:pt x="816729" y="1289049"/>
                </a:lnTo>
                <a:lnTo>
                  <a:pt x="816728" y="1289050"/>
                </a:lnTo>
                <a:lnTo>
                  <a:pt x="812792" y="1281178"/>
                </a:lnTo>
                <a:lnTo>
                  <a:pt x="812792" y="1273306"/>
                </a:lnTo>
                <a:close/>
                <a:moveTo>
                  <a:pt x="5528142" y="1267401"/>
                </a:moveTo>
                <a:lnTo>
                  <a:pt x="5536014" y="1267401"/>
                </a:lnTo>
                <a:lnTo>
                  <a:pt x="5532078" y="1277241"/>
                </a:lnTo>
                <a:lnTo>
                  <a:pt x="5528142" y="1275273"/>
                </a:lnTo>
                <a:close/>
                <a:moveTo>
                  <a:pt x="1021391" y="1267400"/>
                </a:moveTo>
                <a:lnTo>
                  <a:pt x="1020160" y="1268221"/>
                </a:lnTo>
                <a:lnTo>
                  <a:pt x="1035175" y="1285113"/>
                </a:lnTo>
                <a:lnTo>
                  <a:pt x="1076503" y="1348090"/>
                </a:lnTo>
                <a:lnTo>
                  <a:pt x="1092247" y="1348090"/>
                </a:lnTo>
                <a:lnTo>
                  <a:pt x="1092299" y="1348018"/>
                </a:lnTo>
                <a:lnTo>
                  <a:pt x="1092240" y="1348089"/>
                </a:lnTo>
                <a:lnTo>
                  <a:pt x="1078464" y="1348089"/>
                </a:lnTo>
                <a:lnTo>
                  <a:pt x="1037135" y="1285113"/>
                </a:lnTo>
                <a:close/>
                <a:moveTo>
                  <a:pt x="3038618" y="1263465"/>
                </a:moveTo>
                <a:lnTo>
                  <a:pt x="3042554" y="1271336"/>
                </a:lnTo>
                <a:lnTo>
                  <a:pt x="3038618" y="1277240"/>
                </a:lnTo>
                <a:lnTo>
                  <a:pt x="3026810" y="1277240"/>
                </a:lnTo>
                <a:lnTo>
                  <a:pt x="3026810" y="1271336"/>
                </a:lnTo>
                <a:close/>
                <a:moveTo>
                  <a:pt x="5313629" y="1239847"/>
                </a:moveTo>
                <a:lnTo>
                  <a:pt x="5313628" y="1239849"/>
                </a:lnTo>
                <a:lnTo>
                  <a:pt x="5329372" y="1255593"/>
                </a:lnTo>
                <a:lnTo>
                  <a:pt x="5325436" y="1275274"/>
                </a:lnTo>
                <a:lnTo>
                  <a:pt x="5313628" y="1287082"/>
                </a:lnTo>
                <a:lnTo>
                  <a:pt x="5313626" y="1287098"/>
                </a:lnTo>
                <a:lnTo>
                  <a:pt x="5313628" y="1287082"/>
                </a:lnTo>
                <a:lnTo>
                  <a:pt x="5325436" y="1275274"/>
                </a:lnTo>
                <a:lnTo>
                  <a:pt x="5329373" y="1255593"/>
                </a:lnTo>
                <a:lnTo>
                  <a:pt x="5313628" y="1239849"/>
                </a:lnTo>
                <a:close/>
                <a:moveTo>
                  <a:pt x="3119306" y="1192616"/>
                </a:moveTo>
                <a:lnTo>
                  <a:pt x="3125211" y="1200488"/>
                </a:lnTo>
                <a:lnTo>
                  <a:pt x="3129148" y="1216232"/>
                </a:lnTo>
                <a:lnTo>
                  <a:pt x="3121275" y="1216232"/>
                </a:lnTo>
                <a:lnTo>
                  <a:pt x="3111434" y="1204424"/>
                </a:lnTo>
                <a:close/>
                <a:moveTo>
                  <a:pt x="2723733" y="1151288"/>
                </a:moveTo>
                <a:lnTo>
                  <a:pt x="2725701" y="1170968"/>
                </a:lnTo>
                <a:lnTo>
                  <a:pt x="2719797" y="1186712"/>
                </a:lnTo>
                <a:lnTo>
                  <a:pt x="2715862" y="1202456"/>
                </a:lnTo>
                <a:lnTo>
                  <a:pt x="2702085" y="1190648"/>
                </a:lnTo>
                <a:lnTo>
                  <a:pt x="2702085" y="1163096"/>
                </a:lnTo>
                <a:lnTo>
                  <a:pt x="2709957" y="1157192"/>
                </a:lnTo>
                <a:close/>
                <a:moveTo>
                  <a:pt x="5836158" y="1144377"/>
                </a:moveTo>
                <a:lnTo>
                  <a:pt x="5809569" y="1172936"/>
                </a:lnTo>
                <a:lnTo>
                  <a:pt x="5792465" y="1199161"/>
                </a:lnTo>
                <a:lnTo>
                  <a:pt x="5811537" y="1172938"/>
                </a:lnTo>
                <a:close/>
                <a:moveTo>
                  <a:pt x="2652887" y="1117832"/>
                </a:moveTo>
                <a:lnTo>
                  <a:pt x="2650919" y="1131608"/>
                </a:lnTo>
                <a:lnTo>
                  <a:pt x="2623367" y="1155224"/>
                </a:lnTo>
                <a:lnTo>
                  <a:pt x="2603686" y="1157192"/>
                </a:lnTo>
                <a:lnTo>
                  <a:pt x="2607622" y="1131608"/>
                </a:lnTo>
                <a:lnTo>
                  <a:pt x="2623367" y="1119800"/>
                </a:lnTo>
                <a:close/>
                <a:moveTo>
                  <a:pt x="2747350" y="1094216"/>
                </a:moveTo>
                <a:lnTo>
                  <a:pt x="2763095" y="1094216"/>
                </a:lnTo>
                <a:lnTo>
                  <a:pt x="2768999" y="1102088"/>
                </a:lnTo>
                <a:lnTo>
                  <a:pt x="2763095" y="1117832"/>
                </a:lnTo>
                <a:lnTo>
                  <a:pt x="2751287" y="1107992"/>
                </a:lnTo>
                <a:close/>
                <a:moveTo>
                  <a:pt x="90528" y="1090281"/>
                </a:moveTo>
                <a:lnTo>
                  <a:pt x="110209" y="1092249"/>
                </a:lnTo>
                <a:lnTo>
                  <a:pt x="139729" y="1092249"/>
                </a:lnTo>
                <a:lnTo>
                  <a:pt x="167281" y="1107993"/>
                </a:lnTo>
                <a:lnTo>
                  <a:pt x="184993" y="1111929"/>
                </a:lnTo>
                <a:lnTo>
                  <a:pt x="181057" y="1119801"/>
                </a:lnTo>
                <a:lnTo>
                  <a:pt x="163345" y="1123737"/>
                </a:lnTo>
                <a:lnTo>
                  <a:pt x="151537" y="1127673"/>
                </a:lnTo>
                <a:lnTo>
                  <a:pt x="122017" y="1107993"/>
                </a:lnTo>
                <a:lnTo>
                  <a:pt x="94464" y="1115865"/>
                </a:lnTo>
                <a:lnTo>
                  <a:pt x="86592" y="1104057"/>
                </a:lnTo>
                <a:close/>
                <a:moveTo>
                  <a:pt x="2780807" y="1078472"/>
                </a:moveTo>
                <a:lnTo>
                  <a:pt x="2796551" y="1088312"/>
                </a:lnTo>
                <a:lnTo>
                  <a:pt x="2796551" y="1096184"/>
                </a:lnTo>
                <a:lnTo>
                  <a:pt x="2784743" y="1096184"/>
                </a:lnTo>
                <a:lnTo>
                  <a:pt x="2776871" y="1088312"/>
                </a:lnTo>
                <a:lnTo>
                  <a:pt x="2776871" y="1080440"/>
                </a:lnTo>
                <a:close/>
                <a:moveTo>
                  <a:pt x="5821049" y="1077161"/>
                </a:moveTo>
                <a:lnTo>
                  <a:pt x="5821377" y="1078471"/>
                </a:lnTo>
                <a:lnTo>
                  <a:pt x="5839089" y="1086343"/>
                </a:lnTo>
                <a:lnTo>
                  <a:pt x="5848702" y="1098360"/>
                </a:lnTo>
                <a:lnTo>
                  <a:pt x="5839089" y="1084377"/>
                </a:lnTo>
                <a:close/>
                <a:moveTo>
                  <a:pt x="2768999" y="1054854"/>
                </a:moveTo>
                <a:lnTo>
                  <a:pt x="2776871" y="1062725"/>
                </a:lnTo>
                <a:lnTo>
                  <a:pt x="2768999" y="1068629"/>
                </a:lnTo>
                <a:lnTo>
                  <a:pt x="2761127" y="1058790"/>
                </a:lnTo>
                <a:close/>
                <a:moveTo>
                  <a:pt x="5331340" y="1046983"/>
                </a:moveTo>
                <a:lnTo>
                  <a:pt x="5313628" y="1062728"/>
                </a:lnTo>
                <a:lnTo>
                  <a:pt x="5313628" y="1111928"/>
                </a:lnTo>
                <a:lnTo>
                  <a:pt x="5319532" y="1184745"/>
                </a:lnTo>
                <a:lnTo>
                  <a:pt x="5331340" y="1198521"/>
                </a:lnTo>
                <a:lnTo>
                  <a:pt x="5331340" y="1222137"/>
                </a:lnTo>
                <a:lnTo>
                  <a:pt x="5331337" y="1222139"/>
                </a:lnTo>
                <a:lnTo>
                  <a:pt x="5331341" y="1222137"/>
                </a:lnTo>
                <a:lnTo>
                  <a:pt x="5331341" y="1198521"/>
                </a:lnTo>
                <a:lnTo>
                  <a:pt x="5319532" y="1184745"/>
                </a:lnTo>
                <a:lnTo>
                  <a:pt x="5313628" y="1111928"/>
                </a:lnTo>
                <a:lnTo>
                  <a:pt x="5313628" y="1062728"/>
                </a:lnTo>
                <a:lnTo>
                  <a:pt x="5331341" y="1046984"/>
                </a:lnTo>
                <a:close/>
                <a:moveTo>
                  <a:pt x="5825313" y="1025335"/>
                </a:moveTo>
                <a:lnTo>
                  <a:pt x="5825313" y="1043047"/>
                </a:lnTo>
                <a:lnTo>
                  <a:pt x="5825309" y="1043056"/>
                </a:lnTo>
                <a:lnTo>
                  <a:pt x="5825313" y="1043048"/>
                </a:lnTo>
                <a:lnTo>
                  <a:pt x="5825313" y="1025336"/>
                </a:lnTo>
                <a:close/>
                <a:moveTo>
                  <a:pt x="5813508" y="1001713"/>
                </a:moveTo>
                <a:lnTo>
                  <a:pt x="5813505" y="1001718"/>
                </a:lnTo>
                <a:lnTo>
                  <a:pt x="5813505" y="1001719"/>
                </a:lnTo>
                <a:close/>
                <a:moveTo>
                  <a:pt x="5806249" y="978632"/>
                </a:moveTo>
                <a:lnTo>
                  <a:pt x="5805633" y="980070"/>
                </a:lnTo>
                <a:lnTo>
                  <a:pt x="5814103" y="985364"/>
                </a:lnTo>
                <a:close/>
                <a:moveTo>
                  <a:pt x="2544645" y="938742"/>
                </a:moveTo>
                <a:lnTo>
                  <a:pt x="2556453" y="938742"/>
                </a:lnTo>
                <a:lnTo>
                  <a:pt x="2560389" y="960390"/>
                </a:lnTo>
                <a:lnTo>
                  <a:pt x="2574165" y="976134"/>
                </a:lnTo>
                <a:lnTo>
                  <a:pt x="2582037" y="972198"/>
                </a:lnTo>
                <a:lnTo>
                  <a:pt x="2609590" y="980070"/>
                </a:lnTo>
                <a:lnTo>
                  <a:pt x="2621397" y="995814"/>
                </a:lnTo>
                <a:lnTo>
                  <a:pt x="2654854" y="1009590"/>
                </a:lnTo>
                <a:lnTo>
                  <a:pt x="2658790" y="1033206"/>
                </a:lnTo>
                <a:lnTo>
                  <a:pt x="2654854" y="1056823"/>
                </a:lnTo>
                <a:lnTo>
                  <a:pt x="2686342" y="1060759"/>
                </a:lnTo>
                <a:lnTo>
                  <a:pt x="2690279" y="1066663"/>
                </a:lnTo>
                <a:lnTo>
                  <a:pt x="2686342" y="1086343"/>
                </a:lnTo>
                <a:lnTo>
                  <a:pt x="2654854" y="1082407"/>
                </a:lnTo>
                <a:lnTo>
                  <a:pt x="2639110" y="1074535"/>
                </a:lnTo>
                <a:lnTo>
                  <a:pt x="2635174" y="1062727"/>
                </a:lnTo>
                <a:lnTo>
                  <a:pt x="2627302" y="1052887"/>
                </a:lnTo>
                <a:lnTo>
                  <a:pt x="2613526" y="1056823"/>
                </a:lnTo>
                <a:lnTo>
                  <a:pt x="2601717" y="1074535"/>
                </a:lnTo>
                <a:lnTo>
                  <a:pt x="2585973" y="1078471"/>
                </a:lnTo>
                <a:lnTo>
                  <a:pt x="2568261" y="1106023"/>
                </a:lnTo>
                <a:lnTo>
                  <a:pt x="2552516" y="1113895"/>
                </a:lnTo>
                <a:lnTo>
                  <a:pt x="2548580" y="1078471"/>
                </a:lnTo>
                <a:lnTo>
                  <a:pt x="2513156" y="1074535"/>
                </a:lnTo>
                <a:lnTo>
                  <a:pt x="2511188" y="1066663"/>
                </a:lnTo>
                <a:lnTo>
                  <a:pt x="2536772" y="1013526"/>
                </a:lnTo>
                <a:lnTo>
                  <a:pt x="2536772" y="960390"/>
                </a:lnTo>
                <a:lnTo>
                  <a:pt x="2540708" y="946614"/>
                </a:lnTo>
                <a:close/>
                <a:moveTo>
                  <a:pt x="2570230" y="919062"/>
                </a:moveTo>
                <a:lnTo>
                  <a:pt x="2578102" y="926934"/>
                </a:lnTo>
                <a:lnTo>
                  <a:pt x="2580070" y="944646"/>
                </a:lnTo>
                <a:lnTo>
                  <a:pt x="2570230" y="944646"/>
                </a:lnTo>
                <a:lnTo>
                  <a:pt x="2566293" y="926934"/>
                </a:lnTo>
                <a:close/>
                <a:moveTo>
                  <a:pt x="2589909" y="915126"/>
                </a:moveTo>
                <a:lnTo>
                  <a:pt x="2595814" y="922998"/>
                </a:lnTo>
                <a:lnTo>
                  <a:pt x="2603686" y="930870"/>
                </a:lnTo>
                <a:lnTo>
                  <a:pt x="2607621" y="938742"/>
                </a:lnTo>
                <a:lnTo>
                  <a:pt x="2595814" y="938742"/>
                </a:lnTo>
                <a:lnTo>
                  <a:pt x="2584006" y="922998"/>
                </a:lnTo>
                <a:close/>
                <a:moveTo>
                  <a:pt x="5813505" y="895447"/>
                </a:moveTo>
                <a:lnTo>
                  <a:pt x="5813504" y="895451"/>
                </a:lnTo>
                <a:lnTo>
                  <a:pt x="5813505" y="895447"/>
                </a:lnTo>
                <a:close/>
                <a:moveTo>
                  <a:pt x="5384480" y="895445"/>
                </a:moveTo>
                <a:lnTo>
                  <a:pt x="5384476" y="895446"/>
                </a:lnTo>
                <a:lnTo>
                  <a:pt x="5372668" y="911190"/>
                </a:lnTo>
                <a:lnTo>
                  <a:pt x="5384476" y="930870"/>
                </a:lnTo>
                <a:lnTo>
                  <a:pt x="5376604" y="984007"/>
                </a:lnTo>
                <a:lnTo>
                  <a:pt x="5358892" y="1009591"/>
                </a:lnTo>
                <a:lnTo>
                  <a:pt x="5372668" y="1037143"/>
                </a:lnTo>
                <a:lnTo>
                  <a:pt x="5358892" y="1050920"/>
                </a:lnTo>
                <a:lnTo>
                  <a:pt x="5358893" y="1050920"/>
                </a:lnTo>
                <a:lnTo>
                  <a:pt x="5372669" y="1037143"/>
                </a:lnTo>
                <a:lnTo>
                  <a:pt x="5358893" y="1009591"/>
                </a:lnTo>
                <a:lnTo>
                  <a:pt x="5376605" y="984007"/>
                </a:lnTo>
                <a:lnTo>
                  <a:pt x="5384477" y="930870"/>
                </a:lnTo>
                <a:lnTo>
                  <a:pt x="5372669" y="911190"/>
                </a:lnTo>
                <a:lnTo>
                  <a:pt x="5384477" y="895446"/>
                </a:lnTo>
                <a:close/>
                <a:moveTo>
                  <a:pt x="4514613" y="879703"/>
                </a:moveTo>
                <a:lnTo>
                  <a:pt x="4536261" y="879703"/>
                </a:lnTo>
                <a:lnTo>
                  <a:pt x="4540197" y="891511"/>
                </a:lnTo>
                <a:lnTo>
                  <a:pt x="4559877" y="891511"/>
                </a:lnTo>
                <a:lnTo>
                  <a:pt x="4567749" y="887575"/>
                </a:lnTo>
                <a:lnTo>
                  <a:pt x="4571686" y="895447"/>
                </a:lnTo>
                <a:lnTo>
                  <a:pt x="4559877" y="903319"/>
                </a:lnTo>
                <a:lnTo>
                  <a:pt x="4563813" y="913159"/>
                </a:lnTo>
                <a:lnTo>
                  <a:pt x="4563813" y="936775"/>
                </a:lnTo>
                <a:lnTo>
                  <a:pt x="4571686" y="936775"/>
                </a:lnTo>
                <a:lnTo>
                  <a:pt x="4577590" y="948584"/>
                </a:lnTo>
                <a:lnTo>
                  <a:pt x="4589398" y="948584"/>
                </a:lnTo>
                <a:lnTo>
                  <a:pt x="4597270" y="970232"/>
                </a:lnTo>
                <a:lnTo>
                  <a:pt x="4581526" y="1001720"/>
                </a:lnTo>
                <a:lnTo>
                  <a:pt x="4559877" y="1017464"/>
                </a:lnTo>
                <a:lnTo>
                  <a:pt x="4552005" y="1035176"/>
                </a:lnTo>
                <a:lnTo>
                  <a:pt x="4524453" y="1039112"/>
                </a:lnTo>
                <a:lnTo>
                  <a:pt x="4506741" y="1058793"/>
                </a:lnTo>
                <a:lnTo>
                  <a:pt x="4487061" y="1062729"/>
                </a:lnTo>
                <a:lnTo>
                  <a:pt x="4465412" y="1086345"/>
                </a:lnTo>
                <a:lnTo>
                  <a:pt x="4412276" y="1090281"/>
                </a:lnTo>
                <a:lnTo>
                  <a:pt x="4380788" y="1066665"/>
                </a:lnTo>
                <a:lnTo>
                  <a:pt x="4351267" y="1062729"/>
                </a:lnTo>
                <a:lnTo>
                  <a:pt x="4335523" y="1054857"/>
                </a:lnTo>
                <a:lnTo>
                  <a:pt x="4335523" y="1043048"/>
                </a:lnTo>
                <a:lnTo>
                  <a:pt x="4359139" y="1043048"/>
                </a:lnTo>
                <a:lnTo>
                  <a:pt x="4359139" y="1029272"/>
                </a:lnTo>
                <a:lnTo>
                  <a:pt x="4347331" y="1013528"/>
                </a:lnTo>
                <a:lnTo>
                  <a:pt x="4347331" y="1001720"/>
                </a:lnTo>
                <a:lnTo>
                  <a:pt x="4335523" y="997784"/>
                </a:lnTo>
                <a:lnTo>
                  <a:pt x="4302067" y="1001720"/>
                </a:lnTo>
                <a:lnTo>
                  <a:pt x="4306003" y="989912"/>
                </a:lnTo>
                <a:lnTo>
                  <a:pt x="4321747" y="985976"/>
                </a:lnTo>
                <a:lnTo>
                  <a:pt x="4343395" y="982040"/>
                </a:lnTo>
                <a:lnTo>
                  <a:pt x="4363075" y="985976"/>
                </a:lnTo>
                <a:lnTo>
                  <a:pt x="4367012" y="978104"/>
                </a:lnTo>
                <a:lnTo>
                  <a:pt x="4339459" y="966296"/>
                </a:lnTo>
                <a:lnTo>
                  <a:pt x="4351267" y="960392"/>
                </a:lnTo>
                <a:lnTo>
                  <a:pt x="4347331" y="948584"/>
                </a:lnTo>
                <a:lnTo>
                  <a:pt x="4309939" y="948584"/>
                </a:lnTo>
                <a:lnTo>
                  <a:pt x="4290259" y="952520"/>
                </a:lnTo>
                <a:lnTo>
                  <a:pt x="4286323" y="940711"/>
                </a:lnTo>
                <a:lnTo>
                  <a:pt x="4313875" y="909223"/>
                </a:lnTo>
                <a:lnTo>
                  <a:pt x="4321747" y="913159"/>
                </a:lnTo>
                <a:lnTo>
                  <a:pt x="4323715" y="921031"/>
                </a:lnTo>
                <a:lnTo>
                  <a:pt x="4339459" y="917095"/>
                </a:lnTo>
                <a:lnTo>
                  <a:pt x="4327651" y="903319"/>
                </a:lnTo>
                <a:lnTo>
                  <a:pt x="4321747" y="883639"/>
                </a:lnTo>
                <a:lnTo>
                  <a:pt x="4339459" y="883639"/>
                </a:lnTo>
                <a:lnTo>
                  <a:pt x="4367012" y="907255"/>
                </a:lnTo>
                <a:lnTo>
                  <a:pt x="4363075" y="928903"/>
                </a:lnTo>
                <a:lnTo>
                  <a:pt x="4370948" y="952520"/>
                </a:lnTo>
                <a:lnTo>
                  <a:pt x="4380788" y="960392"/>
                </a:lnTo>
                <a:lnTo>
                  <a:pt x="4384724" y="952520"/>
                </a:lnTo>
                <a:lnTo>
                  <a:pt x="4380788" y="944647"/>
                </a:lnTo>
                <a:lnTo>
                  <a:pt x="4400468" y="940711"/>
                </a:lnTo>
                <a:lnTo>
                  <a:pt x="4404404" y="932839"/>
                </a:lnTo>
                <a:lnTo>
                  <a:pt x="4392596" y="921031"/>
                </a:lnTo>
                <a:lnTo>
                  <a:pt x="4400468" y="917095"/>
                </a:lnTo>
                <a:lnTo>
                  <a:pt x="4412276" y="917095"/>
                </a:lnTo>
                <a:lnTo>
                  <a:pt x="4424084" y="932839"/>
                </a:lnTo>
                <a:lnTo>
                  <a:pt x="4424084" y="913159"/>
                </a:lnTo>
                <a:lnTo>
                  <a:pt x="4445732" y="909223"/>
                </a:lnTo>
                <a:lnTo>
                  <a:pt x="4457540" y="924967"/>
                </a:lnTo>
                <a:lnTo>
                  <a:pt x="4465412" y="921031"/>
                </a:lnTo>
                <a:lnTo>
                  <a:pt x="4461476" y="909223"/>
                </a:lnTo>
                <a:lnTo>
                  <a:pt x="4475253" y="907255"/>
                </a:lnTo>
                <a:lnTo>
                  <a:pt x="4490997" y="913159"/>
                </a:lnTo>
                <a:lnTo>
                  <a:pt x="4514613" y="907255"/>
                </a:lnTo>
                <a:close/>
                <a:moveTo>
                  <a:pt x="356214" y="879702"/>
                </a:moveTo>
                <a:lnTo>
                  <a:pt x="368022" y="879702"/>
                </a:lnTo>
                <a:lnTo>
                  <a:pt x="368022" y="883638"/>
                </a:lnTo>
                <a:lnTo>
                  <a:pt x="371958" y="891510"/>
                </a:lnTo>
                <a:lnTo>
                  <a:pt x="368022" y="899382"/>
                </a:lnTo>
                <a:close/>
                <a:moveTo>
                  <a:pt x="5628511" y="836405"/>
                </a:moveTo>
                <a:lnTo>
                  <a:pt x="5628511" y="836406"/>
                </a:lnTo>
                <a:lnTo>
                  <a:pt x="5628521" y="836411"/>
                </a:lnTo>
                <a:close/>
                <a:moveTo>
                  <a:pt x="2855595" y="816725"/>
                </a:moveTo>
                <a:lnTo>
                  <a:pt x="2871339" y="816725"/>
                </a:lnTo>
                <a:lnTo>
                  <a:pt x="2883146" y="826564"/>
                </a:lnTo>
                <a:lnTo>
                  <a:pt x="2867402" y="826564"/>
                </a:lnTo>
                <a:lnTo>
                  <a:pt x="2855595" y="820660"/>
                </a:lnTo>
                <a:close/>
                <a:moveTo>
                  <a:pt x="2522996" y="816725"/>
                </a:moveTo>
                <a:lnTo>
                  <a:pt x="2530869" y="820660"/>
                </a:lnTo>
                <a:lnTo>
                  <a:pt x="2517092" y="826564"/>
                </a:lnTo>
                <a:lnTo>
                  <a:pt x="2511188" y="822628"/>
                </a:lnTo>
                <a:lnTo>
                  <a:pt x="2513157" y="820660"/>
                </a:lnTo>
                <a:close/>
                <a:moveTo>
                  <a:pt x="5457295" y="808853"/>
                </a:moveTo>
                <a:lnTo>
                  <a:pt x="5457293" y="808853"/>
                </a:lnTo>
                <a:lnTo>
                  <a:pt x="5449421" y="820661"/>
                </a:lnTo>
                <a:lnTo>
                  <a:pt x="5425805" y="840342"/>
                </a:lnTo>
                <a:lnTo>
                  <a:pt x="5433677" y="844278"/>
                </a:lnTo>
                <a:lnTo>
                  <a:pt x="5433677" y="858054"/>
                </a:lnTo>
                <a:lnTo>
                  <a:pt x="5433665" y="858065"/>
                </a:lnTo>
                <a:lnTo>
                  <a:pt x="5433677" y="858054"/>
                </a:lnTo>
                <a:lnTo>
                  <a:pt x="5433677" y="842310"/>
                </a:lnTo>
                <a:lnTo>
                  <a:pt x="5425805" y="840342"/>
                </a:lnTo>
                <a:lnTo>
                  <a:pt x="5449422" y="820661"/>
                </a:lnTo>
                <a:lnTo>
                  <a:pt x="5457294" y="808853"/>
                </a:lnTo>
                <a:close/>
                <a:moveTo>
                  <a:pt x="2808362" y="804917"/>
                </a:moveTo>
                <a:lnTo>
                  <a:pt x="2837882" y="808853"/>
                </a:lnTo>
                <a:lnTo>
                  <a:pt x="2837882" y="824597"/>
                </a:lnTo>
                <a:lnTo>
                  <a:pt x="2841819" y="830501"/>
                </a:lnTo>
                <a:lnTo>
                  <a:pt x="2841819" y="838373"/>
                </a:lnTo>
                <a:lnTo>
                  <a:pt x="2816234" y="850181"/>
                </a:lnTo>
                <a:lnTo>
                  <a:pt x="2792618" y="854117"/>
                </a:lnTo>
                <a:lnTo>
                  <a:pt x="2784745" y="846245"/>
                </a:lnTo>
                <a:lnTo>
                  <a:pt x="2780809" y="824597"/>
                </a:lnTo>
                <a:close/>
                <a:moveTo>
                  <a:pt x="5352988" y="800981"/>
                </a:moveTo>
                <a:lnTo>
                  <a:pt x="5360860" y="800981"/>
                </a:lnTo>
                <a:lnTo>
                  <a:pt x="5360860" y="804917"/>
                </a:lnTo>
                <a:lnTo>
                  <a:pt x="5352988" y="812789"/>
                </a:lnTo>
                <a:lnTo>
                  <a:pt x="5341180" y="814757"/>
                </a:lnTo>
                <a:lnTo>
                  <a:pt x="5331340" y="822629"/>
                </a:lnTo>
                <a:lnTo>
                  <a:pt x="5335276" y="812789"/>
                </a:lnTo>
                <a:close/>
                <a:moveTo>
                  <a:pt x="1993600" y="795078"/>
                </a:moveTo>
                <a:lnTo>
                  <a:pt x="2013280" y="795078"/>
                </a:lnTo>
                <a:lnTo>
                  <a:pt x="2017216" y="797046"/>
                </a:lnTo>
                <a:lnTo>
                  <a:pt x="2009344" y="800981"/>
                </a:lnTo>
                <a:lnTo>
                  <a:pt x="1997536" y="797046"/>
                </a:lnTo>
                <a:close/>
                <a:moveTo>
                  <a:pt x="5384477" y="795077"/>
                </a:moveTo>
                <a:lnTo>
                  <a:pt x="5392349" y="795077"/>
                </a:lnTo>
                <a:lnTo>
                  <a:pt x="5392349" y="797045"/>
                </a:lnTo>
                <a:lnTo>
                  <a:pt x="5380541" y="800981"/>
                </a:lnTo>
                <a:lnTo>
                  <a:pt x="5376605" y="797045"/>
                </a:lnTo>
                <a:close/>
                <a:moveTo>
                  <a:pt x="2729642" y="789172"/>
                </a:moveTo>
                <a:lnTo>
                  <a:pt x="2739483" y="789172"/>
                </a:lnTo>
                <a:lnTo>
                  <a:pt x="2739483" y="800980"/>
                </a:lnTo>
                <a:lnTo>
                  <a:pt x="2729642" y="797044"/>
                </a:lnTo>
                <a:close/>
                <a:moveTo>
                  <a:pt x="2841817" y="785236"/>
                </a:moveTo>
                <a:lnTo>
                  <a:pt x="2837882" y="797044"/>
                </a:lnTo>
                <a:lnTo>
                  <a:pt x="2830009" y="797044"/>
                </a:lnTo>
                <a:lnTo>
                  <a:pt x="2830009" y="789172"/>
                </a:lnTo>
                <a:close/>
                <a:moveTo>
                  <a:pt x="5486813" y="783269"/>
                </a:moveTo>
                <a:lnTo>
                  <a:pt x="5486809" y="783280"/>
                </a:lnTo>
                <a:lnTo>
                  <a:pt x="5486814" y="783269"/>
                </a:lnTo>
                <a:close/>
                <a:moveTo>
                  <a:pt x="2086097" y="781301"/>
                </a:moveTo>
                <a:lnTo>
                  <a:pt x="2095938" y="781301"/>
                </a:lnTo>
                <a:lnTo>
                  <a:pt x="2095938" y="785237"/>
                </a:lnTo>
                <a:lnTo>
                  <a:pt x="2086097" y="795076"/>
                </a:lnTo>
                <a:lnTo>
                  <a:pt x="2078225" y="791140"/>
                </a:lnTo>
                <a:lnTo>
                  <a:pt x="2078225" y="785237"/>
                </a:lnTo>
                <a:close/>
                <a:moveTo>
                  <a:pt x="5768258" y="779311"/>
                </a:moveTo>
                <a:lnTo>
                  <a:pt x="5768240" y="779332"/>
                </a:lnTo>
                <a:lnTo>
                  <a:pt x="5768240" y="795077"/>
                </a:lnTo>
                <a:lnTo>
                  <a:pt x="5781022" y="799993"/>
                </a:lnTo>
                <a:lnTo>
                  <a:pt x="5768241" y="793110"/>
                </a:lnTo>
                <a:lnTo>
                  <a:pt x="5768241" y="779334"/>
                </a:lnTo>
                <a:close/>
                <a:moveTo>
                  <a:pt x="1968017" y="777365"/>
                </a:moveTo>
                <a:lnTo>
                  <a:pt x="1975889" y="781301"/>
                </a:lnTo>
                <a:lnTo>
                  <a:pt x="1975889" y="789173"/>
                </a:lnTo>
                <a:lnTo>
                  <a:pt x="1960144" y="793109"/>
                </a:lnTo>
                <a:lnTo>
                  <a:pt x="1948336" y="804917"/>
                </a:lnTo>
                <a:lnTo>
                  <a:pt x="1918816" y="804917"/>
                </a:lnTo>
                <a:lnTo>
                  <a:pt x="1899136" y="800981"/>
                </a:lnTo>
                <a:lnTo>
                  <a:pt x="1910943" y="785237"/>
                </a:lnTo>
                <a:lnTo>
                  <a:pt x="1940464" y="785237"/>
                </a:lnTo>
                <a:close/>
                <a:moveTo>
                  <a:pt x="5410061" y="773429"/>
                </a:moveTo>
                <a:lnTo>
                  <a:pt x="5417933" y="777365"/>
                </a:lnTo>
                <a:lnTo>
                  <a:pt x="5429741" y="773429"/>
                </a:lnTo>
                <a:lnTo>
                  <a:pt x="5437613" y="777365"/>
                </a:lnTo>
                <a:lnTo>
                  <a:pt x="5425805" y="785237"/>
                </a:lnTo>
                <a:lnTo>
                  <a:pt x="5417933" y="797045"/>
                </a:lnTo>
                <a:lnTo>
                  <a:pt x="5406125" y="800981"/>
                </a:lnTo>
                <a:lnTo>
                  <a:pt x="5402189" y="797045"/>
                </a:lnTo>
                <a:lnTo>
                  <a:pt x="5406125" y="785237"/>
                </a:lnTo>
                <a:close/>
                <a:moveTo>
                  <a:pt x="5380541" y="773429"/>
                </a:moveTo>
                <a:lnTo>
                  <a:pt x="5394317" y="773429"/>
                </a:lnTo>
                <a:lnTo>
                  <a:pt x="5394317" y="781301"/>
                </a:lnTo>
                <a:lnTo>
                  <a:pt x="5380541" y="781301"/>
                </a:lnTo>
                <a:lnTo>
                  <a:pt x="5376605" y="777365"/>
                </a:lnTo>
                <a:close/>
                <a:moveTo>
                  <a:pt x="2133331" y="773429"/>
                </a:moveTo>
                <a:lnTo>
                  <a:pt x="2133331" y="781301"/>
                </a:lnTo>
                <a:lnTo>
                  <a:pt x="2125458" y="785237"/>
                </a:lnTo>
                <a:lnTo>
                  <a:pt x="2119554" y="781301"/>
                </a:lnTo>
                <a:lnTo>
                  <a:pt x="2125458" y="777365"/>
                </a:lnTo>
                <a:close/>
                <a:moveTo>
                  <a:pt x="5650159" y="771461"/>
                </a:moveTo>
                <a:lnTo>
                  <a:pt x="5631136" y="779070"/>
                </a:lnTo>
                <a:lnTo>
                  <a:pt x="5632447" y="779332"/>
                </a:lnTo>
                <a:lnTo>
                  <a:pt x="5652126" y="771461"/>
                </a:lnTo>
                <a:close/>
                <a:moveTo>
                  <a:pt x="5707230" y="759654"/>
                </a:moveTo>
                <a:lnTo>
                  <a:pt x="5683615" y="779332"/>
                </a:lnTo>
                <a:lnTo>
                  <a:pt x="5685584" y="779332"/>
                </a:lnTo>
                <a:close/>
                <a:moveTo>
                  <a:pt x="5539950" y="759653"/>
                </a:moveTo>
                <a:lnTo>
                  <a:pt x="5532078" y="783269"/>
                </a:lnTo>
                <a:lnTo>
                  <a:pt x="5516334" y="787205"/>
                </a:lnTo>
                <a:lnTo>
                  <a:pt x="5532078" y="783269"/>
                </a:lnTo>
                <a:lnTo>
                  <a:pt x="5539950" y="759653"/>
                </a:lnTo>
                <a:close/>
                <a:moveTo>
                  <a:pt x="5555694" y="759653"/>
                </a:moveTo>
                <a:lnTo>
                  <a:pt x="5555694" y="759653"/>
                </a:lnTo>
                <a:lnTo>
                  <a:pt x="5555694" y="759653"/>
                </a:lnTo>
                <a:lnTo>
                  <a:pt x="5559630" y="775397"/>
                </a:lnTo>
                <a:lnTo>
                  <a:pt x="5581279" y="787205"/>
                </a:lnTo>
                <a:lnTo>
                  <a:pt x="5600959" y="787205"/>
                </a:lnTo>
                <a:lnTo>
                  <a:pt x="5638351" y="812789"/>
                </a:lnTo>
                <a:lnTo>
                  <a:pt x="5628516" y="836395"/>
                </a:lnTo>
                <a:lnTo>
                  <a:pt x="5640319" y="812789"/>
                </a:lnTo>
                <a:lnTo>
                  <a:pt x="5602927" y="787204"/>
                </a:lnTo>
                <a:lnTo>
                  <a:pt x="5583247" y="787204"/>
                </a:lnTo>
                <a:lnTo>
                  <a:pt x="5559630" y="775396"/>
                </a:lnTo>
                <a:close/>
                <a:moveTo>
                  <a:pt x="5421869" y="755717"/>
                </a:moveTo>
                <a:lnTo>
                  <a:pt x="5429741" y="755717"/>
                </a:lnTo>
                <a:lnTo>
                  <a:pt x="5413997" y="765557"/>
                </a:lnTo>
                <a:lnTo>
                  <a:pt x="5406125" y="769493"/>
                </a:lnTo>
                <a:lnTo>
                  <a:pt x="5398253" y="765557"/>
                </a:lnTo>
                <a:lnTo>
                  <a:pt x="5402189" y="763589"/>
                </a:lnTo>
                <a:close/>
                <a:moveTo>
                  <a:pt x="2739481" y="755716"/>
                </a:moveTo>
                <a:lnTo>
                  <a:pt x="2751289" y="755716"/>
                </a:lnTo>
                <a:lnTo>
                  <a:pt x="2751289" y="767524"/>
                </a:lnTo>
                <a:lnTo>
                  <a:pt x="2731608" y="777364"/>
                </a:lnTo>
                <a:lnTo>
                  <a:pt x="2711928" y="777364"/>
                </a:lnTo>
                <a:lnTo>
                  <a:pt x="2711928" y="773428"/>
                </a:lnTo>
                <a:lnTo>
                  <a:pt x="2727672" y="767524"/>
                </a:lnTo>
                <a:lnTo>
                  <a:pt x="2727672" y="759652"/>
                </a:lnTo>
                <a:close/>
                <a:moveTo>
                  <a:pt x="2780810" y="751780"/>
                </a:moveTo>
                <a:lnTo>
                  <a:pt x="2788682" y="751780"/>
                </a:lnTo>
                <a:lnTo>
                  <a:pt x="2792618" y="755716"/>
                </a:lnTo>
                <a:lnTo>
                  <a:pt x="2780810" y="767524"/>
                </a:lnTo>
                <a:lnTo>
                  <a:pt x="2776874" y="755716"/>
                </a:lnTo>
                <a:close/>
                <a:moveTo>
                  <a:pt x="5799995" y="750450"/>
                </a:moveTo>
                <a:lnTo>
                  <a:pt x="5787921" y="754979"/>
                </a:lnTo>
                <a:lnTo>
                  <a:pt x="5787921" y="755156"/>
                </a:lnTo>
                <a:lnTo>
                  <a:pt x="5799729" y="751782"/>
                </a:lnTo>
                <a:close/>
                <a:moveTo>
                  <a:pt x="5463197" y="743909"/>
                </a:moveTo>
                <a:lnTo>
                  <a:pt x="5475005" y="747845"/>
                </a:lnTo>
                <a:lnTo>
                  <a:pt x="5463197" y="755717"/>
                </a:lnTo>
                <a:lnTo>
                  <a:pt x="5459261" y="763589"/>
                </a:lnTo>
                <a:lnTo>
                  <a:pt x="5447453" y="763589"/>
                </a:lnTo>
                <a:lnTo>
                  <a:pt x="5439581" y="763589"/>
                </a:lnTo>
                <a:lnTo>
                  <a:pt x="5443517" y="751781"/>
                </a:lnTo>
                <a:close/>
                <a:moveTo>
                  <a:pt x="6350774" y="741941"/>
                </a:moveTo>
                <a:lnTo>
                  <a:pt x="6362582" y="753749"/>
                </a:lnTo>
                <a:lnTo>
                  <a:pt x="6382262" y="757685"/>
                </a:lnTo>
                <a:lnTo>
                  <a:pt x="6380294" y="771461"/>
                </a:lnTo>
                <a:lnTo>
                  <a:pt x="6352742" y="779333"/>
                </a:lnTo>
                <a:lnTo>
                  <a:pt x="6317317" y="775397"/>
                </a:lnTo>
                <a:lnTo>
                  <a:pt x="6319285" y="763589"/>
                </a:lnTo>
                <a:lnTo>
                  <a:pt x="6325189" y="743909"/>
                </a:lnTo>
                <a:close/>
                <a:moveTo>
                  <a:pt x="2759162" y="736036"/>
                </a:moveTo>
                <a:lnTo>
                  <a:pt x="2765067" y="736036"/>
                </a:lnTo>
                <a:lnTo>
                  <a:pt x="2743418" y="747844"/>
                </a:lnTo>
                <a:lnTo>
                  <a:pt x="2735545" y="747844"/>
                </a:lnTo>
                <a:lnTo>
                  <a:pt x="2735545" y="743908"/>
                </a:lnTo>
                <a:close/>
                <a:moveTo>
                  <a:pt x="2719801" y="736036"/>
                </a:moveTo>
                <a:lnTo>
                  <a:pt x="2719801" y="739972"/>
                </a:lnTo>
                <a:lnTo>
                  <a:pt x="2702089" y="747844"/>
                </a:lnTo>
                <a:lnTo>
                  <a:pt x="2696185" y="743908"/>
                </a:lnTo>
                <a:lnTo>
                  <a:pt x="2698153" y="739972"/>
                </a:lnTo>
                <a:close/>
                <a:moveTo>
                  <a:pt x="2200244" y="732101"/>
                </a:moveTo>
                <a:lnTo>
                  <a:pt x="2210085" y="736037"/>
                </a:lnTo>
                <a:lnTo>
                  <a:pt x="2225829" y="743909"/>
                </a:lnTo>
                <a:lnTo>
                  <a:pt x="2233701" y="751781"/>
                </a:lnTo>
                <a:lnTo>
                  <a:pt x="2239606" y="755717"/>
                </a:lnTo>
                <a:lnTo>
                  <a:pt x="2243542" y="759653"/>
                </a:lnTo>
                <a:lnTo>
                  <a:pt x="2271094" y="779333"/>
                </a:lnTo>
                <a:lnTo>
                  <a:pt x="2259286" y="787205"/>
                </a:lnTo>
                <a:lnTo>
                  <a:pt x="2239606" y="795077"/>
                </a:lnTo>
                <a:lnTo>
                  <a:pt x="2229765" y="795077"/>
                </a:lnTo>
                <a:lnTo>
                  <a:pt x="2206149" y="783269"/>
                </a:lnTo>
                <a:lnTo>
                  <a:pt x="2176628" y="779333"/>
                </a:lnTo>
                <a:lnTo>
                  <a:pt x="2158916" y="779333"/>
                </a:lnTo>
                <a:lnTo>
                  <a:pt x="2151044" y="767525"/>
                </a:lnTo>
                <a:lnTo>
                  <a:pt x="2188436" y="755717"/>
                </a:lnTo>
                <a:lnTo>
                  <a:pt x="2188436" y="739973"/>
                </a:lnTo>
                <a:close/>
                <a:moveTo>
                  <a:pt x="5707232" y="730132"/>
                </a:moveTo>
                <a:lnTo>
                  <a:pt x="5707231" y="730133"/>
                </a:lnTo>
                <a:lnTo>
                  <a:pt x="5707231" y="759653"/>
                </a:lnTo>
                <a:lnTo>
                  <a:pt x="5707232" y="759652"/>
                </a:lnTo>
                <a:close/>
                <a:moveTo>
                  <a:pt x="5490750" y="728165"/>
                </a:moveTo>
                <a:lnTo>
                  <a:pt x="5500590" y="728165"/>
                </a:lnTo>
                <a:lnTo>
                  <a:pt x="5500590" y="736037"/>
                </a:lnTo>
                <a:lnTo>
                  <a:pt x="5490750" y="743909"/>
                </a:lnTo>
                <a:lnTo>
                  <a:pt x="5471070" y="739973"/>
                </a:lnTo>
                <a:lnTo>
                  <a:pt x="5478942" y="732101"/>
                </a:lnTo>
                <a:close/>
                <a:moveTo>
                  <a:pt x="5500590" y="718324"/>
                </a:moveTo>
                <a:lnTo>
                  <a:pt x="5516334" y="718324"/>
                </a:lnTo>
                <a:lnTo>
                  <a:pt x="5520270" y="724228"/>
                </a:lnTo>
                <a:lnTo>
                  <a:pt x="5496654" y="724228"/>
                </a:lnTo>
                <a:lnTo>
                  <a:pt x="5496654" y="722260"/>
                </a:lnTo>
                <a:close/>
                <a:moveTo>
                  <a:pt x="5760278" y="716363"/>
                </a:moveTo>
                <a:lnTo>
                  <a:pt x="5732815" y="718324"/>
                </a:lnTo>
                <a:lnTo>
                  <a:pt x="5707249" y="730125"/>
                </a:lnTo>
                <a:lnTo>
                  <a:pt x="5734784" y="718324"/>
                </a:lnTo>
                <a:close/>
                <a:moveTo>
                  <a:pt x="9745603" y="708485"/>
                </a:moveTo>
                <a:lnTo>
                  <a:pt x="9771187" y="718325"/>
                </a:lnTo>
                <a:lnTo>
                  <a:pt x="9771187" y="724229"/>
                </a:lnTo>
                <a:lnTo>
                  <a:pt x="9765283" y="730133"/>
                </a:lnTo>
                <a:lnTo>
                  <a:pt x="9749539" y="728165"/>
                </a:lnTo>
                <a:lnTo>
                  <a:pt x="9727891" y="720293"/>
                </a:lnTo>
                <a:lnTo>
                  <a:pt x="9735763" y="712421"/>
                </a:lnTo>
                <a:close/>
                <a:moveTo>
                  <a:pt x="5500590" y="706516"/>
                </a:moveTo>
                <a:lnTo>
                  <a:pt x="5516334" y="706516"/>
                </a:lnTo>
                <a:lnTo>
                  <a:pt x="5516334" y="710452"/>
                </a:lnTo>
                <a:lnTo>
                  <a:pt x="5500590" y="710452"/>
                </a:lnTo>
                <a:close/>
                <a:moveTo>
                  <a:pt x="6634168" y="704549"/>
                </a:moveTo>
                <a:lnTo>
                  <a:pt x="6661720" y="718325"/>
                </a:lnTo>
                <a:lnTo>
                  <a:pt x="6661720" y="728165"/>
                </a:lnTo>
                <a:lnTo>
                  <a:pt x="6651880" y="728165"/>
                </a:lnTo>
                <a:lnTo>
                  <a:pt x="6628264" y="718325"/>
                </a:lnTo>
                <a:lnTo>
                  <a:pt x="6620392" y="706517"/>
                </a:lnTo>
                <a:close/>
                <a:moveTo>
                  <a:pt x="5555694" y="704548"/>
                </a:moveTo>
                <a:lnTo>
                  <a:pt x="5559630" y="710452"/>
                </a:lnTo>
                <a:lnTo>
                  <a:pt x="5551758" y="716356"/>
                </a:lnTo>
                <a:lnTo>
                  <a:pt x="5541918" y="716356"/>
                </a:lnTo>
                <a:lnTo>
                  <a:pt x="5547822" y="710452"/>
                </a:lnTo>
                <a:close/>
                <a:moveTo>
                  <a:pt x="5528142" y="704548"/>
                </a:moveTo>
                <a:lnTo>
                  <a:pt x="5532078" y="706516"/>
                </a:lnTo>
                <a:lnTo>
                  <a:pt x="5532078" y="716356"/>
                </a:lnTo>
                <a:lnTo>
                  <a:pt x="5524206" y="716356"/>
                </a:lnTo>
                <a:lnTo>
                  <a:pt x="5520270" y="710452"/>
                </a:lnTo>
                <a:close/>
                <a:moveTo>
                  <a:pt x="5616703" y="694710"/>
                </a:moveTo>
                <a:lnTo>
                  <a:pt x="5618671" y="698646"/>
                </a:lnTo>
                <a:lnTo>
                  <a:pt x="5618671" y="704548"/>
                </a:lnTo>
                <a:lnTo>
                  <a:pt x="5616703" y="704548"/>
                </a:lnTo>
                <a:lnTo>
                  <a:pt x="5612767" y="698646"/>
                </a:lnTo>
                <a:close/>
                <a:moveTo>
                  <a:pt x="5638351" y="688805"/>
                </a:moveTo>
                <a:lnTo>
                  <a:pt x="5640319" y="692741"/>
                </a:lnTo>
                <a:lnTo>
                  <a:pt x="5634415" y="694710"/>
                </a:lnTo>
                <a:lnTo>
                  <a:pt x="5630479" y="692741"/>
                </a:lnTo>
                <a:close/>
                <a:moveTo>
                  <a:pt x="5650159" y="680933"/>
                </a:moveTo>
                <a:lnTo>
                  <a:pt x="5658031" y="680933"/>
                </a:lnTo>
                <a:lnTo>
                  <a:pt x="5654095" y="682902"/>
                </a:lnTo>
                <a:lnTo>
                  <a:pt x="5646223" y="682902"/>
                </a:lnTo>
                <a:close/>
                <a:moveTo>
                  <a:pt x="5616703" y="676998"/>
                </a:moveTo>
                <a:lnTo>
                  <a:pt x="5626543" y="676998"/>
                </a:lnTo>
                <a:lnTo>
                  <a:pt x="5622607" y="682902"/>
                </a:lnTo>
                <a:lnTo>
                  <a:pt x="5600959" y="692741"/>
                </a:lnTo>
                <a:lnTo>
                  <a:pt x="5589151" y="692741"/>
                </a:lnTo>
                <a:lnTo>
                  <a:pt x="5585215" y="688805"/>
                </a:lnTo>
                <a:lnTo>
                  <a:pt x="5604895" y="682902"/>
                </a:lnTo>
                <a:close/>
                <a:moveTo>
                  <a:pt x="5646223" y="665190"/>
                </a:moveTo>
                <a:lnTo>
                  <a:pt x="5654095" y="665190"/>
                </a:lnTo>
                <a:lnTo>
                  <a:pt x="5654095" y="671093"/>
                </a:lnTo>
                <a:lnTo>
                  <a:pt x="5646223" y="671093"/>
                </a:lnTo>
                <a:lnTo>
                  <a:pt x="5638351" y="671093"/>
                </a:lnTo>
                <a:close/>
                <a:moveTo>
                  <a:pt x="5687552" y="663221"/>
                </a:moveTo>
                <a:lnTo>
                  <a:pt x="5699360" y="663221"/>
                </a:lnTo>
                <a:lnTo>
                  <a:pt x="5703296" y="665190"/>
                </a:lnTo>
                <a:lnTo>
                  <a:pt x="5691488" y="671093"/>
                </a:lnTo>
                <a:close/>
                <a:moveTo>
                  <a:pt x="5673775" y="663221"/>
                </a:moveTo>
                <a:lnTo>
                  <a:pt x="5675743" y="665190"/>
                </a:lnTo>
                <a:lnTo>
                  <a:pt x="5665903" y="665190"/>
                </a:lnTo>
                <a:close/>
                <a:moveTo>
                  <a:pt x="6447206" y="645511"/>
                </a:moveTo>
                <a:lnTo>
                  <a:pt x="6468854" y="659289"/>
                </a:lnTo>
                <a:lnTo>
                  <a:pt x="6466886" y="665191"/>
                </a:lnTo>
                <a:lnTo>
                  <a:pt x="6437366" y="649450"/>
                </a:lnTo>
                <a:close/>
                <a:moveTo>
                  <a:pt x="10046710" y="631734"/>
                </a:moveTo>
                <a:lnTo>
                  <a:pt x="10068358" y="637640"/>
                </a:lnTo>
                <a:lnTo>
                  <a:pt x="10095911" y="635671"/>
                </a:lnTo>
                <a:lnTo>
                  <a:pt x="10115591" y="633702"/>
                </a:lnTo>
                <a:lnTo>
                  <a:pt x="10129367" y="643542"/>
                </a:lnTo>
                <a:lnTo>
                  <a:pt x="10143143" y="643542"/>
                </a:lnTo>
                <a:lnTo>
                  <a:pt x="10145111" y="647479"/>
                </a:lnTo>
                <a:lnTo>
                  <a:pt x="10143143" y="655351"/>
                </a:lnTo>
                <a:lnTo>
                  <a:pt x="10127399" y="665191"/>
                </a:lnTo>
                <a:lnTo>
                  <a:pt x="10080166" y="665191"/>
                </a:lnTo>
                <a:lnTo>
                  <a:pt x="10054582" y="655351"/>
                </a:lnTo>
                <a:lnTo>
                  <a:pt x="10032934" y="641575"/>
                </a:lnTo>
                <a:lnTo>
                  <a:pt x="10038838" y="633702"/>
                </a:lnTo>
                <a:close/>
                <a:moveTo>
                  <a:pt x="8858028" y="631734"/>
                </a:moveTo>
                <a:lnTo>
                  <a:pt x="8861964" y="631734"/>
                </a:lnTo>
                <a:lnTo>
                  <a:pt x="8877708" y="631734"/>
                </a:lnTo>
                <a:lnTo>
                  <a:pt x="8883612" y="635671"/>
                </a:lnTo>
                <a:lnTo>
                  <a:pt x="8865900" y="635671"/>
                </a:lnTo>
                <a:close/>
                <a:moveTo>
                  <a:pt x="2286829" y="623859"/>
                </a:moveTo>
                <a:lnTo>
                  <a:pt x="2298637" y="627795"/>
                </a:lnTo>
                <a:lnTo>
                  <a:pt x="2306509" y="635668"/>
                </a:lnTo>
                <a:lnTo>
                  <a:pt x="2320285" y="635668"/>
                </a:lnTo>
                <a:lnTo>
                  <a:pt x="2332094" y="639604"/>
                </a:lnTo>
                <a:lnTo>
                  <a:pt x="2336030" y="651412"/>
                </a:lnTo>
                <a:lnTo>
                  <a:pt x="2343902" y="659284"/>
                </a:lnTo>
                <a:lnTo>
                  <a:pt x="2347838" y="680932"/>
                </a:lnTo>
                <a:lnTo>
                  <a:pt x="2381295" y="706516"/>
                </a:lnTo>
                <a:lnTo>
                  <a:pt x="2381295" y="718324"/>
                </a:lnTo>
                <a:lnTo>
                  <a:pt x="2361614" y="718324"/>
                </a:lnTo>
                <a:lnTo>
                  <a:pt x="2357678" y="718324"/>
                </a:lnTo>
                <a:lnTo>
                  <a:pt x="2357678" y="722260"/>
                </a:lnTo>
                <a:lnTo>
                  <a:pt x="2351774" y="732100"/>
                </a:lnTo>
                <a:lnTo>
                  <a:pt x="2373422" y="743908"/>
                </a:lnTo>
                <a:lnTo>
                  <a:pt x="2393103" y="739972"/>
                </a:lnTo>
                <a:lnTo>
                  <a:pt x="2410815" y="751780"/>
                </a:lnTo>
                <a:lnTo>
                  <a:pt x="2410815" y="755716"/>
                </a:lnTo>
                <a:lnTo>
                  <a:pt x="2397039" y="755716"/>
                </a:lnTo>
                <a:lnTo>
                  <a:pt x="2393103" y="759652"/>
                </a:lnTo>
                <a:lnTo>
                  <a:pt x="2410815" y="773428"/>
                </a:lnTo>
                <a:lnTo>
                  <a:pt x="2410815" y="797044"/>
                </a:lnTo>
                <a:lnTo>
                  <a:pt x="2418687" y="804916"/>
                </a:lnTo>
                <a:lnTo>
                  <a:pt x="2430495" y="800980"/>
                </a:lnTo>
                <a:lnTo>
                  <a:pt x="2434431" y="781300"/>
                </a:lnTo>
                <a:lnTo>
                  <a:pt x="2434431" y="771460"/>
                </a:lnTo>
                <a:lnTo>
                  <a:pt x="2450175" y="763588"/>
                </a:lnTo>
                <a:lnTo>
                  <a:pt x="2458047" y="771460"/>
                </a:lnTo>
                <a:lnTo>
                  <a:pt x="2483631" y="781300"/>
                </a:lnTo>
                <a:lnTo>
                  <a:pt x="2491504" y="793108"/>
                </a:lnTo>
                <a:lnTo>
                  <a:pt x="2491504" y="804916"/>
                </a:lnTo>
                <a:lnTo>
                  <a:pt x="2475760" y="804916"/>
                </a:lnTo>
                <a:lnTo>
                  <a:pt x="2475760" y="830501"/>
                </a:lnTo>
                <a:lnTo>
                  <a:pt x="2503312" y="854117"/>
                </a:lnTo>
                <a:lnTo>
                  <a:pt x="2507248" y="854117"/>
                </a:lnTo>
                <a:lnTo>
                  <a:pt x="2511185" y="842309"/>
                </a:lnTo>
                <a:lnTo>
                  <a:pt x="2521024" y="838373"/>
                </a:lnTo>
                <a:lnTo>
                  <a:pt x="2528896" y="830501"/>
                </a:lnTo>
                <a:lnTo>
                  <a:pt x="2540705" y="816725"/>
                </a:lnTo>
                <a:lnTo>
                  <a:pt x="2548576" y="797044"/>
                </a:lnTo>
                <a:lnTo>
                  <a:pt x="2552512" y="781300"/>
                </a:lnTo>
                <a:lnTo>
                  <a:pt x="2566289" y="773428"/>
                </a:lnTo>
                <a:lnTo>
                  <a:pt x="2566289" y="767524"/>
                </a:lnTo>
                <a:lnTo>
                  <a:pt x="2560385" y="763588"/>
                </a:lnTo>
                <a:lnTo>
                  <a:pt x="2564321" y="736036"/>
                </a:lnTo>
                <a:lnTo>
                  <a:pt x="2566289" y="732100"/>
                </a:lnTo>
                <a:lnTo>
                  <a:pt x="2585969" y="728164"/>
                </a:lnTo>
                <a:lnTo>
                  <a:pt x="2597777" y="736036"/>
                </a:lnTo>
                <a:lnTo>
                  <a:pt x="2613521" y="736036"/>
                </a:lnTo>
                <a:lnTo>
                  <a:pt x="2639106" y="736036"/>
                </a:lnTo>
                <a:lnTo>
                  <a:pt x="2646978" y="743908"/>
                </a:lnTo>
                <a:lnTo>
                  <a:pt x="2639106" y="747844"/>
                </a:lnTo>
                <a:lnTo>
                  <a:pt x="2643042" y="751780"/>
                </a:lnTo>
                <a:lnTo>
                  <a:pt x="2654850" y="759652"/>
                </a:lnTo>
                <a:lnTo>
                  <a:pt x="2666658" y="759652"/>
                </a:lnTo>
                <a:lnTo>
                  <a:pt x="2670594" y="767524"/>
                </a:lnTo>
                <a:lnTo>
                  <a:pt x="2658786" y="777364"/>
                </a:lnTo>
                <a:lnTo>
                  <a:pt x="2670594" y="785236"/>
                </a:lnTo>
                <a:lnTo>
                  <a:pt x="2666658" y="800980"/>
                </a:lnTo>
                <a:lnTo>
                  <a:pt x="2650913" y="800980"/>
                </a:lnTo>
                <a:lnTo>
                  <a:pt x="2643042" y="804916"/>
                </a:lnTo>
                <a:lnTo>
                  <a:pt x="2650913" y="816725"/>
                </a:lnTo>
                <a:lnTo>
                  <a:pt x="2660754" y="822629"/>
                </a:lnTo>
                <a:lnTo>
                  <a:pt x="2676498" y="838373"/>
                </a:lnTo>
                <a:lnTo>
                  <a:pt x="2660754" y="861989"/>
                </a:lnTo>
                <a:lnTo>
                  <a:pt x="2660754" y="867893"/>
                </a:lnTo>
                <a:lnTo>
                  <a:pt x="2639106" y="879701"/>
                </a:lnTo>
                <a:lnTo>
                  <a:pt x="2627298" y="887573"/>
                </a:lnTo>
                <a:lnTo>
                  <a:pt x="2609586" y="883637"/>
                </a:lnTo>
                <a:lnTo>
                  <a:pt x="2601713" y="871829"/>
                </a:lnTo>
                <a:lnTo>
                  <a:pt x="2593841" y="865925"/>
                </a:lnTo>
                <a:lnTo>
                  <a:pt x="2578097" y="865925"/>
                </a:lnTo>
                <a:lnTo>
                  <a:pt x="2570225" y="867893"/>
                </a:lnTo>
                <a:lnTo>
                  <a:pt x="2578097" y="871829"/>
                </a:lnTo>
                <a:lnTo>
                  <a:pt x="2597777" y="887573"/>
                </a:lnTo>
                <a:lnTo>
                  <a:pt x="2597777" y="899381"/>
                </a:lnTo>
                <a:lnTo>
                  <a:pt x="2578097" y="907253"/>
                </a:lnTo>
                <a:lnTo>
                  <a:pt x="2566289" y="903317"/>
                </a:lnTo>
                <a:lnTo>
                  <a:pt x="2556449" y="899381"/>
                </a:lnTo>
                <a:lnTo>
                  <a:pt x="2548576" y="883637"/>
                </a:lnTo>
                <a:lnTo>
                  <a:pt x="2524960" y="883637"/>
                </a:lnTo>
                <a:lnTo>
                  <a:pt x="2521024" y="895445"/>
                </a:lnTo>
                <a:lnTo>
                  <a:pt x="2532832" y="903317"/>
                </a:lnTo>
                <a:lnTo>
                  <a:pt x="2544640" y="907253"/>
                </a:lnTo>
                <a:lnTo>
                  <a:pt x="2544640" y="924965"/>
                </a:lnTo>
                <a:lnTo>
                  <a:pt x="2517088" y="944646"/>
                </a:lnTo>
                <a:lnTo>
                  <a:pt x="2503312" y="964326"/>
                </a:lnTo>
                <a:lnTo>
                  <a:pt x="2475760" y="960390"/>
                </a:lnTo>
                <a:lnTo>
                  <a:pt x="2454111" y="936774"/>
                </a:lnTo>
                <a:lnTo>
                  <a:pt x="2430495" y="928902"/>
                </a:lnTo>
                <a:lnTo>
                  <a:pt x="2422623" y="936774"/>
                </a:lnTo>
                <a:lnTo>
                  <a:pt x="2434431" y="944646"/>
                </a:lnTo>
                <a:lnTo>
                  <a:pt x="2461984" y="972198"/>
                </a:lnTo>
                <a:lnTo>
                  <a:pt x="2491504" y="972198"/>
                </a:lnTo>
                <a:lnTo>
                  <a:pt x="2499376" y="978102"/>
                </a:lnTo>
                <a:lnTo>
                  <a:pt x="2507248" y="989910"/>
                </a:lnTo>
                <a:lnTo>
                  <a:pt x="2499376" y="1013526"/>
                </a:lnTo>
                <a:lnTo>
                  <a:pt x="2499376" y="1025334"/>
                </a:lnTo>
                <a:lnTo>
                  <a:pt x="2479696" y="1039110"/>
                </a:lnTo>
                <a:lnTo>
                  <a:pt x="2467887" y="1062727"/>
                </a:lnTo>
                <a:lnTo>
                  <a:pt x="2446239" y="1062727"/>
                </a:lnTo>
                <a:lnTo>
                  <a:pt x="2438367" y="1054855"/>
                </a:lnTo>
                <a:lnTo>
                  <a:pt x="2422623" y="1074535"/>
                </a:lnTo>
                <a:lnTo>
                  <a:pt x="2404910" y="1074535"/>
                </a:lnTo>
                <a:lnTo>
                  <a:pt x="2393103" y="1070599"/>
                </a:lnTo>
                <a:lnTo>
                  <a:pt x="2381295" y="1074535"/>
                </a:lnTo>
                <a:lnTo>
                  <a:pt x="2397039" y="1088311"/>
                </a:lnTo>
                <a:lnTo>
                  <a:pt x="2406879" y="1100119"/>
                </a:lnTo>
                <a:lnTo>
                  <a:pt x="2406879" y="1115863"/>
                </a:lnTo>
                <a:lnTo>
                  <a:pt x="2385230" y="1123735"/>
                </a:lnTo>
                <a:lnTo>
                  <a:pt x="2373422" y="1123735"/>
                </a:lnTo>
                <a:lnTo>
                  <a:pt x="2365550" y="1115863"/>
                </a:lnTo>
                <a:lnTo>
                  <a:pt x="2357678" y="1123735"/>
                </a:lnTo>
                <a:lnTo>
                  <a:pt x="2365550" y="1145383"/>
                </a:lnTo>
                <a:lnTo>
                  <a:pt x="2351774" y="1153255"/>
                </a:lnTo>
                <a:lnTo>
                  <a:pt x="2343902" y="1172936"/>
                </a:lnTo>
                <a:lnTo>
                  <a:pt x="2328158" y="1172936"/>
                </a:lnTo>
                <a:lnTo>
                  <a:pt x="2328158" y="1190648"/>
                </a:lnTo>
                <a:lnTo>
                  <a:pt x="2316349" y="1202456"/>
                </a:lnTo>
                <a:lnTo>
                  <a:pt x="2306509" y="1231976"/>
                </a:lnTo>
                <a:lnTo>
                  <a:pt x="2294701" y="1255592"/>
                </a:lnTo>
                <a:lnTo>
                  <a:pt x="2290765" y="1304793"/>
                </a:lnTo>
                <a:lnTo>
                  <a:pt x="2290765" y="1306761"/>
                </a:lnTo>
                <a:lnTo>
                  <a:pt x="2290765" y="1336281"/>
                </a:lnTo>
                <a:lnTo>
                  <a:pt x="2306509" y="1355961"/>
                </a:lnTo>
                <a:lnTo>
                  <a:pt x="2324221" y="1359897"/>
                </a:lnTo>
                <a:lnTo>
                  <a:pt x="2339966" y="1363833"/>
                </a:lnTo>
                <a:lnTo>
                  <a:pt x="2347838" y="1405162"/>
                </a:lnTo>
                <a:lnTo>
                  <a:pt x="2357678" y="1424842"/>
                </a:lnTo>
                <a:lnTo>
                  <a:pt x="2353742" y="1446490"/>
                </a:lnTo>
                <a:lnTo>
                  <a:pt x="2353742" y="1450426"/>
                </a:lnTo>
                <a:lnTo>
                  <a:pt x="2381295" y="1442554"/>
                </a:lnTo>
                <a:lnTo>
                  <a:pt x="2404910" y="1442554"/>
                </a:lnTo>
                <a:lnTo>
                  <a:pt x="2410815" y="1446490"/>
                </a:lnTo>
                <a:lnTo>
                  <a:pt x="2422623" y="1446490"/>
                </a:lnTo>
                <a:lnTo>
                  <a:pt x="2458047" y="1466170"/>
                </a:lnTo>
                <a:lnTo>
                  <a:pt x="2471823" y="1476010"/>
                </a:lnTo>
                <a:lnTo>
                  <a:pt x="2479696" y="1476010"/>
                </a:lnTo>
                <a:lnTo>
                  <a:pt x="2487567" y="1481914"/>
                </a:lnTo>
                <a:lnTo>
                  <a:pt x="2491504" y="1499626"/>
                </a:lnTo>
                <a:lnTo>
                  <a:pt x="2507248" y="1511435"/>
                </a:lnTo>
                <a:lnTo>
                  <a:pt x="2536768" y="1515371"/>
                </a:lnTo>
                <a:lnTo>
                  <a:pt x="2552512" y="1533083"/>
                </a:lnTo>
                <a:lnTo>
                  <a:pt x="2574161" y="1533083"/>
                </a:lnTo>
                <a:lnTo>
                  <a:pt x="2585969" y="1540955"/>
                </a:lnTo>
                <a:lnTo>
                  <a:pt x="2609586" y="1544891"/>
                </a:lnTo>
                <a:lnTo>
                  <a:pt x="2635169" y="1540955"/>
                </a:lnTo>
                <a:lnTo>
                  <a:pt x="2646978" y="1552763"/>
                </a:lnTo>
                <a:lnTo>
                  <a:pt x="2646978" y="1590155"/>
                </a:lnTo>
                <a:lnTo>
                  <a:pt x="2654850" y="1609835"/>
                </a:lnTo>
                <a:lnTo>
                  <a:pt x="2650913" y="1647228"/>
                </a:lnTo>
                <a:lnTo>
                  <a:pt x="2643042" y="1655100"/>
                </a:lnTo>
                <a:lnTo>
                  <a:pt x="2643042" y="1666908"/>
                </a:lnTo>
                <a:lnTo>
                  <a:pt x="2660754" y="1682652"/>
                </a:lnTo>
                <a:lnTo>
                  <a:pt x="2660754" y="1692492"/>
                </a:lnTo>
                <a:lnTo>
                  <a:pt x="2676498" y="1696428"/>
                </a:lnTo>
                <a:lnTo>
                  <a:pt x="2690275" y="1720044"/>
                </a:lnTo>
                <a:lnTo>
                  <a:pt x="2690275" y="1731852"/>
                </a:lnTo>
                <a:lnTo>
                  <a:pt x="2702082" y="1731852"/>
                </a:lnTo>
                <a:lnTo>
                  <a:pt x="2713890" y="1733820"/>
                </a:lnTo>
                <a:lnTo>
                  <a:pt x="2723731" y="1716108"/>
                </a:lnTo>
                <a:lnTo>
                  <a:pt x="2731603" y="1727916"/>
                </a:lnTo>
                <a:lnTo>
                  <a:pt x="2735539" y="1712172"/>
                </a:lnTo>
                <a:lnTo>
                  <a:pt x="2747347" y="1692492"/>
                </a:lnTo>
                <a:lnTo>
                  <a:pt x="2747347" y="1682652"/>
                </a:lnTo>
                <a:lnTo>
                  <a:pt x="2741443" y="1670844"/>
                </a:lnTo>
                <a:lnTo>
                  <a:pt x="2731603" y="1655100"/>
                </a:lnTo>
                <a:lnTo>
                  <a:pt x="2731603" y="1621643"/>
                </a:lnTo>
                <a:lnTo>
                  <a:pt x="2729635" y="1594091"/>
                </a:lnTo>
                <a:lnTo>
                  <a:pt x="2717826" y="1580315"/>
                </a:lnTo>
                <a:lnTo>
                  <a:pt x="2723731" y="1568507"/>
                </a:lnTo>
                <a:lnTo>
                  <a:pt x="2741443" y="1568507"/>
                </a:lnTo>
                <a:lnTo>
                  <a:pt x="2741443" y="1556699"/>
                </a:lnTo>
                <a:lnTo>
                  <a:pt x="2755219" y="1548827"/>
                </a:lnTo>
                <a:lnTo>
                  <a:pt x="2770964" y="1533083"/>
                </a:lnTo>
                <a:lnTo>
                  <a:pt x="2778835" y="1527179"/>
                </a:lnTo>
                <a:lnTo>
                  <a:pt x="2792612" y="1511435"/>
                </a:lnTo>
                <a:lnTo>
                  <a:pt x="2800484" y="1462234"/>
                </a:lnTo>
                <a:lnTo>
                  <a:pt x="2788676" y="1413034"/>
                </a:lnTo>
                <a:lnTo>
                  <a:pt x="2770964" y="1393354"/>
                </a:lnTo>
                <a:lnTo>
                  <a:pt x="2747347" y="1371705"/>
                </a:lnTo>
                <a:lnTo>
                  <a:pt x="2743411" y="1355961"/>
                </a:lnTo>
                <a:lnTo>
                  <a:pt x="2755219" y="1340217"/>
                </a:lnTo>
                <a:lnTo>
                  <a:pt x="2755219" y="1328409"/>
                </a:lnTo>
                <a:lnTo>
                  <a:pt x="2770964" y="1312665"/>
                </a:lnTo>
                <a:lnTo>
                  <a:pt x="2778835" y="1292985"/>
                </a:lnTo>
                <a:lnTo>
                  <a:pt x="2770964" y="1281177"/>
                </a:lnTo>
                <a:lnTo>
                  <a:pt x="2767027" y="1259528"/>
                </a:lnTo>
                <a:lnTo>
                  <a:pt x="2755219" y="1243784"/>
                </a:lnTo>
                <a:lnTo>
                  <a:pt x="2753251" y="1231976"/>
                </a:lnTo>
                <a:lnTo>
                  <a:pt x="2759155" y="1231976"/>
                </a:lnTo>
                <a:lnTo>
                  <a:pt x="2770964" y="1226072"/>
                </a:lnTo>
                <a:lnTo>
                  <a:pt x="2770964" y="1206392"/>
                </a:lnTo>
                <a:lnTo>
                  <a:pt x="2755219" y="1186712"/>
                </a:lnTo>
                <a:lnTo>
                  <a:pt x="2755219" y="1149319"/>
                </a:lnTo>
                <a:lnTo>
                  <a:pt x="2767027" y="1145383"/>
                </a:lnTo>
                <a:lnTo>
                  <a:pt x="2780803" y="1145383"/>
                </a:lnTo>
                <a:lnTo>
                  <a:pt x="2788676" y="1149319"/>
                </a:lnTo>
                <a:lnTo>
                  <a:pt x="2812292" y="1165064"/>
                </a:lnTo>
                <a:lnTo>
                  <a:pt x="2833940" y="1165064"/>
                </a:lnTo>
                <a:lnTo>
                  <a:pt x="2849684" y="1169000"/>
                </a:lnTo>
                <a:lnTo>
                  <a:pt x="2853621" y="1157191"/>
                </a:lnTo>
                <a:lnTo>
                  <a:pt x="2881173" y="1153255"/>
                </a:lnTo>
                <a:lnTo>
                  <a:pt x="2894949" y="1161128"/>
                </a:lnTo>
                <a:lnTo>
                  <a:pt x="2902821" y="1172936"/>
                </a:lnTo>
                <a:lnTo>
                  <a:pt x="2918566" y="1176872"/>
                </a:lnTo>
                <a:lnTo>
                  <a:pt x="2926437" y="1198520"/>
                </a:lnTo>
                <a:lnTo>
                  <a:pt x="2938246" y="1202456"/>
                </a:lnTo>
                <a:lnTo>
                  <a:pt x="2934310" y="1214264"/>
                </a:lnTo>
                <a:lnTo>
                  <a:pt x="2940214" y="1228040"/>
                </a:lnTo>
                <a:lnTo>
                  <a:pt x="2975638" y="1228040"/>
                </a:lnTo>
                <a:lnTo>
                  <a:pt x="2983510" y="1239848"/>
                </a:lnTo>
                <a:lnTo>
                  <a:pt x="2989414" y="1231976"/>
                </a:lnTo>
                <a:lnTo>
                  <a:pt x="3001223" y="1235912"/>
                </a:lnTo>
                <a:lnTo>
                  <a:pt x="3001223" y="1251656"/>
                </a:lnTo>
                <a:lnTo>
                  <a:pt x="2993350" y="1259528"/>
                </a:lnTo>
                <a:lnTo>
                  <a:pt x="2993350" y="1285113"/>
                </a:lnTo>
                <a:lnTo>
                  <a:pt x="2983510" y="1296921"/>
                </a:lnTo>
                <a:lnTo>
                  <a:pt x="2993350" y="1306761"/>
                </a:lnTo>
                <a:lnTo>
                  <a:pt x="2993350" y="1318569"/>
                </a:lnTo>
                <a:lnTo>
                  <a:pt x="2989414" y="1324473"/>
                </a:lnTo>
                <a:lnTo>
                  <a:pt x="2983510" y="1324473"/>
                </a:lnTo>
                <a:lnTo>
                  <a:pt x="2983510" y="1328409"/>
                </a:lnTo>
                <a:lnTo>
                  <a:pt x="2987446" y="1334313"/>
                </a:lnTo>
                <a:lnTo>
                  <a:pt x="2993350" y="1334313"/>
                </a:lnTo>
                <a:lnTo>
                  <a:pt x="3001223" y="1336281"/>
                </a:lnTo>
                <a:lnTo>
                  <a:pt x="2997286" y="1348089"/>
                </a:lnTo>
                <a:lnTo>
                  <a:pt x="2979574" y="1359897"/>
                </a:lnTo>
                <a:lnTo>
                  <a:pt x="2979574" y="1367769"/>
                </a:lnTo>
                <a:lnTo>
                  <a:pt x="2997286" y="1363833"/>
                </a:lnTo>
                <a:lnTo>
                  <a:pt x="3009094" y="1348089"/>
                </a:lnTo>
                <a:lnTo>
                  <a:pt x="3034679" y="1373673"/>
                </a:lnTo>
                <a:lnTo>
                  <a:pt x="3034679" y="1385481"/>
                </a:lnTo>
                <a:lnTo>
                  <a:pt x="3050423" y="1397290"/>
                </a:lnTo>
                <a:lnTo>
                  <a:pt x="3058295" y="1385481"/>
                </a:lnTo>
                <a:lnTo>
                  <a:pt x="3074039" y="1379577"/>
                </a:lnTo>
                <a:lnTo>
                  <a:pt x="3074039" y="1363833"/>
                </a:lnTo>
                <a:lnTo>
                  <a:pt x="3085848" y="1359897"/>
                </a:lnTo>
                <a:lnTo>
                  <a:pt x="3091752" y="1363833"/>
                </a:lnTo>
                <a:lnTo>
                  <a:pt x="3091752" y="1371705"/>
                </a:lnTo>
                <a:lnTo>
                  <a:pt x="3099624" y="1363833"/>
                </a:lnTo>
                <a:lnTo>
                  <a:pt x="3115368" y="1328409"/>
                </a:lnTo>
                <a:lnTo>
                  <a:pt x="3111432" y="1306761"/>
                </a:lnTo>
                <a:lnTo>
                  <a:pt x="3123240" y="1300857"/>
                </a:lnTo>
                <a:lnTo>
                  <a:pt x="3123240" y="1289049"/>
                </a:lnTo>
                <a:lnTo>
                  <a:pt x="3131112" y="1271336"/>
                </a:lnTo>
                <a:lnTo>
                  <a:pt x="3142920" y="1275272"/>
                </a:lnTo>
                <a:lnTo>
                  <a:pt x="3144888" y="1300857"/>
                </a:lnTo>
                <a:lnTo>
                  <a:pt x="3160632" y="1312665"/>
                </a:lnTo>
                <a:lnTo>
                  <a:pt x="3168505" y="1346121"/>
                </a:lnTo>
                <a:lnTo>
                  <a:pt x="3180313" y="1346121"/>
                </a:lnTo>
                <a:lnTo>
                  <a:pt x="3180313" y="1371705"/>
                </a:lnTo>
                <a:lnTo>
                  <a:pt x="3192121" y="1379577"/>
                </a:lnTo>
                <a:lnTo>
                  <a:pt x="3192121" y="1397290"/>
                </a:lnTo>
                <a:lnTo>
                  <a:pt x="3209833" y="1413034"/>
                </a:lnTo>
                <a:lnTo>
                  <a:pt x="3213769" y="1442554"/>
                </a:lnTo>
                <a:lnTo>
                  <a:pt x="3225577" y="1446490"/>
                </a:lnTo>
                <a:lnTo>
                  <a:pt x="3229513" y="1458298"/>
                </a:lnTo>
                <a:lnTo>
                  <a:pt x="3213769" y="1470106"/>
                </a:lnTo>
                <a:lnTo>
                  <a:pt x="3217705" y="1491754"/>
                </a:lnTo>
                <a:lnTo>
                  <a:pt x="3233449" y="1499626"/>
                </a:lnTo>
                <a:lnTo>
                  <a:pt x="3233449" y="1503562"/>
                </a:lnTo>
                <a:lnTo>
                  <a:pt x="3249194" y="1511435"/>
                </a:lnTo>
                <a:lnTo>
                  <a:pt x="3259033" y="1533083"/>
                </a:lnTo>
                <a:lnTo>
                  <a:pt x="3262970" y="1544891"/>
                </a:lnTo>
                <a:lnTo>
                  <a:pt x="3278714" y="1556699"/>
                </a:lnTo>
                <a:lnTo>
                  <a:pt x="3290522" y="1552763"/>
                </a:lnTo>
                <a:lnTo>
                  <a:pt x="3312171" y="1560635"/>
                </a:lnTo>
                <a:lnTo>
                  <a:pt x="3323978" y="1568507"/>
                </a:lnTo>
                <a:lnTo>
                  <a:pt x="3347595" y="1576379"/>
                </a:lnTo>
                <a:lnTo>
                  <a:pt x="3343659" y="1584251"/>
                </a:lnTo>
                <a:lnTo>
                  <a:pt x="3316106" y="1594091"/>
                </a:lnTo>
                <a:lnTo>
                  <a:pt x="3282650" y="1613771"/>
                </a:lnTo>
                <a:lnTo>
                  <a:pt x="3262970" y="1625580"/>
                </a:lnTo>
                <a:lnTo>
                  <a:pt x="3251162" y="1621643"/>
                </a:lnTo>
                <a:lnTo>
                  <a:pt x="3255097" y="1639356"/>
                </a:lnTo>
                <a:lnTo>
                  <a:pt x="3270842" y="1639356"/>
                </a:lnTo>
                <a:lnTo>
                  <a:pt x="3294458" y="1621643"/>
                </a:lnTo>
                <a:lnTo>
                  <a:pt x="3302330" y="1621643"/>
                </a:lnTo>
                <a:lnTo>
                  <a:pt x="3304298" y="1613771"/>
                </a:lnTo>
                <a:lnTo>
                  <a:pt x="3327915" y="1598027"/>
                </a:lnTo>
                <a:lnTo>
                  <a:pt x="3347595" y="1601963"/>
                </a:lnTo>
                <a:lnTo>
                  <a:pt x="3339722" y="1621643"/>
                </a:lnTo>
                <a:lnTo>
                  <a:pt x="3339722" y="1629516"/>
                </a:lnTo>
                <a:lnTo>
                  <a:pt x="3357435" y="1617707"/>
                </a:lnTo>
                <a:lnTo>
                  <a:pt x="3384987" y="1625580"/>
                </a:lnTo>
                <a:lnTo>
                  <a:pt x="3392859" y="1655100"/>
                </a:lnTo>
                <a:lnTo>
                  <a:pt x="3381052" y="1666908"/>
                </a:lnTo>
                <a:lnTo>
                  <a:pt x="3392859" y="1688556"/>
                </a:lnTo>
                <a:lnTo>
                  <a:pt x="3388923" y="1700364"/>
                </a:lnTo>
                <a:lnTo>
                  <a:pt x="3381052" y="1704300"/>
                </a:lnTo>
                <a:lnTo>
                  <a:pt x="3357435" y="1723980"/>
                </a:lnTo>
                <a:lnTo>
                  <a:pt x="3323978" y="1727916"/>
                </a:lnTo>
                <a:lnTo>
                  <a:pt x="3304298" y="1737757"/>
                </a:lnTo>
                <a:lnTo>
                  <a:pt x="3286586" y="1773181"/>
                </a:lnTo>
                <a:lnTo>
                  <a:pt x="3266906" y="1783021"/>
                </a:lnTo>
                <a:lnTo>
                  <a:pt x="3237385" y="1783021"/>
                </a:lnTo>
                <a:lnTo>
                  <a:pt x="3217705" y="1781053"/>
                </a:lnTo>
                <a:lnTo>
                  <a:pt x="3192121" y="1783021"/>
                </a:lnTo>
                <a:lnTo>
                  <a:pt x="3180313" y="1777117"/>
                </a:lnTo>
                <a:lnTo>
                  <a:pt x="3152761" y="1783021"/>
                </a:lnTo>
                <a:lnTo>
                  <a:pt x="3111432" y="1786957"/>
                </a:lnTo>
                <a:lnTo>
                  <a:pt x="3107496" y="1783021"/>
                </a:lnTo>
                <a:lnTo>
                  <a:pt x="3089783" y="1781053"/>
                </a:lnTo>
                <a:lnTo>
                  <a:pt x="3070103" y="1802701"/>
                </a:lnTo>
                <a:lnTo>
                  <a:pt x="3058295" y="1810573"/>
                </a:lnTo>
                <a:lnTo>
                  <a:pt x="3058295" y="1822382"/>
                </a:lnTo>
                <a:lnTo>
                  <a:pt x="3020903" y="1830254"/>
                </a:lnTo>
                <a:lnTo>
                  <a:pt x="3005158" y="1855838"/>
                </a:lnTo>
                <a:lnTo>
                  <a:pt x="2987446" y="1875518"/>
                </a:lnTo>
                <a:lnTo>
                  <a:pt x="2979574" y="1885358"/>
                </a:lnTo>
                <a:lnTo>
                  <a:pt x="2955958" y="1901102"/>
                </a:lnTo>
                <a:lnTo>
                  <a:pt x="2952022" y="1928654"/>
                </a:lnTo>
                <a:lnTo>
                  <a:pt x="2959894" y="1932591"/>
                </a:lnTo>
                <a:lnTo>
                  <a:pt x="2975638" y="1912910"/>
                </a:lnTo>
                <a:lnTo>
                  <a:pt x="2987446" y="1908974"/>
                </a:lnTo>
                <a:lnTo>
                  <a:pt x="2987446" y="1897166"/>
                </a:lnTo>
                <a:lnTo>
                  <a:pt x="3016967" y="1867646"/>
                </a:lnTo>
                <a:lnTo>
                  <a:pt x="3024838" y="1867646"/>
                </a:lnTo>
                <a:lnTo>
                  <a:pt x="3042551" y="1844030"/>
                </a:lnTo>
                <a:lnTo>
                  <a:pt x="3070103" y="1836158"/>
                </a:lnTo>
                <a:lnTo>
                  <a:pt x="3085848" y="1822382"/>
                </a:lnTo>
                <a:lnTo>
                  <a:pt x="3115368" y="1822382"/>
                </a:lnTo>
                <a:lnTo>
                  <a:pt x="3138984" y="1836158"/>
                </a:lnTo>
                <a:lnTo>
                  <a:pt x="3142920" y="1840094"/>
                </a:lnTo>
                <a:lnTo>
                  <a:pt x="3148825" y="1851902"/>
                </a:lnTo>
                <a:lnTo>
                  <a:pt x="3123240" y="1875518"/>
                </a:lnTo>
                <a:lnTo>
                  <a:pt x="3111432" y="1867646"/>
                </a:lnTo>
                <a:lnTo>
                  <a:pt x="3089783" y="1863710"/>
                </a:lnTo>
                <a:lnTo>
                  <a:pt x="3077975" y="1871582"/>
                </a:lnTo>
                <a:lnTo>
                  <a:pt x="3081912" y="1879454"/>
                </a:lnTo>
                <a:lnTo>
                  <a:pt x="3095687" y="1883390"/>
                </a:lnTo>
                <a:lnTo>
                  <a:pt x="3107496" y="1889294"/>
                </a:lnTo>
                <a:lnTo>
                  <a:pt x="3127176" y="1885358"/>
                </a:lnTo>
                <a:lnTo>
                  <a:pt x="3127176" y="1901102"/>
                </a:lnTo>
                <a:lnTo>
                  <a:pt x="3123240" y="1908974"/>
                </a:lnTo>
                <a:lnTo>
                  <a:pt x="3127176" y="1936527"/>
                </a:lnTo>
                <a:lnTo>
                  <a:pt x="3152761" y="1958175"/>
                </a:lnTo>
                <a:lnTo>
                  <a:pt x="3164569" y="1964079"/>
                </a:lnTo>
                <a:lnTo>
                  <a:pt x="3176376" y="1975887"/>
                </a:lnTo>
                <a:lnTo>
                  <a:pt x="3196057" y="1975887"/>
                </a:lnTo>
                <a:lnTo>
                  <a:pt x="3209833" y="1969983"/>
                </a:lnTo>
                <a:lnTo>
                  <a:pt x="3213769" y="1981791"/>
                </a:lnTo>
                <a:lnTo>
                  <a:pt x="3225577" y="1981791"/>
                </a:lnTo>
                <a:lnTo>
                  <a:pt x="3225577" y="1993599"/>
                </a:lnTo>
                <a:lnTo>
                  <a:pt x="3209833" y="2009343"/>
                </a:lnTo>
                <a:lnTo>
                  <a:pt x="3196057" y="2009343"/>
                </a:lnTo>
                <a:lnTo>
                  <a:pt x="3184249" y="2013279"/>
                </a:lnTo>
                <a:lnTo>
                  <a:pt x="3176376" y="2017215"/>
                </a:lnTo>
                <a:lnTo>
                  <a:pt x="3168505" y="2017215"/>
                </a:lnTo>
                <a:lnTo>
                  <a:pt x="3160632" y="2009343"/>
                </a:lnTo>
                <a:lnTo>
                  <a:pt x="3135048" y="2036895"/>
                </a:lnTo>
                <a:lnTo>
                  <a:pt x="3131112" y="2042799"/>
                </a:lnTo>
                <a:lnTo>
                  <a:pt x="3119304" y="2054608"/>
                </a:lnTo>
                <a:lnTo>
                  <a:pt x="3103560" y="2054608"/>
                </a:lnTo>
                <a:lnTo>
                  <a:pt x="3089783" y="2042799"/>
                </a:lnTo>
                <a:lnTo>
                  <a:pt x="3095687" y="2021151"/>
                </a:lnTo>
                <a:lnTo>
                  <a:pt x="3107496" y="2017215"/>
                </a:lnTo>
                <a:lnTo>
                  <a:pt x="3127176" y="1997535"/>
                </a:lnTo>
                <a:lnTo>
                  <a:pt x="3138984" y="1997535"/>
                </a:lnTo>
                <a:lnTo>
                  <a:pt x="3148825" y="1987695"/>
                </a:lnTo>
                <a:lnTo>
                  <a:pt x="3144888" y="1981791"/>
                </a:lnTo>
                <a:lnTo>
                  <a:pt x="3142920" y="1983759"/>
                </a:lnTo>
                <a:lnTo>
                  <a:pt x="3135048" y="1981791"/>
                </a:lnTo>
                <a:lnTo>
                  <a:pt x="3138984" y="1971951"/>
                </a:lnTo>
                <a:lnTo>
                  <a:pt x="3131112" y="1969983"/>
                </a:lnTo>
                <a:lnTo>
                  <a:pt x="3119304" y="1975887"/>
                </a:lnTo>
                <a:lnTo>
                  <a:pt x="3099624" y="1987695"/>
                </a:lnTo>
                <a:lnTo>
                  <a:pt x="3081912" y="1989663"/>
                </a:lnTo>
                <a:lnTo>
                  <a:pt x="3074039" y="2005407"/>
                </a:lnTo>
                <a:lnTo>
                  <a:pt x="3062231" y="2009343"/>
                </a:lnTo>
                <a:lnTo>
                  <a:pt x="3062231" y="2009343"/>
                </a:lnTo>
                <a:lnTo>
                  <a:pt x="3036647" y="2029022"/>
                </a:lnTo>
                <a:lnTo>
                  <a:pt x="3024839" y="2029022"/>
                </a:lnTo>
                <a:lnTo>
                  <a:pt x="3016967" y="2021150"/>
                </a:lnTo>
                <a:lnTo>
                  <a:pt x="3013031" y="2025086"/>
                </a:lnTo>
                <a:lnTo>
                  <a:pt x="3009095" y="2034927"/>
                </a:lnTo>
                <a:lnTo>
                  <a:pt x="3005159" y="2042799"/>
                </a:lnTo>
                <a:lnTo>
                  <a:pt x="2979575" y="2042799"/>
                </a:lnTo>
                <a:lnTo>
                  <a:pt x="2979575" y="2054607"/>
                </a:lnTo>
                <a:lnTo>
                  <a:pt x="2967766" y="2070351"/>
                </a:lnTo>
                <a:lnTo>
                  <a:pt x="2963830" y="2080191"/>
                </a:lnTo>
                <a:lnTo>
                  <a:pt x="2952022" y="2099871"/>
                </a:lnTo>
                <a:lnTo>
                  <a:pt x="2959894" y="2111679"/>
                </a:lnTo>
                <a:lnTo>
                  <a:pt x="2959894" y="2123487"/>
                </a:lnTo>
                <a:lnTo>
                  <a:pt x="2975639" y="2127423"/>
                </a:lnTo>
                <a:lnTo>
                  <a:pt x="2963830" y="2137263"/>
                </a:lnTo>
                <a:lnTo>
                  <a:pt x="2952022" y="2141199"/>
                </a:lnTo>
                <a:lnTo>
                  <a:pt x="2940214" y="2131359"/>
                </a:lnTo>
                <a:lnTo>
                  <a:pt x="2926438" y="2141199"/>
                </a:lnTo>
                <a:lnTo>
                  <a:pt x="2910694" y="2145135"/>
                </a:lnTo>
                <a:lnTo>
                  <a:pt x="2898885" y="2137263"/>
                </a:lnTo>
                <a:lnTo>
                  <a:pt x="2887077" y="2141199"/>
                </a:lnTo>
                <a:lnTo>
                  <a:pt x="2883141" y="2156943"/>
                </a:lnTo>
                <a:lnTo>
                  <a:pt x="2873301" y="2160879"/>
                </a:lnTo>
                <a:lnTo>
                  <a:pt x="2877237" y="2164815"/>
                </a:lnTo>
                <a:lnTo>
                  <a:pt x="2879206" y="2178592"/>
                </a:lnTo>
                <a:lnTo>
                  <a:pt x="2865429" y="2194336"/>
                </a:lnTo>
                <a:lnTo>
                  <a:pt x="2861493" y="2210080"/>
                </a:lnTo>
                <a:lnTo>
                  <a:pt x="2845749" y="2225824"/>
                </a:lnTo>
                <a:lnTo>
                  <a:pt x="2833941" y="2217952"/>
                </a:lnTo>
                <a:lnTo>
                  <a:pt x="2830005" y="2221888"/>
                </a:lnTo>
                <a:lnTo>
                  <a:pt x="2837877" y="2235664"/>
                </a:lnTo>
                <a:lnTo>
                  <a:pt x="2837877" y="2263216"/>
                </a:lnTo>
                <a:lnTo>
                  <a:pt x="2826069" y="2284864"/>
                </a:lnTo>
                <a:lnTo>
                  <a:pt x="2820164" y="2280928"/>
                </a:lnTo>
                <a:lnTo>
                  <a:pt x="2812293" y="2263216"/>
                </a:lnTo>
                <a:lnTo>
                  <a:pt x="2808356" y="2231728"/>
                </a:lnTo>
                <a:lnTo>
                  <a:pt x="2812293" y="2210080"/>
                </a:lnTo>
                <a:lnTo>
                  <a:pt x="2796548" y="2214016"/>
                </a:lnTo>
                <a:lnTo>
                  <a:pt x="2788676" y="2231728"/>
                </a:lnTo>
                <a:lnTo>
                  <a:pt x="2800484" y="2255344"/>
                </a:lnTo>
                <a:lnTo>
                  <a:pt x="2800484" y="2292736"/>
                </a:lnTo>
                <a:lnTo>
                  <a:pt x="2808356" y="2308480"/>
                </a:lnTo>
                <a:lnTo>
                  <a:pt x="2812293" y="2322257"/>
                </a:lnTo>
                <a:lnTo>
                  <a:pt x="2804420" y="2330129"/>
                </a:lnTo>
                <a:lnTo>
                  <a:pt x="2816228" y="2341937"/>
                </a:lnTo>
                <a:lnTo>
                  <a:pt x="2812293" y="2353745"/>
                </a:lnTo>
                <a:lnTo>
                  <a:pt x="2792612" y="2365553"/>
                </a:lnTo>
                <a:lnTo>
                  <a:pt x="2788676" y="2379329"/>
                </a:lnTo>
                <a:lnTo>
                  <a:pt x="2776868" y="2391137"/>
                </a:lnTo>
                <a:lnTo>
                  <a:pt x="2763092" y="2410817"/>
                </a:lnTo>
                <a:lnTo>
                  <a:pt x="2741444" y="2414753"/>
                </a:lnTo>
                <a:lnTo>
                  <a:pt x="2700115" y="2452145"/>
                </a:lnTo>
                <a:lnTo>
                  <a:pt x="2688306" y="2456082"/>
                </a:lnTo>
                <a:lnTo>
                  <a:pt x="2688306" y="2465922"/>
                </a:lnTo>
                <a:lnTo>
                  <a:pt x="2666659" y="2497410"/>
                </a:lnTo>
                <a:lnTo>
                  <a:pt x="2666659" y="2526930"/>
                </a:lnTo>
                <a:lnTo>
                  <a:pt x="2678467" y="2550546"/>
                </a:lnTo>
                <a:lnTo>
                  <a:pt x="2690275" y="2595811"/>
                </a:lnTo>
                <a:lnTo>
                  <a:pt x="2707987" y="2639107"/>
                </a:lnTo>
                <a:lnTo>
                  <a:pt x="2700115" y="2684371"/>
                </a:lnTo>
                <a:lnTo>
                  <a:pt x="2684371" y="2688307"/>
                </a:lnTo>
                <a:lnTo>
                  <a:pt x="2672562" y="2688307"/>
                </a:lnTo>
                <a:lnTo>
                  <a:pt x="2666659" y="2664691"/>
                </a:lnTo>
                <a:lnTo>
                  <a:pt x="2646978" y="2646979"/>
                </a:lnTo>
                <a:lnTo>
                  <a:pt x="2646978" y="2623363"/>
                </a:lnTo>
                <a:lnTo>
                  <a:pt x="2635170" y="2611555"/>
                </a:lnTo>
                <a:lnTo>
                  <a:pt x="2635170" y="2587938"/>
                </a:lnTo>
                <a:lnTo>
                  <a:pt x="2639106" y="2578098"/>
                </a:lnTo>
                <a:lnTo>
                  <a:pt x="2639106" y="2572194"/>
                </a:lnTo>
                <a:lnTo>
                  <a:pt x="2627298" y="2560386"/>
                </a:lnTo>
                <a:lnTo>
                  <a:pt x="2611554" y="2538738"/>
                </a:lnTo>
                <a:lnTo>
                  <a:pt x="2597778" y="2530866"/>
                </a:lnTo>
                <a:lnTo>
                  <a:pt x="2585969" y="2534802"/>
                </a:lnTo>
                <a:lnTo>
                  <a:pt x="2578098" y="2542674"/>
                </a:lnTo>
                <a:lnTo>
                  <a:pt x="2566289" y="2542674"/>
                </a:lnTo>
                <a:lnTo>
                  <a:pt x="2558417" y="2530866"/>
                </a:lnTo>
                <a:lnTo>
                  <a:pt x="2544641" y="2519058"/>
                </a:lnTo>
                <a:lnTo>
                  <a:pt x="2524960" y="2519058"/>
                </a:lnTo>
                <a:lnTo>
                  <a:pt x="2499377" y="2522994"/>
                </a:lnTo>
                <a:lnTo>
                  <a:pt x="2491504" y="2519058"/>
                </a:lnTo>
                <a:lnTo>
                  <a:pt x="2463952" y="2526930"/>
                </a:lnTo>
                <a:lnTo>
                  <a:pt x="2444272" y="2530866"/>
                </a:lnTo>
                <a:lnTo>
                  <a:pt x="2444272" y="2546610"/>
                </a:lnTo>
                <a:lnTo>
                  <a:pt x="2456080" y="2558418"/>
                </a:lnTo>
                <a:lnTo>
                  <a:pt x="2456080" y="2568258"/>
                </a:lnTo>
                <a:lnTo>
                  <a:pt x="2442303" y="2568258"/>
                </a:lnTo>
                <a:lnTo>
                  <a:pt x="2422623" y="2558418"/>
                </a:lnTo>
                <a:lnTo>
                  <a:pt x="2406879" y="2560386"/>
                </a:lnTo>
                <a:lnTo>
                  <a:pt x="2381295" y="2542674"/>
                </a:lnTo>
                <a:lnTo>
                  <a:pt x="2365551" y="2546610"/>
                </a:lnTo>
                <a:lnTo>
                  <a:pt x="2339966" y="2538738"/>
                </a:lnTo>
                <a:lnTo>
                  <a:pt x="2324222" y="2538738"/>
                </a:lnTo>
                <a:lnTo>
                  <a:pt x="2300606" y="2554482"/>
                </a:lnTo>
                <a:lnTo>
                  <a:pt x="2288798" y="2560386"/>
                </a:lnTo>
                <a:lnTo>
                  <a:pt x="2259277" y="2568258"/>
                </a:lnTo>
                <a:lnTo>
                  <a:pt x="2233693" y="2601715"/>
                </a:lnTo>
                <a:lnTo>
                  <a:pt x="2229757" y="2617459"/>
                </a:lnTo>
                <a:lnTo>
                  <a:pt x="2221885" y="2627299"/>
                </a:lnTo>
                <a:lnTo>
                  <a:pt x="2221885" y="2646979"/>
                </a:lnTo>
                <a:lnTo>
                  <a:pt x="2221885" y="2656819"/>
                </a:lnTo>
                <a:lnTo>
                  <a:pt x="2194332" y="2654851"/>
                </a:lnTo>
                <a:lnTo>
                  <a:pt x="2160876" y="2627299"/>
                </a:lnTo>
                <a:lnTo>
                  <a:pt x="2160877" y="2627301"/>
                </a:lnTo>
                <a:lnTo>
                  <a:pt x="2194333" y="2654853"/>
                </a:lnTo>
                <a:lnTo>
                  <a:pt x="2221886" y="2658789"/>
                </a:lnTo>
                <a:lnTo>
                  <a:pt x="2221886" y="2674533"/>
                </a:lnTo>
                <a:lnTo>
                  <a:pt x="2206141" y="2696181"/>
                </a:lnTo>
                <a:lnTo>
                  <a:pt x="2202205" y="2733574"/>
                </a:lnTo>
                <a:lnTo>
                  <a:pt x="2202205" y="2761126"/>
                </a:lnTo>
                <a:lnTo>
                  <a:pt x="2214014" y="2790646"/>
                </a:lnTo>
                <a:lnTo>
                  <a:pt x="2229758" y="2818199"/>
                </a:lnTo>
                <a:lnTo>
                  <a:pt x="2241566" y="2839847"/>
                </a:lnTo>
                <a:lnTo>
                  <a:pt x="2251406" y="2855591"/>
                </a:lnTo>
                <a:lnTo>
                  <a:pt x="2255342" y="2867399"/>
                </a:lnTo>
                <a:lnTo>
                  <a:pt x="2271086" y="2873303"/>
                </a:lnTo>
                <a:lnTo>
                  <a:pt x="2278958" y="2877239"/>
                </a:lnTo>
                <a:lnTo>
                  <a:pt x="2286830" y="2877239"/>
                </a:lnTo>
                <a:lnTo>
                  <a:pt x="2308479" y="2892983"/>
                </a:lnTo>
                <a:lnTo>
                  <a:pt x="2324223" y="2885111"/>
                </a:lnTo>
                <a:lnTo>
                  <a:pt x="2339967" y="2889047"/>
                </a:lnTo>
                <a:lnTo>
                  <a:pt x="2393104" y="2877239"/>
                </a:lnTo>
                <a:lnTo>
                  <a:pt x="2393104" y="2871335"/>
                </a:lnTo>
                <a:lnTo>
                  <a:pt x="2416720" y="2847719"/>
                </a:lnTo>
                <a:lnTo>
                  <a:pt x="2416720" y="2818199"/>
                </a:lnTo>
                <a:lnTo>
                  <a:pt x="2426560" y="2798518"/>
                </a:lnTo>
                <a:lnTo>
                  <a:pt x="2442304" y="2802454"/>
                </a:lnTo>
                <a:lnTo>
                  <a:pt x="2461985" y="2786710"/>
                </a:lnTo>
                <a:lnTo>
                  <a:pt x="2487569" y="2786710"/>
                </a:lnTo>
                <a:lnTo>
                  <a:pt x="2495441" y="2790646"/>
                </a:lnTo>
                <a:lnTo>
                  <a:pt x="2511185" y="2790646"/>
                </a:lnTo>
                <a:lnTo>
                  <a:pt x="2519058" y="2802454"/>
                </a:lnTo>
                <a:lnTo>
                  <a:pt x="2511185" y="2818199"/>
                </a:lnTo>
                <a:lnTo>
                  <a:pt x="2499377" y="2839847"/>
                </a:lnTo>
                <a:lnTo>
                  <a:pt x="2499377" y="2871335"/>
                </a:lnTo>
                <a:lnTo>
                  <a:pt x="2499377" y="2877239"/>
                </a:lnTo>
                <a:lnTo>
                  <a:pt x="2487569" y="2889047"/>
                </a:lnTo>
                <a:lnTo>
                  <a:pt x="2487567" y="2889047"/>
                </a:lnTo>
                <a:lnTo>
                  <a:pt x="2479696" y="2896918"/>
                </a:lnTo>
                <a:lnTo>
                  <a:pt x="2479696" y="2916598"/>
                </a:lnTo>
                <a:lnTo>
                  <a:pt x="2461984" y="2953990"/>
                </a:lnTo>
                <a:lnTo>
                  <a:pt x="2458047" y="2953990"/>
                </a:lnTo>
                <a:lnTo>
                  <a:pt x="2446534" y="2946315"/>
                </a:lnTo>
                <a:lnTo>
                  <a:pt x="2446238" y="2948086"/>
                </a:lnTo>
                <a:lnTo>
                  <a:pt x="2461982" y="2955958"/>
                </a:lnTo>
                <a:lnTo>
                  <a:pt x="2489794" y="2963375"/>
                </a:lnTo>
                <a:lnTo>
                  <a:pt x="2536768" y="2959895"/>
                </a:lnTo>
                <a:lnTo>
                  <a:pt x="2585969" y="2955959"/>
                </a:lnTo>
                <a:lnTo>
                  <a:pt x="2605649" y="2975639"/>
                </a:lnTo>
                <a:lnTo>
                  <a:pt x="2615489" y="2983511"/>
                </a:lnTo>
                <a:lnTo>
                  <a:pt x="2593841" y="2987447"/>
                </a:lnTo>
                <a:lnTo>
                  <a:pt x="2570225" y="2991383"/>
                </a:lnTo>
                <a:lnTo>
                  <a:pt x="2552512" y="3011063"/>
                </a:lnTo>
                <a:lnTo>
                  <a:pt x="2540704" y="3011063"/>
                </a:lnTo>
                <a:lnTo>
                  <a:pt x="2513151" y="3022871"/>
                </a:lnTo>
                <a:lnTo>
                  <a:pt x="2513152" y="3022872"/>
                </a:lnTo>
                <a:lnTo>
                  <a:pt x="2540703" y="3011064"/>
                </a:lnTo>
                <a:lnTo>
                  <a:pt x="2552512" y="3011064"/>
                </a:lnTo>
                <a:lnTo>
                  <a:pt x="2570224" y="2991384"/>
                </a:lnTo>
                <a:lnTo>
                  <a:pt x="2593840" y="2987448"/>
                </a:lnTo>
                <a:lnTo>
                  <a:pt x="2615489" y="2983512"/>
                </a:lnTo>
                <a:lnTo>
                  <a:pt x="2615489" y="2985480"/>
                </a:lnTo>
                <a:lnTo>
                  <a:pt x="2615489" y="3011064"/>
                </a:lnTo>
                <a:lnTo>
                  <a:pt x="2609585" y="3042553"/>
                </a:lnTo>
                <a:lnTo>
                  <a:pt x="2605649" y="3066169"/>
                </a:lnTo>
                <a:lnTo>
                  <a:pt x="2609585" y="3091753"/>
                </a:lnTo>
                <a:lnTo>
                  <a:pt x="2607616" y="3109465"/>
                </a:lnTo>
                <a:lnTo>
                  <a:pt x="2607579" y="3109457"/>
                </a:lnTo>
                <a:lnTo>
                  <a:pt x="2607614" y="3109465"/>
                </a:lnTo>
                <a:lnTo>
                  <a:pt x="2637134" y="3137017"/>
                </a:lnTo>
                <a:lnTo>
                  <a:pt x="2637134" y="3146856"/>
                </a:lnTo>
                <a:lnTo>
                  <a:pt x="2660751" y="3162600"/>
                </a:lnTo>
                <a:lnTo>
                  <a:pt x="2672559" y="3166536"/>
                </a:lnTo>
                <a:lnTo>
                  <a:pt x="2700112" y="3154728"/>
                </a:lnTo>
                <a:lnTo>
                  <a:pt x="2711920" y="3146856"/>
                </a:lnTo>
                <a:lnTo>
                  <a:pt x="2735536" y="3150792"/>
                </a:lnTo>
                <a:lnTo>
                  <a:pt x="2755216" y="3162600"/>
                </a:lnTo>
                <a:lnTo>
                  <a:pt x="2768992" y="3180312"/>
                </a:lnTo>
                <a:lnTo>
                  <a:pt x="2788672" y="3184248"/>
                </a:lnTo>
                <a:lnTo>
                  <a:pt x="2778836" y="3199987"/>
                </a:lnTo>
                <a:lnTo>
                  <a:pt x="2788672" y="3186217"/>
                </a:lnTo>
                <a:lnTo>
                  <a:pt x="2796544" y="3178345"/>
                </a:lnTo>
                <a:lnTo>
                  <a:pt x="2792608" y="3162601"/>
                </a:lnTo>
                <a:lnTo>
                  <a:pt x="2812288" y="3148825"/>
                </a:lnTo>
                <a:lnTo>
                  <a:pt x="2812288" y="3133081"/>
                </a:lnTo>
                <a:lnTo>
                  <a:pt x="2824097" y="3129145"/>
                </a:lnTo>
                <a:lnTo>
                  <a:pt x="2828033" y="3109464"/>
                </a:lnTo>
                <a:lnTo>
                  <a:pt x="2837873" y="3099624"/>
                </a:lnTo>
                <a:lnTo>
                  <a:pt x="2849680" y="3101592"/>
                </a:lnTo>
                <a:lnTo>
                  <a:pt x="2857553" y="3095688"/>
                </a:lnTo>
                <a:lnTo>
                  <a:pt x="2910690" y="3079944"/>
                </a:lnTo>
                <a:lnTo>
                  <a:pt x="2914625" y="3064200"/>
                </a:lnTo>
                <a:lnTo>
                  <a:pt x="2932338" y="3064200"/>
                </a:lnTo>
                <a:lnTo>
                  <a:pt x="2944146" y="3068136"/>
                </a:lnTo>
                <a:lnTo>
                  <a:pt x="2944146" y="3076008"/>
                </a:lnTo>
                <a:lnTo>
                  <a:pt x="2944142" y="3076009"/>
                </a:lnTo>
                <a:lnTo>
                  <a:pt x="2944147" y="3076008"/>
                </a:lnTo>
                <a:lnTo>
                  <a:pt x="2924466" y="3091752"/>
                </a:lnTo>
                <a:lnTo>
                  <a:pt x="2920530" y="3103560"/>
                </a:lnTo>
                <a:lnTo>
                  <a:pt x="2924466" y="3113401"/>
                </a:lnTo>
                <a:lnTo>
                  <a:pt x="2916594" y="3133081"/>
                </a:lnTo>
                <a:lnTo>
                  <a:pt x="2924466" y="3156697"/>
                </a:lnTo>
                <a:lnTo>
                  <a:pt x="2944147" y="3152761"/>
                </a:lnTo>
                <a:lnTo>
                  <a:pt x="2944147" y="3129145"/>
                </a:lnTo>
                <a:lnTo>
                  <a:pt x="2936274" y="3113401"/>
                </a:lnTo>
                <a:lnTo>
                  <a:pt x="2940211" y="3099624"/>
                </a:lnTo>
                <a:lnTo>
                  <a:pt x="2973667" y="3091752"/>
                </a:lnTo>
                <a:lnTo>
                  <a:pt x="2971699" y="3068136"/>
                </a:lnTo>
                <a:lnTo>
                  <a:pt x="2977603" y="3072072"/>
                </a:lnTo>
                <a:lnTo>
                  <a:pt x="2985475" y="3083880"/>
                </a:lnTo>
                <a:lnTo>
                  <a:pt x="3001219" y="3083880"/>
                </a:lnTo>
                <a:lnTo>
                  <a:pt x="3018931" y="3091752"/>
                </a:lnTo>
                <a:lnTo>
                  <a:pt x="3018931" y="3107496"/>
                </a:lnTo>
                <a:lnTo>
                  <a:pt x="3087812" y="3113401"/>
                </a:lnTo>
                <a:lnTo>
                  <a:pt x="3099620" y="3121273"/>
                </a:lnTo>
                <a:lnTo>
                  <a:pt x="3119301" y="3125209"/>
                </a:lnTo>
                <a:lnTo>
                  <a:pt x="3131108" y="3121273"/>
                </a:lnTo>
                <a:lnTo>
                  <a:pt x="3148821" y="3107496"/>
                </a:lnTo>
                <a:lnTo>
                  <a:pt x="3160629" y="3107496"/>
                </a:lnTo>
                <a:lnTo>
                  <a:pt x="3180309" y="3109465"/>
                </a:lnTo>
                <a:lnTo>
                  <a:pt x="3194086" y="3133081"/>
                </a:lnTo>
                <a:lnTo>
                  <a:pt x="3217702" y="3133081"/>
                </a:lnTo>
                <a:lnTo>
                  <a:pt x="3235414" y="3148825"/>
                </a:lnTo>
                <a:lnTo>
                  <a:pt x="3247222" y="3160633"/>
                </a:lnTo>
                <a:lnTo>
                  <a:pt x="3262966" y="3174409"/>
                </a:lnTo>
                <a:lnTo>
                  <a:pt x="3262966" y="3174409"/>
                </a:lnTo>
                <a:lnTo>
                  <a:pt x="3286583" y="3182281"/>
                </a:lnTo>
                <a:lnTo>
                  <a:pt x="3304295" y="3194089"/>
                </a:lnTo>
                <a:lnTo>
                  <a:pt x="3312167" y="3213769"/>
                </a:lnTo>
                <a:lnTo>
                  <a:pt x="3327911" y="3219673"/>
                </a:lnTo>
                <a:lnTo>
                  <a:pt x="3335784" y="3231482"/>
                </a:lnTo>
                <a:lnTo>
                  <a:pt x="3343656" y="3249194"/>
                </a:lnTo>
                <a:lnTo>
                  <a:pt x="3339719" y="3270842"/>
                </a:lnTo>
                <a:lnTo>
                  <a:pt x="3320039" y="3290522"/>
                </a:lnTo>
                <a:lnTo>
                  <a:pt x="3323975" y="3314138"/>
                </a:lnTo>
                <a:lnTo>
                  <a:pt x="3345627" y="3324964"/>
                </a:lnTo>
                <a:lnTo>
                  <a:pt x="3345627" y="3323979"/>
                </a:lnTo>
                <a:lnTo>
                  <a:pt x="3323979" y="3312171"/>
                </a:lnTo>
                <a:lnTo>
                  <a:pt x="3320043" y="3290523"/>
                </a:lnTo>
                <a:lnTo>
                  <a:pt x="3339723" y="3270843"/>
                </a:lnTo>
                <a:lnTo>
                  <a:pt x="3343659" y="3249194"/>
                </a:lnTo>
                <a:lnTo>
                  <a:pt x="3357435" y="3241322"/>
                </a:lnTo>
                <a:lnTo>
                  <a:pt x="3418444" y="3247226"/>
                </a:lnTo>
                <a:lnTo>
                  <a:pt x="3434189" y="3249194"/>
                </a:lnTo>
                <a:lnTo>
                  <a:pt x="3457804" y="3253130"/>
                </a:lnTo>
                <a:lnTo>
                  <a:pt x="3467643" y="3259034"/>
                </a:lnTo>
                <a:lnTo>
                  <a:pt x="3500677" y="3286250"/>
                </a:lnTo>
                <a:lnTo>
                  <a:pt x="3501084" y="3284618"/>
                </a:lnTo>
                <a:lnTo>
                  <a:pt x="3516829" y="3312171"/>
                </a:lnTo>
                <a:lnTo>
                  <a:pt x="3528637" y="3337755"/>
                </a:lnTo>
                <a:lnTo>
                  <a:pt x="3540445" y="3349563"/>
                </a:lnTo>
                <a:lnTo>
                  <a:pt x="3554221" y="3365307"/>
                </a:lnTo>
                <a:lnTo>
                  <a:pt x="3550285" y="3383019"/>
                </a:lnTo>
                <a:lnTo>
                  <a:pt x="3540445" y="3390891"/>
                </a:lnTo>
                <a:lnTo>
                  <a:pt x="3528637" y="3398763"/>
                </a:lnTo>
                <a:lnTo>
                  <a:pt x="3540445" y="3406635"/>
                </a:lnTo>
                <a:lnTo>
                  <a:pt x="3554221" y="3402699"/>
                </a:lnTo>
                <a:lnTo>
                  <a:pt x="3566029" y="3414508"/>
                </a:lnTo>
                <a:lnTo>
                  <a:pt x="3573901" y="3414508"/>
                </a:lnTo>
                <a:lnTo>
                  <a:pt x="3593581" y="3422380"/>
                </a:lnTo>
                <a:lnTo>
                  <a:pt x="3581773" y="3440092"/>
                </a:lnTo>
                <a:lnTo>
                  <a:pt x="3558157" y="3455836"/>
                </a:lnTo>
                <a:lnTo>
                  <a:pt x="3558157" y="3463708"/>
                </a:lnTo>
                <a:lnTo>
                  <a:pt x="3569965" y="3463708"/>
                </a:lnTo>
                <a:lnTo>
                  <a:pt x="3597517" y="3440092"/>
                </a:lnTo>
                <a:lnTo>
                  <a:pt x="3605389" y="3428284"/>
                </a:lnTo>
                <a:lnTo>
                  <a:pt x="3630974" y="3428284"/>
                </a:lnTo>
                <a:lnTo>
                  <a:pt x="3660494" y="3444028"/>
                </a:lnTo>
                <a:lnTo>
                  <a:pt x="3688046" y="3444028"/>
                </a:lnTo>
                <a:lnTo>
                  <a:pt x="3707726" y="3463708"/>
                </a:lnTo>
                <a:lnTo>
                  <a:pt x="3691982" y="3481420"/>
                </a:lnTo>
                <a:lnTo>
                  <a:pt x="3699854" y="3493228"/>
                </a:lnTo>
                <a:lnTo>
                  <a:pt x="3717566" y="3477484"/>
                </a:lnTo>
                <a:lnTo>
                  <a:pt x="3733311" y="3477484"/>
                </a:lnTo>
                <a:lnTo>
                  <a:pt x="3782511" y="3489292"/>
                </a:lnTo>
                <a:lnTo>
                  <a:pt x="3813999" y="3485356"/>
                </a:lnTo>
                <a:lnTo>
                  <a:pt x="3835647" y="3501100"/>
                </a:lnTo>
                <a:lnTo>
                  <a:pt x="3867136" y="3508972"/>
                </a:lnTo>
                <a:lnTo>
                  <a:pt x="3912400" y="3542429"/>
                </a:lnTo>
                <a:lnTo>
                  <a:pt x="3973409" y="3558173"/>
                </a:lnTo>
                <a:lnTo>
                  <a:pt x="3979313" y="3579821"/>
                </a:lnTo>
                <a:lnTo>
                  <a:pt x="3979313" y="3656574"/>
                </a:lnTo>
                <a:lnTo>
                  <a:pt x="3965537" y="3674286"/>
                </a:lnTo>
                <a:lnTo>
                  <a:pt x="3957665" y="3693966"/>
                </a:lnTo>
                <a:lnTo>
                  <a:pt x="3949793" y="3705774"/>
                </a:lnTo>
                <a:lnTo>
                  <a:pt x="3926176" y="3713646"/>
                </a:lnTo>
                <a:lnTo>
                  <a:pt x="3920272" y="3721518"/>
                </a:lnTo>
                <a:lnTo>
                  <a:pt x="3912400" y="3743166"/>
                </a:lnTo>
                <a:lnTo>
                  <a:pt x="3900592" y="3762847"/>
                </a:lnTo>
                <a:lnTo>
                  <a:pt x="3871072" y="3776623"/>
                </a:lnTo>
                <a:lnTo>
                  <a:pt x="3867136" y="3784495"/>
                </a:lnTo>
                <a:lnTo>
                  <a:pt x="3859264" y="3829759"/>
                </a:lnTo>
                <a:lnTo>
                  <a:pt x="3867136" y="3853375"/>
                </a:lnTo>
                <a:lnTo>
                  <a:pt x="3859264" y="3876992"/>
                </a:lnTo>
                <a:lnTo>
                  <a:pt x="3867136" y="3908480"/>
                </a:lnTo>
                <a:lnTo>
                  <a:pt x="3843520" y="3920288"/>
                </a:lnTo>
                <a:lnTo>
                  <a:pt x="3835647" y="3949808"/>
                </a:lnTo>
                <a:lnTo>
                  <a:pt x="3835647" y="3969488"/>
                </a:lnTo>
                <a:lnTo>
                  <a:pt x="3827775" y="3975392"/>
                </a:lnTo>
                <a:lnTo>
                  <a:pt x="3823839" y="3995073"/>
                </a:lnTo>
                <a:lnTo>
                  <a:pt x="3810063" y="4022625"/>
                </a:lnTo>
                <a:lnTo>
                  <a:pt x="3806127" y="4052145"/>
                </a:lnTo>
                <a:lnTo>
                  <a:pt x="3786447" y="4060017"/>
                </a:lnTo>
                <a:lnTo>
                  <a:pt x="3778575" y="4071825"/>
                </a:lnTo>
                <a:lnTo>
                  <a:pt x="3762831" y="4077729"/>
                </a:lnTo>
                <a:lnTo>
                  <a:pt x="3749055" y="4073793"/>
                </a:lnTo>
                <a:lnTo>
                  <a:pt x="3737247" y="4081665"/>
                </a:lnTo>
                <a:lnTo>
                  <a:pt x="3717566" y="4081665"/>
                </a:lnTo>
                <a:lnTo>
                  <a:pt x="3699854" y="4081665"/>
                </a:lnTo>
                <a:lnTo>
                  <a:pt x="3684110" y="4101346"/>
                </a:lnTo>
                <a:lnTo>
                  <a:pt x="3672302" y="4105282"/>
                </a:lnTo>
                <a:lnTo>
                  <a:pt x="3652622" y="4101346"/>
                </a:lnTo>
                <a:lnTo>
                  <a:pt x="3630974" y="4121026"/>
                </a:lnTo>
                <a:lnTo>
                  <a:pt x="3630974" y="4126930"/>
                </a:lnTo>
                <a:lnTo>
                  <a:pt x="3619166" y="4130866"/>
                </a:lnTo>
                <a:lnTo>
                  <a:pt x="3607357" y="4146610"/>
                </a:lnTo>
                <a:lnTo>
                  <a:pt x="3593581" y="4154482"/>
                </a:lnTo>
                <a:lnTo>
                  <a:pt x="3589645" y="4187938"/>
                </a:lnTo>
                <a:lnTo>
                  <a:pt x="3593581" y="4203682"/>
                </a:lnTo>
                <a:lnTo>
                  <a:pt x="3589645" y="4237139"/>
                </a:lnTo>
                <a:lnTo>
                  <a:pt x="3566029" y="4264691"/>
                </a:lnTo>
                <a:lnTo>
                  <a:pt x="3554221" y="4264691"/>
                </a:lnTo>
                <a:lnTo>
                  <a:pt x="3544381" y="4282403"/>
                </a:lnTo>
                <a:lnTo>
                  <a:pt x="3540445" y="4302083"/>
                </a:lnTo>
                <a:lnTo>
                  <a:pt x="3516829" y="4339476"/>
                </a:lnTo>
                <a:lnTo>
                  <a:pt x="3497148" y="4363092"/>
                </a:lnTo>
                <a:lnTo>
                  <a:pt x="3497148" y="4351284"/>
                </a:lnTo>
                <a:lnTo>
                  <a:pt x="3512893" y="4335540"/>
                </a:lnTo>
                <a:lnTo>
                  <a:pt x="3516829" y="4325699"/>
                </a:lnTo>
                <a:lnTo>
                  <a:pt x="3528637" y="4306019"/>
                </a:lnTo>
                <a:lnTo>
                  <a:pt x="3520765" y="4302083"/>
                </a:lnTo>
                <a:lnTo>
                  <a:pt x="3497148" y="4325699"/>
                </a:lnTo>
                <a:lnTo>
                  <a:pt x="3495180" y="4335540"/>
                </a:lnTo>
                <a:lnTo>
                  <a:pt x="3479436" y="4355220"/>
                </a:lnTo>
                <a:lnTo>
                  <a:pt x="3491244" y="4367028"/>
                </a:lnTo>
                <a:lnTo>
                  <a:pt x="3491244" y="4378836"/>
                </a:lnTo>
                <a:lnTo>
                  <a:pt x="3459768" y="4404420"/>
                </a:lnTo>
                <a:lnTo>
                  <a:pt x="3455832" y="4412291"/>
                </a:lnTo>
                <a:lnTo>
                  <a:pt x="3440088" y="4430003"/>
                </a:lnTo>
                <a:lnTo>
                  <a:pt x="3440088" y="4437875"/>
                </a:lnTo>
                <a:lnTo>
                  <a:pt x="3422376" y="4461491"/>
                </a:lnTo>
                <a:lnTo>
                  <a:pt x="3394824" y="4461491"/>
                </a:lnTo>
                <a:lnTo>
                  <a:pt x="3377111" y="4457555"/>
                </a:lnTo>
                <a:lnTo>
                  <a:pt x="3349559" y="4445747"/>
                </a:lnTo>
                <a:lnTo>
                  <a:pt x="3333815" y="4445747"/>
                </a:lnTo>
                <a:lnTo>
                  <a:pt x="3320038" y="4430003"/>
                </a:lnTo>
                <a:lnTo>
                  <a:pt x="3304294" y="4433939"/>
                </a:lnTo>
                <a:lnTo>
                  <a:pt x="3304294" y="4408355"/>
                </a:lnTo>
                <a:lnTo>
                  <a:pt x="3304326" y="4408323"/>
                </a:lnTo>
                <a:lnTo>
                  <a:pt x="3304287" y="4408356"/>
                </a:lnTo>
                <a:lnTo>
                  <a:pt x="3304287" y="4435908"/>
                </a:lnTo>
                <a:lnTo>
                  <a:pt x="3308223" y="4443780"/>
                </a:lnTo>
                <a:lnTo>
                  <a:pt x="3320031" y="4455588"/>
                </a:lnTo>
                <a:lnTo>
                  <a:pt x="3331839" y="4457556"/>
                </a:lnTo>
                <a:lnTo>
                  <a:pt x="3347583" y="4481173"/>
                </a:lnTo>
                <a:lnTo>
                  <a:pt x="3335775" y="4496917"/>
                </a:lnTo>
                <a:lnTo>
                  <a:pt x="3339711" y="4506757"/>
                </a:lnTo>
                <a:lnTo>
                  <a:pt x="3353487" y="4520533"/>
                </a:lnTo>
                <a:lnTo>
                  <a:pt x="3343647" y="4544149"/>
                </a:lnTo>
                <a:lnTo>
                  <a:pt x="3323967" y="4569733"/>
                </a:lnTo>
                <a:lnTo>
                  <a:pt x="3312159" y="4569733"/>
                </a:lnTo>
                <a:lnTo>
                  <a:pt x="3292478" y="4589413"/>
                </a:lnTo>
                <a:lnTo>
                  <a:pt x="3266895" y="4589413"/>
                </a:lnTo>
                <a:lnTo>
                  <a:pt x="3243278" y="4601221"/>
                </a:lnTo>
                <a:lnTo>
                  <a:pt x="3205886" y="4601221"/>
                </a:lnTo>
                <a:lnTo>
                  <a:pt x="3205886" y="4614998"/>
                </a:lnTo>
                <a:lnTo>
                  <a:pt x="3190142" y="4626806"/>
                </a:lnTo>
                <a:lnTo>
                  <a:pt x="3190142" y="4672070"/>
                </a:lnTo>
                <a:lnTo>
                  <a:pt x="3180301" y="4679942"/>
                </a:lnTo>
                <a:lnTo>
                  <a:pt x="3156685" y="4679942"/>
                </a:lnTo>
                <a:lnTo>
                  <a:pt x="3127165" y="4664198"/>
                </a:lnTo>
                <a:lnTo>
                  <a:pt x="3119293" y="4664198"/>
                </a:lnTo>
                <a:lnTo>
                  <a:pt x="3111420" y="4672070"/>
                </a:lnTo>
                <a:lnTo>
                  <a:pt x="3115357" y="4717334"/>
                </a:lnTo>
                <a:lnTo>
                  <a:pt x="3127165" y="4725206"/>
                </a:lnTo>
                <a:lnTo>
                  <a:pt x="3137005" y="4717334"/>
                </a:lnTo>
                <a:lnTo>
                  <a:pt x="3148813" y="4721270"/>
                </a:lnTo>
                <a:lnTo>
                  <a:pt x="3148813" y="4740951"/>
                </a:lnTo>
                <a:lnTo>
                  <a:pt x="3140941" y="4744887"/>
                </a:lnTo>
                <a:lnTo>
                  <a:pt x="3127165" y="4740951"/>
                </a:lnTo>
                <a:lnTo>
                  <a:pt x="3121261" y="4748823"/>
                </a:lnTo>
                <a:lnTo>
                  <a:pt x="3129133" y="4754727"/>
                </a:lnTo>
                <a:lnTo>
                  <a:pt x="3103549" y="4778343"/>
                </a:lnTo>
                <a:lnTo>
                  <a:pt x="3107485" y="4798023"/>
                </a:lnTo>
                <a:lnTo>
                  <a:pt x="3103549" y="4811799"/>
                </a:lnTo>
                <a:lnTo>
                  <a:pt x="3103549" y="4823607"/>
                </a:lnTo>
                <a:lnTo>
                  <a:pt x="3095676" y="4827543"/>
                </a:lnTo>
                <a:lnTo>
                  <a:pt x="3066156" y="4831479"/>
                </a:lnTo>
                <a:lnTo>
                  <a:pt x="3062220" y="4839351"/>
                </a:lnTo>
                <a:lnTo>
                  <a:pt x="3050412" y="4843287"/>
                </a:lnTo>
                <a:lnTo>
                  <a:pt x="3042540" y="4853127"/>
                </a:lnTo>
                <a:lnTo>
                  <a:pt x="3038604" y="4864935"/>
                </a:lnTo>
                <a:lnTo>
                  <a:pt x="3050412" y="4892488"/>
                </a:lnTo>
                <a:lnTo>
                  <a:pt x="3066156" y="4896424"/>
                </a:lnTo>
                <a:lnTo>
                  <a:pt x="3087805" y="4900360"/>
                </a:lnTo>
                <a:lnTo>
                  <a:pt x="3091741" y="4925944"/>
                </a:lnTo>
                <a:lnTo>
                  <a:pt x="3087805" y="4929880"/>
                </a:lnTo>
                <a:lnTo>
                  <a:pt x="3075996" y="4937752"/>
                </a:lnTo>
                <a:lnTo>
                  <a:pt x="3066156" y="4949560"/>
                </a:lnTo>
                <a:lnTo>
                  <a:pt x="3058284" y="4955464"/>
                </a:lnTo>
                <a:lnTo>
                  <a:pt x="3050412" y="4963336"/>
                </a:lnTo>
                <a:lnTo>
                  <a:pt x="3038604" y="4971208"/>
                </a:lnTo>
                <a:lnTo>
                  <a:pt x="3038604" y="4986952"/>
                </a:lnTo>
                <a:lnTo>
                  <a:pt x="3038604" y="4998760"/>
                </a:lnTo>
                <a:lnTo>
                  <a:pt x="3022860" y="5006633"/>
                </a:lnTo>
                <a:lnTo>
                  <a:pt x="3013019" y="5002697"/>
                </a:lnTo>
                <a:lnTo>
                  <a:pt x="3009084" y="5016473"/>
                </a:lnTo>
                <a:lnTo>
                  <a:pt x="2997275" y="5028281"/>
                </a:lnTo>
                <a:lnTo>
                  <a:pt x="3001211" y="5044025"/>
                </a:lnTo>
                <a:lnTo>
                  <a:pt x="2993339" y="5055833"/>
                </a:lnTo>
                <a:lnTo>
                  <a:pt x="2997275" y="5065673"/>
                </a:lnTo>
                <a:lnTo>
                  <a:pt x="3005148" y="5077481"/>
                </a:lnTo>
                <a:lnTo>
                  <a:pt x="3009084" y="5085353"/>
                </a:lnTo>
                <a:lnTo>
                  <a:pt x="3009084" y="5093225"/>
                </a:lnTo>
                <a:lnTo>
                  <a:pt x="2985468" y="5089289"/>
                </a:lnTo>
                <a:lnTo>
                  <a:pt x="2985468" y="5089290"/>
                </a:lnTo>
                <a:lnTo>
                  <a:pt x="2985467" y="5089292"/>
                </a:lnTo>
                <a:lnTo>
                  <a:pt x="2985467" y="5091257"/>
                </a:lnTo>
                <a:lnTo>
                  <a:pt x="2985074" y="5090471"/>
                </a:lnTo>
                <a:lnTo>
                  <a:pt x="2981532" y="5101098"/>
                </a:lnTo>
                <a:lnTo>
                  <a:pt x="2973659" y="5105034"/>
                </a:lnTo>
                <a:lnTo>
                  <a:pt x="2959884" y="5105034"/>
                </a:lnTo>
                <a:lnTo>
                  <a:pt x="2944139" y="5112906"/>
                </a:lnTo>
                <a:lnTo>
                  <a:pt x="2952012" y="5126682"/>
                </a:lnTo>
                <a:lnTo>
                  <a:pt x="2944139" y="5138490"/>
                </a:lnTo>
                <a:lnTo>
                  <a:pt x="2944139" y="5154234"/>
                </a:lnTo>
                <a:lnTo>
                  <a:pt x="2916587" y="5154234"/>
                </a:lnTo>
                <a:lnTo>
                  <a:pt x="2902811" y="5142426"/>
                </a:lnTo>
                <a:lnTo>
                  <a:pt x="2902811" y="5138490"/>
                </a:lnTo>
                <a:lnTo>
                  <a:pt x="2924459" y="5132586"/>
                </a:lnTo>
                <a:lnTo>
                  <a:pt x="2932331" y="5126682"/>
                </a:lnTo>
                <a:lnTo>
                  <a:pt x="2932331" y="5112906"/>
                </a:lnTo>
                <a:lnTo>
                  <a:pt x="2914619" y="5105034"/>
                </a:lnTo>
                <a:lnTo>
                  <a:pt x="2894939" y="5105034"/>
                </a:lnTo>
                <a:lnTo>
                  <a:pt x="2879195" y="5118810"/>
                </a:lnTo>
                <a:lnTo>
                  <a:pt x="2871323" y="5118810"/>
                </a:lnTo>
                <a:lnTo>
                  <a:pt x="2871323" y="5097162"/>
                </a:lnTo>
                <a:lnTo>
                  <a:pt x="2883131" y="5093226"/>
                </a:lnTo>
                <a:lnTo>
                  <a:pt x="2894939" y="5089290"/>
                </a:lnTo>
                <a:lnTo>
                  <a:pt x="2891003" y="5077482"/>
                </a:lnTo>
                <a:lnTo>
                  <a:pt x="2883131" y="5077482"/>
                </a:lnTo>
                <a:lnTo>
                  <a:pt x="2875258" y="5085354"/>
                </a:lnTo>
                <a:lnTo>
                  <a:pt x="2863451" y="5077482"/>
                </a:lnTo>
                <a:lnTo>
                  <a:pt x="2863451" y="5055833"/>
                </a:lnTo>
                <a:lnTo>
                  <a:pt x="2853610" y="5044025"/>
                </a:lnTo>
                <a:lnTo>
                  <a:pt x="2863451" y="5040089"/>
                </a:lnTo>
                <a:lnTo>
                  <a:pt x="2857546" y="5028281"/>
                </a:lnTo>
                <a:lnTo>
                  <a:pt x="2845738" y="5024345"/>
                </a:lnTo>
                <a:lnTo>
                  <a:pt x="2849675" y="5012537"/>
                </a:lnTo>
                <a:lnTo>
                  <a:pt x="2845738" y="4986953"/>
                </a:lnTo>
                <a:lnTo>
                  <a:pt x="2849675" y="4967273"/>
                </a:lnTo>
                <a:lnTo>
                  <a:pt x="2849675" y="4953497"/>
                </a:lnTo>
                <a:lnTo>
                  <a:pt x="2845738" y="4937752"/>
                </a:lnTo>
                <a:lnTo>
                  <a:pt x="2849675" y="4933816"/>
                </a:lnTo>
                <a:lnTo>
                  <a:pt x="2857546" y="4941689"/>
                </a:lnTo>
                <a:lnTo>
                  <a:pt x="2859514" y="4945625"/>
                </a:lnTo>
                <a:lnTo>
                  <a:pt x="2871323" y="4941689"/>
                </a:lnTo>
                <a:lnTo>
                  <a:pt x="2867387" y="4925944"/>
                </a:lnTo>
                <a:lnTo>
                  <a:pt x="2859514" y="4918072"/>
                </a:lnTo>
                <a:lnTo>
                  <a:pt x="2853610" y="4925944"/>
                </a:lnTo>
                <a:lnTo>
                  <a:pt x="2845738" y="4925944"/>
                </a:lnTo>
                <a:lnTo>
                  <a:pt x="2837867" y="4922008"/>
                </a:lnTo>
                <a:lnTo>
                  <a:pt x="2841802" y="4914136"/>
                </a:lnTo>
                <a:lnTo>
                  <a:pt x="2853610" y="4904296"/>
                </a:lnTo>
                <a:lnTo>
                  <a:pt x="2853610" y="4896424"/>
                </a:lnTo>
                <a:lnTo>
                  <a:pt x="2837867" y="4892488"/>
                </a:lnTo>
                <a:lnTo>
                  <a:pt x="2829994" y="4888552"/>
                </a:lnTo>
                <a:lnTo>
                  <a:pt x="2814250" y="4888552"/>
                </a:lnTo>
                <a:lnTo>
                  <a:pt x="2814250" y="4884616"/>
                </a:lnTo>
                <a:lnTo>
                  <a:pt x="2829994" y="4872808"/>
                </a:lnTo>
                <a:lnTo>
                  <a:pt x="2833931" y="4857064"/>
                </a:lnTo>
                <a:lnTo>
                  <a:pt x="2853610" y="4861000"/>
                </a:lnTo>
                <a:lnTo>
                  <a:pt x="2853610" y="4876744"/>
                </a:lnTo>
                <a:lnTo>
                  <a:pt x="2853610" y="4884616"/>
                </a:lnTo>
                <a:lnTo>
                  <a:pt x="2859514" y="4884616"/>
                </a:lnTo>
                <a:lnTo>
                  <a:pt x="2871323" y="4868872"/>
                </a:lnTo>
                <a:lnTo>
                  <a:pt x="2867387" y="4855096"/>
                </a:lnTo>
                <a:lnTo>
                  <a:pt x="2875258" y="4847224"/>
                </a:lnTo>
                <a:lnTo>
                  <a:pt x="2883131" y="4843288"/>
                </a:lnTo>
                <a:lnTo>
                  <a:pt x="2883131" y="4827544"/>
                </a:lnTo>
                <a:lnTo>
                  <a:pt x="2894939" y="4815735"/>
                </a:lnTo>
                <a:lnTo>
                  <a:pt x="2894939" y="4807863"/>
                </a:lnTo>
                <a:lnTo>
                  <a:pt x="2883131" y="4805895"/>
                </a:lnTo>
                <a:lnTo>
                  <a:pt x="2879195" y="4786215"/>
                </a:lnTo>
                <a:lnTo>
                  <a:pt x="2894939" y="4762599"/>
                </a:lnTo>
                <a:lnTo>
                  <a:pt x="2891003" y="4737015"/>
                </a:lnTo>
                <a:lnTo>
                  <a:pt x="2898875" y="4725207"/>
                </a:lnTo>
                <a:lnTo>
                  <a:pt x="2894939" y="4709463"/>
                </a:lnTo>
                <a:lnTo>
                  <a:pt x="2898875" y="4697655"/>
                </a:lnTo>
                <a:lnTo>
                  <a:pt x="2891003" y="4695687"/>
                </a:lnTo>
                <a:lnTo>
                  <a:pt x="2875258" y="4701591"/>
                </a:lnTo>
                <a:lnTo>
                  <a:pt x="2857546" y="4683878"/>
                </a:lnTo>
                <a:lnTo>
                  <a:pt x="2863451" y="4664198"/>
                </a:lnTo>
                <a:lnTo>
                  <a:pt x="2867387" y="4634678"/>
                </a:lnTo>
                <a:lnTo>
                  <a:pt x="2875258" y="4622870"/>
                </a:lnTo>
                <a:lnTo>
                  <a:pt x="2879195" y="4593350"/>
                </a:lnTo>
                <a:lnTo>
                  <a:pt x="2867387" y="4561861"/>
                </a:lnTo>
                <a:lnTo>
                  <a:pt x="2867387" y="4530373"/>
                </a:lnTo>
                <a:lnTo>
                  <a:pt x="2879195" y="4524469"/>
                </a:lnTo>
                <a:lnTo>
                  <a:pt x="2883131" y="4502821"/>
                </a:lnTo>
                <a:lnTo>
                  <a:pt x="2894939" y="4489045"/>
                </a:lnTo>
                <a:lnTo>
                  <a:pt x="2902811" y="4469365"/>
                </a:lnTo>
                <a:lnTo>
                  <a:pt x="2910683" y="4443780"/>
                </a:lnTo>
                <a:lnTo>
                  <a:pt x="2916587" y="4416228"/>
                </a:lnTo>
                <a:lnTo>
                  <a:pt x="2932331" y="4394580"/>
                </a:lnTo>
                <a:lnTo>
                  <a:pt x="2932331" y="4347348"/>
                </a:lnTo>
                <a:lnTo>
                  <a:pt x="2924459" y="4302083"/>
                </a:lnTo>
                <a:lnTo>
                  <a:pt x="2936267" y="4294211"/>
                </a:lnTo>
                <a:lnTo>
                  <a:pt x="2936267" y="4264691"/>
                </a:lnTo>
                <a:lnTo>
                  <a:pt x="2932331" y="4252883"/>
                </a:lnTo>
                <a:lnTo>
                  <a:pt x="2952012" y="4178098"/>
                </a:lnTo>
                <a:lnTo>
                  <a:pt x="2959884" y="4146610"/>
                </a:lnTo>
                <a:lnTo>
                  <a:pt x="2955947" y="4079698"/>
                </a:lnTo>
                <a:lnTo>
                  <a:pt x="2967755" y="4071825"/>
                </a:lnTo>
                <a:lnTo>
                  <a:pt x="2971691" y="3995073"/>
                </a:lnTo>
                <a:lnTo>
                  <a:pt x="2963820" y="3987201"/>
                </a:lnTo>
                <a:lnTo>
                  <a:pt x="2967609" y="3939837"/>
                </a:lnTo>
                <a:lnTo>
                  <a:pt x="2922502" y="3902576"/>
                </a:lnTo>
                <a:lnTo>
                  <a:pt x="2902821" y="3900608"/>
                </a:lnTo>
                <a:lnTo>
                  <a:pt x="2877238" y="3867152"/>
                </a:lnTo>
                <a:lnTo>
                  <a:pt x="2853621" y="3867152"/>
                </a:lnTo>
                <a:lnTo>
                  <a:pt x="2828037" y="3847471"/>
                </a:lnTo>
                <a:lnTo>
                  <a:pt x="2820164" y="3839599"/>
                </a:lnTo>
                <a:lnTo>
                  <a:pt x="2800484" y="3831727"/>
                </a:lnTo>
                <a:lnTo>
                  <a:pt x="2792612" y="3804175"/>
                </a:lnTo>
                <a:lnTo>
                  <a:pt x="2796548" y="3790399"/>
                </a:lnTo>
                <a:lnTo>
                  <a:pt x="2776868" y="3770719"/>
                </a:lnTo>
                <a:lnTo>
                  <a:pt x="2776868" y="3754974"/>
                </a:lnTo>
                <a:lnTo>
                  <a:pt x="2763091" y="3743166"/>
                </a:lnTo>
                <a:lnTo>
                  <a:pt x="2759156" y="3729390"/>
                </a:lnTo>
                <a:lnTo>
                  <a:pt x="2743412" y="3697902"/>
                </a:lnTo>
                <a:lnTo>
                  <a:pt x="2731603" y="3656574"/>
                </a:lnTo>
                <a:lnTo>
                  <a:pt x="2711923" y="3634925"/>
                </a:lnTo>
                <a:lnTo>
                  <a:pt x="2696179" y="3595565"/>
                </a:lnTo>
                <a:lnTo>
                  <a:pt x="2676499" y="3591629"/>
                </a:lnTo>
                <a:lnTo>
                  <a:pt x="2664690" y="3577853"/>
                </a:lnTo>
                <a:lnTo>
                  <a:pt x="2672562" y="3573917"/>
                </a:lnTo>
                <a:lnTo>
                  <a:pt x="2672562" y="3566045"/>
                </a:lnTo>
                <a:lnTo>
                  <a:pt x="2664690" y="3558173"/>
                </a:lnTo>
                <a:lnTo>
                  <a:pt x="2666658" y="3546365"/>
                </a:lnTo>
                <a:lnTo>
                  <a:pt x="2664690" y="3528652"/>
                </a:lnTo>
                <a:lnTo>
                  <a:pt x="2676497" y="3520781"/>
                </a:lnTo>
                <a:lnTo>
                  <a:pt x="2676497" y="3520780"/>
                </a:lnTo>
                <a:lnTo>
                  <a:pt x="2676497" y="3512908"/>
                </a:lnTo>
                <a:lnTo>
                  <a:pt x="2690274" y="3508972"/>
                </a:lnTo>
                <a:lnTo>
                  <a:pt x="2707986" y="3505036"/>
                </a:lnTo>
                <a:lnTo>
                  <a:pt x="2711922" y="3491260"/>
                </a:lnTo>
                <a:lnTo>
                  <a:pt x="2707986" y="3479452"/>
                </a:lnTo>
                <a:lnTo>
                  <a:pt x="2700114" y="3487324"/>
                </a:lnTo>
                <a:lnTo>
                  <a:pt x="2688306" y="3487324"/>
                </a:lnTo>
                <a:lnTo>
                  <a:pt x="2676497" y="3471580"/>
                </a:lnTo>
                <a:lnTo>
                  <a:pt x="2676497" y="3434188"/>
                </a:lnTo>
                <a:lnTo>
                  <a:pt x="2690274" y="3422379"/>
                </a:lnTo>
                <a:lnTo>
                  <a:pt x="2690274" y="3388923"/>
                </a:lnTo>
                <a:lnTo>
                  <a:pt x="2702082" y="3384987"/>
                </a:lnTo>
                <a:lnTo>
                  <a:pt x="2713890" y="3381051"/>
                </a:lnTo>
                <a:lnTo>
                  <a:pt x="2723730" y="3381051"/>
                </a:lnTo>
                <a:lnTo>
                  <a:pt x="2740082" y="3389227"/>
                </a:lnTo>
                <a:lnTo>
                  <a:pt x="2723727" y="3381050"/>
                </a:lnTo>
                <a:lnTo>
                  <a:pt x="2729631" y="3355466"/>
                </a:lnTo>
                <a:lnTo>
                  <a:pt x="2741440" y="3335785"/>
                </a:lnTo>
                <a:lnTo>
                  <a:pt x="2755216" y="3331849"/>
                </a:lnTo>
                <a:lnTo>
                  <a:pt x="2763088" y="3323977"/>
                </a:lnTo>
                <a:lnTo>
                  <a:pt x="2763088" y="3312169"/>
                </a:lnTo>
                <a:lnTo>
                  <a:pt x="2772928" y="3302329"/>
                </a:lnTo>
                <a:lnTo>
                  <a:pt x="2770960" y="3282649"/>
                </a:lnTo>
                <a:lnTo>
                  <a:pt x="2767024" y="3255097"/>
                </a:lnTo>
                <a:lnTo>
                  <a:pt x="2767024" y="3223609"/>
                </a:lnTo>
                <a:lnTo>
                  <a:pt x="2763088" y="3203929"/>
                </a:lnTo>
                <a:lnTo>
                  <a:pt x="2778832" y="3199993"/>
                </a:lnTo>
                <a:lnTo>
                  <a:pt x="2778832" y="3199992"/>
                </a:lnTo>
                <a:lnTo>
                  <a:pt x="2763089" y="3203928"/>
                </a:lnTo>
                <a:lnTo>
                  <a:pt x="2753248" y="3192120"/>
                </a:lnTo>
                <a:lnTo>
                  <a:pt x="2743408" y="3170472"/>
                </a:lnTo>
                <a:lnTo>
                  <a:pt x="2729632" y="3162600"/>
                </a:lnTo>
                <a:lnTo>
                  <a:pt x="2711920" y="3166536"/>
                </a:lnTo>
                <a:lnTo>
                  <a:pt x="2700112" y="3174408"/>
                </a:lnTo>
                <a:lnTo>
                  <a:pt x="2696175" y="3180312"/>
                </a:lnTo>
                <a:lnTo>
                  <a:pt x="2702079" y="3196056"/>
                </a:lnTo>
                <a:lnTo>
                  <a:pt x="2684367" y="3207864"/>
                </a:lnTo>
                <a:lnTo>
                  <a:pt x="2672559" y="3199992"/>
                </a:lnTo>
                <a:lnTo>
                  <a:pt x="2656814" y="3192120"/>
                </a:lnTo>
                <a:lnTo>
                  <a:pt x="2652878" y="3184248"/>
                </a:lnTo>
                <a:lnTo>
                  <a:pt x="2629265" y="3174409"/>
                </a:lnTo>
                <a:lnTo>
                  <a:pt x="2619422" y="3174409"/>
                </a:lnTo>
                <a:lnTo>
                  <a:pt x="2599742" y="3154729"/>
                </a:lnTo>
                <a:lnTo>
                  <a:pt x="2587934" y="3137017"/>
                </a:lnTo>
                <a:lnTo>
                  <a:pt x="2574157" y="3129145"/>
                </a:lnTo>
                <a:lnTo>
                  <a:pt x="2566286" y="3133081"/>
                </a:lnTo>
                <a:lnTo>
                  <a:pt x="2546605" y="3121273"/>
                </a:lnTo>
                <a:lnTo>
                  <a:pt x="2542669" y="3103561"/>
                </a:lnTo>
                <a:lnTo>
                  <a:pt x="2544561" y="3103443"/>
                </a:lnTo>
                <a:lnTo>
                  <a:pt x="2528895" y="3079945"/>
                </a:lnTo>
                <a:lnTo>
                  <a:pt x="2509214" y="3058297"/>
                </a:lnTo>
                <a:lnTo>
                  <a:pt x="2495439" y="3050425"/>
                </a:lnTo>
                <a:lnTo>
                  <a:pt x="2495439" y="3042553"/>
                </a:lnTo>
                <a:lnTo>
                  <a:pt x="2503881" y="3043960"/>
                </a:lnTo>
                <a:lnTo>
                  <a:pt x="2495439" y="3040583"/>
                </a:lnTo>
                <a:lnTo>
                  <a:pt x="2495439" y="3036647"/>
                </a:lnTo>
                <a:lnTo>
                  <a:pt x="2487567" y="3032711"/>
                </a:lnTo>
                <a:lnTo>
                  <a:pt x="2467887" y="3014999"/>
                </a:lnTo>
                <a:lnTo>
                  <a:pt x="2436359" y="3003872"/>
                </a:lnTo>
                <a:lnTo>
                  <a:pt x="2436358" y="3003873"/>
                </a:lnTo>
                <a:lnTo>
                  <a:pt x="2467887" y="3015001"/>
                </a:lnTo>
                <a:lnTo>
                  <a:pt x="2487567" y="3032713"/>
                </a:lnTo>
                <a:lnTo>
                  <a:pt x="2485599" y="3034681"/>
                </a:lnTo>
                <a:lnTo>
                  <a:pt x="2479695" y="3036649"/>
                </a:lnTo>
                <a:lnTo>
                  <a:pt x="2463951" y="3040585"/>
                </a:lnTo>
                <a:lnTo>
                  <a:pt x="2422622" y="3020905"/>
                </a:lnTo>
                <a:lnTo>
                  <a:pt x="2428536" y="3012035"/>
                </a:lnTo>
                <a:lnTo>
                  <a:pt x="2422622" y="3018934"/>
                </a:lnTo>
                <a:lnTo>
                  <a:pt x="2369486" y="3009094"/>
                </a:lnTo>
                <a:lnTo>
                  <a:pt x="2357677" y="2997286"/>
                </a:lnTo>
                <a:lnTo>
                  <a:pt x="2365505" y="2958148"/>
                </a:lnTo>
                <a:lnTo>
                  <a:pt x="2357680" y="2995320"/>
                </a:lnTo>
                <a:lnTo>
                  <a:pt x="2328159" y="2969736"/>
                </a:lnTo>
                <a:lnTo>
                  <a:pt x="2324223" y="2957928"/>
                </a:lnTo>
                <a:lnTo>
                  <a:pt x="2304543" y="2953992"/>
                </a:lnTo>
                <a:lnTo>
                  <a:pt x="2298638" y="2946120"/>
                </a:lnTo>
                <a:lnTo>
                  <a:pt x="2290767" y="2946120"/>
                </a:lnTo>
                <a:lnTo>
                  <a:pt x="2259278" y="2961864"/>
                </a:lnTo>
                <a:lnTo>
                  <a:pt x="2229758" y="2965800"/>
                </a:lnTo>
                <a:lnTo>
                  <a:pt x="2221886" y="2957928"/>
                </a:lnTo>
                <a:lnTo>
                  <a:pt x="2206141" y="2957928"/>
                </a:lnTo>
                <a:lnTo>
                  <a:pt x="2192365" y="2950056"/>
                </a:lnTo>
                <a:lnTo>
                  <a:pt x="2184493" y="2950056"/>
                </a:lnTo>
                <a:lnTo>
                  <a:pt x="2168749" y="2938248"/>
                </a:lnTo>
                <a:lnTo>
                  <a:pt x="2145133" y="2934312"/>
                </a:lnTo>
                <a:lnTo>
                  <a:pt x="2137260" y="2930376"/>
                </a:lnTo>
                <a:lnTo>
                  <a:pt x="2127421" y="2926440"/>
                </a:lnTo>
                <a:lnTo>
                  <a:pt x="2115612" y="2916600"/>
                </a:lnTo>
                <a:lnTo>
                  <a:pt x="2099868" y="2908727"/>
                </a:lnTo>
                <a:lnTo>
                  <a:pt x="2088060" y="2896919"/>
                </a:lnTo>
                <a:lnTo>
                  <a:pt x="2070347" y="2896919"/>
                </a:lnTo>
                <a:lnTo>
                  <a:pt x="2054603" y="2885111"/>
                </a:lnTo>
                <a:lnTo>
                  <a:pt x="2034923" y="2885111"/>
                </a:lnTo>
                <a:lnTo>
                  <a:pt x="2030987" y="2871335"/>
                </a:lnTo>
                <a:lnTo>
                  <a:pt x="2017211" y="2863463"/>
                </a:lnTo>
                <a:lnTo>
                  <a:pt x="2005402" y="2855591"/>
                </a:lnTo>
                <a:lnTo>
                  <a:pt x="1989658" y="2847719"/>
                </a:lnTo>
                <a:lnTo>
                  <a:pt x="1985722" y="2839847"/>
                </a:lnTo>
                <a:lnTo>
                  <a:pt x="1981786" y="2831975"/>
                </a:lnTo>
                <a:lnTo>
                  <a:pt x="1989658" y="2822135"/>
                </a:lnTo>
                <a:lnTo>
                  <a:pt x="1989658" y="2794582"/>
                </a:lnTo>
                <a:lnTo>
                  <a:pt x="1977851" y="2772934"/>
                </a:lnTo>
                <a:lnTo>
                  <a:pt x="1975882" y="2765062"/>
                </a:lnTo>
                <a:lnTo>
                  <a:pt x="1948330" y="2737510"/>
                </a:lnTo>
                <a:lnTo>
                  <a:pt x="1936522" y="2719798"/>
                </a:lnTo>
                <a:lnTo>
                  <a:pt x="1928650" y="2715862"/>
                </a:lnTo>
                <a:lnTo>
                  <a:pt x="1918810" y="2704053"/>
                </a:lnTo>
                <a:lnTo>
                  <a:pt x="1914874" y="2688309"/>
                </a:lnTo>
                <a:lnTo>
                  <a:pt x="1907001" y="2678469"/>
                </a:lnTo>
                <a:lnTo>
                  <a:pt x="1891257" y="2674533"/>
                </a:lnTo>
                <a:lnTo>
                  <a:pt x="1875513" y="2666661"/>
                </a:lnTo>
                <a:lnTo>
                  <a:pt x="1875513" y="2654853"/>
                </a:lnTo>
                <a:lnTo>
                  <a:pt x="1883385" y="2646981"/>
                </a:lnTo>
                <a:lnTo>
                  <a:pt x="1871577" y="2633205"/>
                </a:lnTo>
                <a:lnTo>
                  <a:pt x="1861737" y="2635173"/>
                </a:lnTo>
                <a:lnTo>
                  <a:pt x="1842056" y="2613525"/>
                </a:lnTo>
                <a:lnTo>
                  <a:pt x="1842056" y="2599749"/>
                </a:lnTo>
                <a:lnTo>
                  <a:pt x="1818440" y="2595813"/>
                </a:lnTo>
                <a:lnTo>
                  <a:pt x="1804664" y="2574164"/>
                </a:lnTo>
                <a:lnTo>
                  <a:pt x="1796792" y="2570228"/>
                </a:lnTo>
                <a:lnTo>
                  <a:pt x="1784984" y="2550548"/>
                </a:lnTo>
                <a:lnTo>
                  <a:pt x="1777112" y="2532836"/>
                </a:lnTo>
                <a:lnTo>
                  <a:pt x="1765304" y="2521028"/>
                </a:lnTo>
                <a:lnTo>
                  <a:pt x="1769240" y="2505284"/>
                </a:lnTo>
                <a:lnTo>
                  <a:pt x="1765304" y="2489540"/>
                </a:lnTo>
                <a:lnTo>
                  <a:pt x="1755463" y="2489540"/>
                </a:lnTo>
                <a:lnTo>
                  <a:pt x="1751528" y="2479699"/>
                </a:lnTo>
                <a:lnTo>
                  <a:pt x="1747592" y="2479699"/>
                </a:lnTo>
                <a:lnTo>
                  <a:pt x="1735783" y="2483635"/>
                </a:lnTo>
                <a:lnTo>
                  <a:pt x="1723975" y="2471827"/>
                </a:lnTo>
                <a:lnTo>
                  <a:pt x="1720039" y="2475763"/>
                </a:lnTo>
                <a:lnTo>
                  <a:pt x="1723975" y="2524964"/>
                </a:lnTo>
                <a:lnTo>
                  <a:pt x="1727911" y="2532836"/>
                </a:lnTo>
                <a:lnTo>
                  <a:pt x="1769240" y="2578100"/>
                </a:lnTo>
                <a:lnTo>
                  <a:pt x="1769240" y="2584004"/>
                </a:lnTo>
                <a:lnTo>
                  <a:pt x="1781048" y="2599749"/>
                </a:lnTo>
                <a:lnTo>
                  <a:pt x="1784984" y="2605653"/>
                </a:lnTo>
                <a:lnTo>
                  <a:pt x="1814505" y="2639109"/>
                </a:lnTo>
                <a:lnTo>
                  <a:pt x="1822376" y="2662725"/>
                </a:lnTo>
                <a:lnTo>
                  <a:pt x="1826312" y="2674533"/>
                </a:lnTo>
                <a:lnTo>
                  <a:pt x="1838120" y="2688309"/>
                </a:lnTo>
                <a:lnTo>
                  <a:pt x="1842056" y="2704053"/>
                </a:lnTo>
                <a:lnTo>
                  <a:pt x="1853864" y="2711926"/>
                </a:lnTo>
                <a:lnTo>
                  <a:pt x="1863705" y="2725702"/>
                </a:lnTo>
                <a:lnTo>
                  <a:pt x="1869609" y="2737510"/>
                </a:lnTo>
                <a:lnTo>
                  <a:pt x="1869609" y="2753254"/>
                </a:lnTo>
                <a:lnTo>
                  <a:pt x="1857801" y="2757190"/>
                </a:lnTo>
                <a:lnTo>
                  <a:pt x="1853864" y="2737510"/>
                </a:lnTo>
                <a:lnTo>
                  <a:pt x="1826312" y="2715862"/>
                </a:lnTo>
                <a:lnTo>
                  <a:pt x="1814505" y="2711926"/>
                </a:lnTo>
                <a:lnTo>
                  <a:pt x="1800728" y="2692245"/>
                </a:lnTo>
                <a:lnTo>
                  <a:pt x="1796792" y="2662725"/>
                </a:lnTo>
                <a:lnTo>
                  <a:pt x="1784984" y="2650917"/>
                </a:lnTo>
                <a:lnTo>
                  <a:pt x="1765304" y="2635173"/>
                </a:lnTo>
                <a:lnTo>
                  <a:pt x="1747592" y="2633205"/>
                </a:lnTo>
                <a:lnTo>
                  <a:pt x="1720039" y="2613525"/>
                </a:lnTo>
                <a:lnTo>
                  <a:pt x="1720039" y="2611557"/>
                </a:lnTo>
                <a:lnTo>
                  <a:pt x="1720039" y="2605653"/>
                </a:lnTo>
                <a:lnTo>
                  <a:pt x="1743655" y="2605653"/>
                </a:lnTo>
                <a:lnTo>
                  <a:pt x="1739719" y="2584004"/>
                </a:lnTo>
                <a:lnTo>
                  <a:pt x="1739719" y="2574164"/>
                </a:lnTo>
                <a:lnTo>
                  <a:pt x="1716103" y="2550548"/>
                </a:lnTo>
                <a:lnTo>
                  <a:pt x="1708231" y="2546612"/>
                </a:lnTo>
                <a:lnTo>
                  <a:pt x="1698391" y="2532836"/>
                </a:lnTo>
                <a:lnTo>
                  <a:pt x="1692486" y="2517092"/>
                </a:lnTo>
                <a:lnTo>
                  <a:pt x="1662966" y="2487572"/>
                </a:lnTo>
                <a:lnTo>
                  <a:pt x="1659030" y="2463955"/>
                </a:lnTo>
                <a:lnTo>
                  <a:pt x="1655094" y="2452147"/>
                </a:lnTo>
                <a:lnTo>
                  <a:pt x="1670839" y="2448211"/>
                </a:lnTo>
                <a:lnTo>
                  <a:pt x="1720039" y="2444275"/>
                </a:lnTo>
                <a:lnTo>
                  <a:pt x="1761367" y="2463955"/>
                </a:lnTo>
                <a:lnTo>
                  <a:pt x="1802696" y="2489540"/>
                </a:lnTo>
                <a:lnTo>
                  <a:pt x="1818440" y="2493476"/>
                </a:lnTo>
                <a:lnTo>
                  <a:pt x="1879449" y="2493476"/>
                </a:lnTo>
                <a:lnTo>
                  <a:pt x="1907001" y="2485604"/>
                </a:lnTo>
                <a:lnTo>
                  <a:pt x="1914874" y="2471827"/>
                </a:lnTo>
                <a:lnTo>
                  <a:pt x="1940458" y="2471827"/>
                </a:lnTo>
                <a:lnTo>
                  <a:pt x="1966042" y="2475763"/>
                </a:lnTo>
                <a:lnTo>
                  <a:pt x="1993595" y="2501348"/>
                </a:lnTo>
                <a:lnTo>
                  <a:pt x="2005402" y="2501348"/>
                </a:lnTo>
                <a:lnTo>
                  <a:pt x="2013274" y="2513155"/>
                </a:lnTo>
                <a:lnTo>
                  <a:pt x="2013274" y="2513154"/>
                </a:lnTo>
                <a:lnTo>
                  <a:pt x="2005402" y="2501346"/>
                </a:lnTo>
                <a:lnTo>
                  <a:pt x="1993593" y="2501346"/>
                </a:lnTo>
                <a:lnTo>
                  <a:pt x="1966041" y="2473794"/>
                </a:lnTo>
                <a:lnTo>
                  <a:pt x="1940457" y="2469858"/>
                </a:lnTo>
                <a:lnTo>
                  <a:pt x="1912905" y="2469858"/>
                </a:lnTo>
                <a:lnTo>
                  <a:pt x="1907001" y="2485602"/>
                </a:lnTo>
                <a:lnTo>
                  <a:pt x="1879448" y="2493474"/>
                </a:lnTo>
                <a:lnTo>
                  <a:pt x="1818439" y="2493474"/>
                </a:lnTo>
                <a:lnTo>
                  <a:pt x="1802695" y="2489538"/>
                </a:lnTo>
                <a:lnTo>
                  <a:pt x="1761367" y="2463954"/>
                </a:lnTo>
                <a:lnTo>
                  <a:pt x="1720038" y="2444273"/>
                </a:lnTo>
                <a:lnTo>
                  <a:pt x="1670837" y="2448209"/>
                </a:lnTo>
                <a:lnTo>
                  <a:pt x="1655093" y="2452145"/>
                </a:lnTo>
                <a:lnTo>
                  <a:pt x="1647221" y="2440337"/>
                </a:lnTo>
                <a:lnTo>
                  <a:pt x="1637381" y="2416721"/>
                </a:lnTo>
                <a:lnTo>
                  <a:pt x="1617701" y="2406881"/>
                </a:lnTo>
                <a:lnTo>
                  <a:pt x="1605893" y="2406881"/>
                </a:lnTo>
                <a:lnTo>
                  <a:pt x="1598021" y="2406881"/>
                </a:lnTo>
                <a:lnTo>
                  <a:pt x="1588180" y="2391137"/>
                </a:lnTo>
                <a:lnTo>
                  <a:pt x="1572436" y="2383265"/>
                </a:lnTo>
                <a:lnTo>
                  <a:pt x="1556692" y="2383265"/>
                </a:lnTo>
                <a:lnTo>
                  <a:pt x="1548820" y="2357681"/>
                </a:lnTo>
                <a:lnTo>
                  <a:pt x="1531108" y="2334065"/>
                </a:lnTo>
                <a:lnTo>
                  <a:pt x="1523235" y="2322257"/>
                </a:lnTo>
                <a:lnTo>
                  <a:pt x="1519299" y="2308480"/>
                </a:lnTo>
                <a:lnTo>
                  <a:pt x="1511428" y="2296672"/>
                </a:lnTo>
                <a:lnTo>
                  <a:pt x="1507491" y="2280928"/>
                </a:lnTo>
                <a:lnTo>
                  <a:pt x="1511428" y="2267152"/>
                </a:lnTo>
                <a:lnTo>
                  <a:pt x="1507491" y="2263216"/>
                </a:lnTo>
                <a:lnTo>
                  <a:pt x="1487811" y="2259280"/>
                </a:lnTo>
                <a:lnTo>
                  <a:pt x="1481907" y="2231728"/>
                </a:lnTo>
                <a:lnTo>
                  <a:pt x="1462227" y="2217952"/>
                </a:lnTo>
                <a:lnTo>
                  <a:pt x="1458291" y="2194336"/>
                </a:lnTo>
                <a:lnTo>
                  <a:pt x="1450419" y="2178592"/>
                </a:lnTo>
                <a:lnTo>
                  <a:pt x="1454355" y="2160879"/>
                </a:lnTo>
                <a:lnTo>
                  <a:pt x="1454355" y="2133327"/>
                </a:lnTo>
                <a:lnTo>
                  <a:pt x="1446483" y="2095935"/>
                </a:lnTo>
                <a:lnTo>
                  <a:pt x="1444515" y="2070351"/>
                </a:lnTo>
                <a:lnTo>
                  <a:pt x="1454355" y="2030990"/>
                </a:lnTo>
                <a:lnTo>
                  <a:pt x="1454355" y="1981790"/>
                </a:lnTo>
                <a:lnTo>
                  <a:pt x="1458291" y="1946366"/>
                </a:lnTo>
                <a:lnTo>
                  <a:pt x="1454355" y="1912910"/>
                </a:lnTo>
                <a:lnTo>
                  <a:pt x="1434674" y="1879453"/>
                </a:lnTo>
                <a:lnTo>
                  <a:pt x="1438610" y="1867645"/>
                </a:lnTo>
                <a:lnTo>
                  <a:pt x="1454355" y="1867645"/>
                </a:lnTo>
                <a:lnTo>
                  <a:pt x="1474035" y="1875517"/>
                </a:lnTo>
                <a:lnTo>
                  <a:pt x="1503555" y="1871581"/>
                </a:lnTo>
                <a:lnTo>
                  <a:pt x="1495683" y="1905038"/>
                </a:lnTo>
                <a:lnTo>
                  <a:pt x="1507491" y="1905038"/>
                </a:lnTo>
                <a:lnTo>
                  <a:pt x="1511428" y="1887325"/>
                </a:lnTo>
                <a:lnTo>
                  <a:pt x="1503555" y="1867645"/>
                </a:lnTo>
                <a:lnTo>
                  <a:pt x="1503555" y="1842061"/>
                </a:lnTo>
                <a:lnTo>
                  <a:pt x="2288612" y="1840094"/>
                </a:lnTo>
                <a:lnTo>
                  <a:pt x="1505523" y="1840094"/>
                </a:lnTo>
                <a:lnTo>
                  <a:pt x="1489779" y="1832222"/>
                </a:lnTo>
                <a:lnTo>
                  <a:pt x="1474035" y="1810573"/>
                </a:lnTo>
                <a:lnTo>
                  <a:pt x="1462227" y="1810573"/>
                </a:lnTo>
                <a:lnTo>
                  <a:pt x="1454354" y="1794829"/>
                </a:lnTo>
                <a:lnTo>
                  <a:pt x="1440578" y="1790893"/>
                </a:lnTo>
                <a:lnTo>
                  <a:pt x="1428770" y="1773181"/>
                </a:lnTo>
                <a:lnTo>
                  <a:pt x="1416962" y="1765309"/>
                </a:lnTo>
                <a:lnTo>
                  <a:pt x="1399250" y="1765309"/>
                </a:lnTo>
                <a:lnTo>
                  <a:pt x="1387441" y="1749565"/>
                </a:lnTo>
                <a:lnTo>
                  <a:pt x="1361857" y="1745629"/>
                </a:lnTo>
                <a:lnTo>
                  <a:pt x="1352017" y="1737757"/>
                </a:lnTo>
                <a:lnTo>
                  <a:pt x="1344145" y="1716108"/>
                </a:lnTo>
                <a:lnTo>
                  <a:pt x="1348081" y="1692492"/>
                </a:lnTo>
                <a:lnTo>
                  <a:pt x="1340209" y="1682652"/>
                </a:lnTo>
                <a:lnTo>
                  <a:pt x="1336273" y="1666908"/>
                </a:lnTo>
                <a:lnTo>
                  <a:pt x="1324465" y="1670844"/>
                </a:lnTo>
                <a:lnTo>
                  <a:pt x="1308721" y="1666908"/>
                </a:lnTo>
                <a:lnTo>
                  <a:pt x="1308721" y="1651164"/>
                </a:lnTo>
                <a:lnTo>
                  <a:pt x="1316593" y="1647228"/>
                </a:lnTo>
                <a:lnTo>
                  <a:pt x="1312657" y="1625580"/>
                </a:lnTo>
                <a:lnTo>
                  <a:pt x="1304785" y="1629516"/>
                </a:lnTo>
                <a:lnTo>
                  <a:pt x="1302817" y="1635420"/>
                </a:lnTo>
                <a:lnTo>
                  <a:pt x="1291009" y="1629516"/>
                </a:lnTo>
                <a:lnTo>
                  <a:pt x="1283137" y="1613771"/>
                </a:lnTo>
                <a:lnTo>
                  <a:pt x="1279201" y="1586219"/>
                </a:lnTo>
                <a:lnTo>
                  <a:pt x="1279201" y="1568507"/>
                </a:lnTo>
                <a:lnTo>
                  <a:pt x="1287073" y="1560635"/>
                </a:lnTo>
                <a:lnTo>
                  <a:pt x="1287073" y="1537019"/>
                </a:lnTo>
                <a:lnTo>
                  <a:pt x="1291009" y="1511435"/>
                </a:lnTo>
                <a:lnTo>
                  <a:pt x="1288944" y="1510196"/>
                </a:lnTo>
                <a:lnTo>
                  <a:pt x="1285112" y="1537019"/>
                </a:lnTo>
                <a:lnTo>
                  <a:pt x="1285112" y="1560636"/>
                </a:lnTo>
                <a:lnTo>
                  <a:pt x="1279208" y="1566540"/>
                </a:lnTo>
                <a:lnTo>
                  <a:pt x="1267400" y="1566540"/>
                </a:lnTo>
                <a:lnTo>
                  <a:pt x="1263464" y="1566540"/>
                </a:lnTo>
                <a:lnTo>
                  <a:pt x="1259528" y="1544891"/>
                </a:lnTo>
                <a:lnTo>
                  <a:pt x="1239848" y="1540955"/>
                </a:lnTo>
                <a:lnTo>
                  <a:pt x="1235912" y="1529147"/>
                </a:lnTo>
                <a:lnTo>
                  <a:pt x="1230008" y="1529147"/>
                </a:lnTo>
                <a:lnTo>
                  <a:pt x="1230008" y="1513403"/>
                </a:lnTo>
                <a:lnTo>
                  <a:pt x="1218200" y="1499627"/>
                </a:lnTo>
                <a:lnTo>
                  <a:pt x="1214264" y="1472075"/>
                </a:lnTo>
                <a:lnTo>
                  <a:pt x="1206392" y="1468139"/>
                </a:lnTo>
                <a:lnTo>
                  <a:pt x="1190648" y="1454363"/>
                </a:lnTo>
                <a:lnTo>
                  <a:pt x="1186712" y="1426810"/>
                </a:lnTo>
                <a:lnTo>
                  <a:pt x="1172936" y="1389418"/>
                </a:lnTo>
                <a:lnTo>
                  <a:pt x="1157192" y="1381546"/>
                </a:lnTo>
                <a:lnTo>
                  <a:pt x="1145384" y="1377610"/>
                </a:lnTo>
                <a:lnTo>
                  <a:pt x="1137512" y="1355962"/>
                </a:lnTo>
                <a:lnTo>
                  <a:pt x="1133575" y="1381546"/>
                </a:lnTo>
                <a:lnTo>
                  <a:pt x="1127672" y="1381546"/>
                </a:lnTo>
                <a:lnTo>
                  <a:pt x="1115863" y="1367770"/>
                </a:lnTo>
                <a:lnTo>
                  <a:pt x="1104055" y="1367770"/>
                </a:lnTo>
                <a:lnTo>
                  <a:pt x="1104055" y="1373674"/>
                </a:lnTo>
                <a:lnTo>
                  <a:pt x="1111928" y="1385482"/>
                </a:lnTo>
                <a:lnTo>
                  <a:pt x="1076503" y="1385482"/>
                </a:lnTo>
                <a:lnTo>
                  <a:pt x="1058791" y="1367770"/>
                </a:lnTo>
                <a:lnTo>
                  <a:pt x="1050919" y="1344154"/>
                </a:lnTo>
                <a:lnTo>
                  <a:pt x="1017463" y="1332346"/>
                </a:lnTo>
                <a:lnTo>
                  <a:pt x="1013527" y="1306761"/>
                </a:lnTo>
                <a:lnTo>
                  <a:pt x="997783" y="1314633"/>
                </a:lnTo>
                <a:lnTo>
                  <a:pt x="968263" y="1312665"/>
                </a:lnTo>
                <a:lnTo>
                  <a:pt x="964327" y="1304793"/>
                </a:lnTo>
                <a:lnTo>
                  <a:pt x="932839" y="1304793"/>
                </a:lnTo>
                <a:lnTo>
                  <a:pt x="924966" y="1300857"/>
                </a:lnTo>
                <a:lnTo>
                  <a:pt x="907254" y="1296921"/>
                </a:lnTo>
                <a:lnTo>
                  <a:pt x="871830" y="1296921"/>
                </a:lnTo>
                <a:lnTo>
                  <a:pt x="867894" y="1277241"/>
                </a:lnTo>
                <a:lnTo>
                  <a:pt x="861990" y="1271337"/>
                </a:lnTo>
                <a:lnTo>
                  <a:pt x="846246" y="1275273"/>
                </a:lnTo>
                <a:lnTo>
                  <a:pt x="816725" y="1255593"/>
                </a:lnTo>
                <a:lnTo>
                  <a:pt x="812790" y="1243785"/>
                </a:lnTo>
                <a:lnTo>
                  <a:pt x="793110" y="1247721"/>
                </a:lnTo>
                <a:lnTo>
                  <a:pt x="781301" y="1247721"/>
                </a:lnTo>
                <a:lnTo>
                  <a:pt x="785237" y="1235913"/>
                </a:lnTo>
                <a:lnTo>
                  <a:pt x="777365" y="1231977"/>
                </a:lnTo>
                <a:lnTo>
                  <a:pt x="759654" y="1255593"/>
                </a:lnTo>
                <a:lnTo>
                  <a:pt x="765557" y="1259529"/>
                </a:lnTo>
                <a:lnTo>
                  <a:pt x="761621" y="1267401"/>
                </a:lnTo>
                <a:lnTo>
                  <a:pt x="765557" y="1277241"/>
                </a:lnTo>
                <a:lnTo>
                  <a:pt x="759654" y="1304793"/>
                </a:lnTo>
                <a:lnTo>
                  <a:pt x="728164" y="1304793"/>
                </a:lnTo>
                <a:lnTo>
                  <a:pt x="712420" y="1320537"/>
                </a:lnTo>
                <a:lnTo>
                  <a:pt x="682901" y="1340218"/>
                </a:lnTo>
                <a:lnTo>
                  <a:pt x="661253" y="1340218"/>
                </a:lnTo>
                <a:lnTo>
                  <a:pt x="663220" y="1332346"/>
                </a:lnTo>
                <a:lnTo>
                  <a:pt x="671092" y="1324474"/>
                </a:lnTo>
                <a:lnTo>
                  <a:pt x="678965" y="1320537"/>
                </a:lnTo>
                <a:lnTo>
                  <a:pt x="671092" y="1318569"/>
                </a:lnTo>
                <a:lnTo>
                  <a:pt x="667156" y="1318569"/>
                </a:lnTo>
                <a:lnTo>
                  <a:pt x="663220" y="1312665"/>
                </a:lnTo>
                <a:lnTo>
                  <a:pt x="678965" y="1275273"/>
                </a:lnTo>
                <a:lnTo>
                  <a:pt x="678965" y="1259529"/>
                </a:lnTo>
                <a:lnTo>
                  <a:pt x="706516" y="1239849"/>
                </a:lnTo>
                <a:lnTo>
                  <a:pt x="724229" y="1243785"/>
                </a:lnTo>
                <a:lnTo>
                  <a:pt x="732101" y="1214265"/>
                </a:lnTo>
                <a:lnTo>
                  <a:pt x="720293" y="1214265"/>
                </a:lnTo>
                <a:lnTo>
                  <a:pt x="710453" y="1226073"/>
                </a:lnTo>
                <a:lnTo>
                  <a:pt x="690772" y="1222137"/>
                </a:lnTo>
                <a:lnTo>
                  <a:pt x="637636" y="1289049"/>
                </a:lnTo>
                <a:lnTo>
                  <a:pt x="641572" y="1306761"/>
                </a:lnTo>
                <a:lnTo>
                  <a:pt x="625828" y="1320537"/>
                </a:lnTo>
                <a:lnTo>
                  <a:pt x="610084" y="1320537"/>
                </a:lnTo>
                <a:lnTo>
                  <a:pt x="596307" y="1340218"/>
                </a:lnTo>
                <a:lnTo>
                  <a:pt x="596307" y="1352026"/>
                </a:lnTo>
                <a:lnTo>
                  <a:pt x="610084" y="1352026"/>
                </a:lnTo>
                <a:lnTo>
                  <a:pt x="614020" y="1373674"/>
                </a:lnTo>
                <a:lnTo>
                  <a:pt x="600244" y="1377610"/>
                </a:lnTo>
                <a:lnTo>
                  <a:pt x="596307" y="1401226"/>
                </a:lnTo>
                <a:lnTo>
                  <a:pt x="572691" y="1413034"/>
                </a:lnTo>
                <a:lnTo>
                  <a:pt x="554979" y="1426810"/>
                </a:lnTo>
                <a:lnTo>
                  <a:pt x="527427" y="1446491"/>
                </a:lnTo>
                <a:lnTo>
                  <a:pt x="527427" y="1462235"/>
                </a:lnTo>
                <a:lnTo>
                  <a:pt x="515619" y="1468139"/>
                </a:lnTo>
                <a:lnTo>
                  <a:pt x="470354" y="1503563"/>
                </a:lnTo>
                <a:lnTo>
                  <a:pt x="470354" y="1509467"/>
                </a:lnTo>
                <a:lnTo>
                  <a:pt x="452642" y="1517339"/>
                </a:lnTo>
                <a:lnTo>
                  <a:pt x="436898" y="1529147"/>
                </a:lnTo>
                <a:lnTo>
                  <a:pt x="405410" y="1544891"/>
                </a:lnTo>
                <a:lnTo>
                  <a:pt x="395570" y="1544891"/>
                </a:lnTo>
                <a:lnTo>
                  <a:pt x="387698" y="1537019"/>
                </a:lnTo>
                <a:lnTo>
                  <a:pt x="379825" y="1537019"/>
                </a:lnTo>
                <a:lnTo>
                  <a:pt x="371954" y="1556699"/>
                </a:lnTo>
                <a:lnTo>
                  <a:pt x="346369" y="1566540"/>
                </a:lnTo>
                <a:lnTo>
                  <a:pt x="338497" y="1566540"/>
                </a:lnTo>
                <a:lnTo>
                  <a:pt x="334562" y="1578348"/>
                </a:lnTo>
                <a:lnTo>
                  <a:pt x="318817" y="1590156"/>
                </a:lnTo>
                <a:lnTo>
                  <a:pt x="295201" y="1598028"/>
                </a:lnTo>
                <a:lnTo>
                  <a:pt x="295201" y="1590156"/>
                </a:lnTo>
                <a:lnTo>
                  <a:pt x="299137" y="1574412"/>
                </a:lnTo>
                <a:lnTo>
                  <a:pt x="318817" y="1566540"/>
                </a:lnTo>
                <a:lnTo>
                  <a:pt x="330625" y="1566540"/>
                </a:lnTo>
                <a:lnTo>
                  <a:pt x="346369" y="1556699"/>
                </a:lnTo>
                <a:lnTo>
                  <a:pt x="356209" y="1537019"/>
                </a:lnTo>
                <a:lnTo>
                  <a:pt x="379825" y="1521275"/>
                </a:lnTo>
                <a:lnTo>
                  <a:pt x="399506" y="1513403"/>
                </a:lnTo>
                <a:lnTo>
                  <a:pt x="409346" y="1521275"/>
                </a:lnTo>
                <a:lnTo>
                  <a:pt x="417218" y="1517339"/>
                </a:lnTo>
                <a:lnTo>
                  <a:pt x="421155" y="1503563"/>
                </a:lnTo>
                <a:lnTo>
                  <a:pt x="432962" y="1487819"/>
                </a:lnTo>
                <a:lnTo>
                  <a:pt x="458546" y="1468139"/>
                </a:lnTo>
                <a:lnTo>
                  <a:pt x="478226" y="1446491"/>
                </a:lnTo>
                <a:lnTo>
                  <a:pt x="501842" y="1438618"/>
                </a:lnTo>
                <a:lnTo>
                  <a:pt x="501842" y="1413034"/>
                </a:lnTo>
                <a:lnTo>
                  <a:pt x="515619" y="1369738"/>
                </a:lnTo>
                <a:lnTo>
                  <a:pt x="515619" y="1359898"/>
                </a:lnTo>
                <a:lnTo>
                  <a:pt x="501842" y="1369738"/>
                </a:lnTo>
                <a:lnTo>
                  <a:pt x="490034" y="1373674"/>
                </a:lnTo>
                <a:lnTo>
                  <a:pt x="478226" y="1369738"/>
                </a:lnTo>
                <a:lnTo>
                  <a:pt x="466418" y="1363834"/>
                </a:lnTo>
                <a:lnTo>
                  <a:pt x="458546" y="1385482"/>
                </a:lnTo>
                <a:lnTo>
                  <a:pt x="452642" y="1385482"/>
                </a:lnTo>
                <a:lnTo>
                  <a:pt x="440834" y="1367770"/>
                </a:lnTo>
                <a:lnTo>
                  <a:pt x="429026" y="1367770"/>
                </a:lnTo>
                <a:lnTo>
                  <a:pt x="417218" y="1355962"/>
                </a:lnTo>
                <a:lnTo>
                  <a:pt x="387698" y="1373674"/>
                </a:lnTo>
                <a:lnTo>
                  <a:pt x="371954" y="1377610"/>
                </a:lnTo>
                <a:lnTo>
                  <a:pt x="375890" y="1355962"/>
                </a:lnTo>
                <a:lnTo>
                  <a:pt x="371954" y="1328410"/>
                </a:lnTo>
                <a:lnTo>
                  <a:pt x="368017" y="1312665"/>
                </a:lnTo>
                <a:lnTo>
                  <a:pt x="368017" y="1292985"/>
                </a:lnTo>
                <a:lnTo>
                  <a:pt x="356209" y="1292985"/>
                </a:lnTo>
                <a:lnTo>
                  <a:pt x="356209" y="1306761"/>
                </a:lnTo>
                <a:lnTo>
                  <a:pt x="334562" y="1312665"/>
                </a:lnTo>
                <a:lnTo>
                  <a:pt x="314881" y="1314633"/>
                </a:lnTo>
                <a:lnTo>
                  <a:pt x="269616" y="1275273"/>
                </a:lnTo>
                <a:lnTo>
                  <a:pt x="281424" y="1275273"/>
                </a:lnTo>
                <a:lnTo>
                  <a:pt x="289297" y="1251657"/>
                </a:lnTo>
                <a:lnTo>
                  <a:pt x="281424" y="1243785"/>
                </a:lnTo>
                <a:lnTo>
                  <a:pt x="273552" y="1243785"/>
                </a:lnTo>
                <a:lnTo>
                  <a:pt x="261744" y="1226073"/>
                </a:lnTo>
                <a:lnTo>
                  <a:pt x="257808" y="1210329"/>
                </a:lnTo>
                <a:lnTo>
                  <a:pt x="265680" y="1202456"/>
                </a:lnTo>
                <a:lnTo>
                  <a:pt x="277488" y="1169000"/>
                </a:lnTo>
                <a:lnTo>
                  <a:pt x="289297" y="1161128"/>
                </a:lnTo>
                <a:lnTo>
                  <a:pt x="293233" y="1137512"/>
                </a:lnTo>
                <a:lnTo>
                  <a:pt x="310945" y="1115864"/>
                </a:lnTo>
                <a:lnTo>
                  <a:pt x="326689" y="1127672"/>
                </a:lnTo>
                <a:lnTo>
                  <a:pt x="348337" y="1115864"/>
                </a:lnTo>
                <a:lnTo>
                  <a:pt x="368017" y="1104056"/>
                </a:lnTo>
                <a:lnTo>
                  <a:pt x="387698" y="1111928"/>
                </a:lnTo>
                <a:lnTo>
                  <a:pt x="409346" y="1078471"/>
                </a:lnTo>
                <a:lnTo>
                  <a:pt x="409346" y="1058791"/>
                </a:lnTo>
                <a:lnTo>
                  <a:pt x="391633" y="1035175"/>
                </a:lnTo>
                <a:lnTo>
                  <a:pt x="395570" y="1033207"/>
                </a:lnTo>
                <a:lnTo>
                  <a:pt x="409346" y="1033207"/>
                </a:lnTo>
                <a:lnTo>
                  <a:pt x="409346" y="1013527"/>
                </a:lnTo>
                <a:lnTo>
                  <a:pt x="387698" y="1005655"/>
                </a:lnTo>
                <a:lnTo>
                  <a:pt x="375890" y="1017463"/>
                </a:lnTo>
                <a:lnTo>
                  <a:pt x="360145" y="1021399"/>
                </a:lnTo>
                <a:lnTo>
                  <a:pt x="348337" y="1035175"/>
                </a:lnTo>
                <a:lnTo>
                  <a:pt x="322753" y="1033207"/>
                </a:lnTo>
                <a:lnTo>
                  <a:pt x="307009" y="1025335"/>
                </a:lnTo>
                <a:lnTo>
                  <a:pt x="285361" y="1033207"/>
                </a:lnTo>
                <a:lnTo>
                  <a:pt x="257808" y="1033207"/>
                </a:lnTo>
                <a:lnTo>
                  <a:pt x="232224" y="993847"/>
                </a:lnTo>
                <a:lnTo>
                  <a:pt x="249936" y="993847"/>
                </a:lnTo>
                <a:lnTo>
                  <a:pt x="257808" y="989911"/>
                </a:lnTo>
                <a:lnTo>
                  <a:pt x="249936" y="980071"/>
                </a:lnTo>
                <a:lnTo>
                  <a:pt x="232224" y="980071"/>
                </a:lnTo>
                <a:lnTo>
                  <a:pt x="220416" y="980071"/>
                </a:lnTo>
                <a:lnTo>
                  <a:pt x="204672" y="964326"/>
                </a:lnTo>
                <a:lnTo>
                  <a:pt x="224352" y="944646"/>
                </a:lnTo>
                <a:lnTo>
                  <a:pt x="236160" y="942678"/>
                </a:lnTo>
                <a:lnTo>
                  <a:pt x="240096" y="926934"/>
                </a:lnTo>
                <a:lnTo>
                  <a:pt x="261744" y="922998"/>
                </a:lnTo>
                <a:lnTo>
                  <a:pt x="269616" y="911190"/>
                </a:lnTo>
                <a:lnTo>
                  <a:pt x="293233" y="907254"/>
                </a:lnTo>
                <a:lnTo>
                  <a:pt x="318817" y="903318"/>
                </a:lnTo>
                <a:lnTo>
                  <a:pt x="314881" y="919062"/>
                </a:lnTo>
                <a:lnTo>
                  <a:pt x="314881" y="930870"/>
                </a:lnTo>
                <a:lnTo>
                  <a:pt x="342433" y="926934"/>
                </a:lnTo>
                <a:lnTo>
                  <a:pt x="375890" y="938742"/>
                </a:lnTo>
                <a:lnTo>
                  <a:pt x="387698" y="926934"/>
                </a:lnTo>
                <a:lnTo>
                  <a:pt x="399506" y="926934"/>
                </a:lnTo>
                <a:lnTo>
                  <a:pt x="405410" y="907254"/>
                </a:lnTo>
                <a:lnTo>
                  <a:pt x="432962" y="903318"/>
                </a:lnTo>
                <a:lnTo>
                  <a:pt x="440834" y="899382"/>
                </a:lnTo>
                <a:lnTo>
                  <a:pt x="432962" y="889542"/>
                </a:lnTo>
                <a:lnTo>
                  <a:pt x="409346" y="889542"/>
                </a:lnTo>
                <a:lnTo>
                  <a:pt x="395570" y="899382"/>
                </a:lnTo>
                <a:lnTo>
                  <a:pt x="375890" y="885606"/>
                </a:lnTo>
                <a:lnTo>
                  <a:pt x="383761" y="877734"/>
                </a:lnTo>
                <a:lnTo>
                  <a:pt x="387698" y="869862"/>
                </a:lnTo>
                <a:lnTo>
                  <a:pt x="375890" y="865926"/>
                </a:lnTo>
                <a:lnTo>
                  <a:pt x="368017" y="869862"/>
                </a:lnTo>
                <a:lnTo>
                  <a:pt x="342433" y="869862"/>
                </a:lnTo>
                <a:lnTo>
                  <a:pt x="330625" y="865926"/>
                </a:lnTo>
                <a:lnTo>
                  <a:pt x="318817" y="865926"/>
                </a:lnTo>
                <a:lnTo>
                  <a:pt x="314881" y="846245"/>
                </a:lnTo>
                <a:lnTo>
                  <a:pt x="289297" y="832469"/>
                </a:lnTo>
                <a:lnTo>
                  <a:pt x="265680" y="820661"/>
                </a:lnTo>
                <a:lnTo>
                  <a:pt x="249936" y="812789"/>
                </a:lnTo>
                <a:lnTo>
                  <a:pt x="236160" y="804917"/>
                </a:lnTo>
                <a:lnTo>
                  <a:pt x="246000" y="804917"/>
                </a:lnTo>
                <a:lnTo>
                  <a:pt x="249936" y="787205"/>
                </a:lnTo>
                <a:lnTo>
                  <a:pt x="307009" y="787205"/>
                </a:lnTo>
                <a:lnTo>
                  <a:pt x="334562" y="771461"/>
                </a:lnTo>
                <a:lnTo>
                  <a:pt x="346369" y="741941"/>
                </a:lnTo>
                <a:lnTo>
                  <a:pt x="360145" y="722260"/>
                </a:lnTo>
                <a:lnTo>
                  <a:pt x="387698" y="714388"/>
                </a:lnTo>
                <a:lnTo>
                  <a:pt x="399506" y="714388"/>
                </a:lnTo>
                <a:lnTo>
                  <a:pt x="425090" y="700613"/>
                </a:lnTo>
                <a:lnTo>
                  <a:pt x="454610" y="684869"/>
                </a:lnTo>
                <a:lnTo>
                  <a:pt x="458546" y="688805"/>
                </a:lnTo>
                <a:lnTo>
                  <a:pt x="490034" y="688805"/>
                </a:lnTo>
                <a:lnTo>
                  <a:pt x="527427" y="663220"/>
                </a:lnTo>
                <a:lnTo>
                  <a:pt x="543171" y="671093"/>
                </a:lnTo>
                <a:lnTo>
                  <a:pt x="554979" y="671093"/>
                </a:lnTo>
                <a:lnTo>
                  <a:pt x="535299" y="682900"/>
                </a:lnTo>
                <a:lnTo>
                  <a:pt x="551043" y="688805"/>
                </a:lnTo>
                <a:lnTo>
                  <a:pt x="556947" y="688805"/>
                </a:lnTo>
                <a:lnTo>
                  <a:pt x="560883" y="682900"/>
                </a:lnTo>
                <a:lnTo>
                  <a:pt x="576627" y="676997"/>
                </a:lnTo>
                <a:lnTo>
                  <a:pt x="600244" y="692741"/>
                </a:lnTo>
                <a:lnTo>
                  <a:pt x="617956" y="684869"/>
                </a:lnTo>
                <a:lnTo>
                  <a:pt x="645508" y="684869"/>
                </a:lnTo>
                <a:lnTo>
                  <a:pt x="637636" y="692741"/>
                </a:lnTo>
                <a:lnTo>
                  <a:pt x="667156" y="700613"/>
                </a:lnTo>
                <a:lnTo>
                  <a:pt x="653380" y="706516"/>
                </a:lnTo>
                <a:lnTo>
                  <a:pt x="667156" y="710452"/>
                </a:lnTo>
                <a:lnTo>
                  <a:pt x="686836" y="706516"/>
                </a:lnTo>
                <a:lnTo>
                  <a:pt x="716357" y="702580"/>
                </a:lnTo>
                <a:lnTo>
                  <a:pt x="743909" y="702580"/>
                </a:lnTo>
                <a:lnTo>
                  <a:pt x="765557" y="714388"/>
                </a:lnTo>
                <a:lnTo>
                  <a:pt x="800982" y="722260"/>
                </a:lnTo>
                <a:lnTo>
                  <a:pt x="808853" y="718324"/>
                </a:lnTo>
                <a:lnTo>
                  <a:pt x="826566" y="718324"/>
                </a:lnTo>
                <a:lnTo>
                  <a:pt x="861990" y="730132"/>
                </a:lnTo>
                <a:lnTo>
                  <a:pt x="895446" y="726196"/>
                </a:lnTo>
                <a:lnTo>
                  <a:pt x="921030" y="726196"/>
                </a:lnTo>
                <a:lnTo>
                  <a:pt x="928902" y="730132"/>
                </a:lnTo>
                <a:lnTo>
                  <a:pt x="940710" y="734068"/>
                </a:lnTo>
                <a:lnTo>
                  <a:pt x="974167" y="749813"/>
                </a:lnTo>
                <a:lnTo>
                  <a:pt x="974167" y="1275273"/>
                </a:lnTo>
                <a:lnTo>
                  <a:pt x="1005547" y="1292925"/>
                </a:lnTo>
                <a:lnTo>
                  <a:pt x="976127" y="1275272"/>
                </a:lnTo>
                <a:lnTo>
                  <a:pt x="976127" y="747844"/>
                </a:lnTo>
                <a:lnTo>
                  <a:pt x="983999" y="747844"/>
                </a:lnTo>
                <a:lnTo>
                  <a:pt x="989903" y="747844"/>
                </a:lnTo>
                <a:lnTo>
                  <a:pt x="1021391" y="747844"/>
                </a:lnTo>
                <a:lnTo>
                  <a:pt x="1043039" y="763588"/>
                </a:lnTo>
                <a:lnTo>
                  <a:pt x="1070591" y="773428"/>
                </a:lnTo>
                <a:lnTo>
                  <a:pt x="1090272" y="773428"/>
                </a:lnTo>
                <a:lnTo>
                  <a:pt x="1107984" y="785236"/>
                </a:lnTo>
                <a:lnTo>
                  <a:pt x="1135536" y="789172"/>
                </a:lnTo>
                <a:lnTo>
                  <a:pt x="1143408" y="785236"/>
                </a:lnTo>
                <a:lnTo>
                  <a:pt x="1143408" y="781300"/>
                </a:lnTo>
                <a:lnTo>
                  <a:pt x="1123728" y="773428"/>
                </a:lnTo>
                <a:lnTo>
                  <a:pt x="1119792" y="767524"/>
                </a:lnTo>
                <a:lnTo>
                  <a:pt x="1135536" y="759652"/>
                </a:lnTo>
                <a:lnTo>
                  <a:pt x="1143408" y="759652"/>
                </a:lnTo>
                <a:lnTo>
                  <a:pt x="1157184" y="743908"/>
                </a:lnTo>
                <a:lnTo>
                  <a:pt x="1180800" y="747844"/>
                </a:lnTo>
                <a:lnTo>
                  <a:pt x="1176864" y="751780"/>
                </a:lnTo>
                <a:lnTo>
                  <a:pt x="1194576" y="751780"/>
                </a:lnTo>
                <a:lnTo>
                  <a:pt x="1198512" y="747844"/>
                </a:lnTo>
                <a:lnTo>
                  <a:pt x="1218192" y="736036"/>
                </a:lnTo>
                <a:lnTo>
                  <a:pt x="1233937" y="736036"/>
                </a:lnTo>
                <a:lnTo>
                  <a:pt x="1249681" y="728164"/>
                </a:lnTo>
                <a:lnTo>
                  <a:pt x="1259521" y="728164"/>
                </a:lnTo>
                <a:lnTo>
                  <a:pt x="1275265" y="718324"/>
                </a:lnTo>
                <a:lnTo>
                  <a:pt x="1283137" y="722260"/>
                </a:lnTo>
                <a:lnTo>
                  <a:pt x="1298881" y="718324"/>
                </a:lnTo>
                <a:lnTo>
                  <a:pt x="1298881" y="724228"/>
                </a:lnTo>
                <a:lnTo>
                  <a:pt x="1259521" y="743908"/>
                </a:lnTo>
                <a:lnTo>
                  <a:pt x="1245745" y="743908"/>
                </a:lnTo>
                <a:lnTo>
                  <a:pt x="1218192" y="751780"/>
                </a:lnTo>
                <a:lnTo>
                  <a:pt x="1218192" y="759652"/>
                </a:lnTo>
                <a:lnTo>
                  <a:pt x="1198512" y="767524"/>
                </a:lnTo>
                <a:lnTo>
                  <a:pt x="1202448" y="771460"/>
                </a:lnTo>
                <a:lnTo>
                  <a:pt x="1192608" y="773428"/>
                </a:lnTo>
                <a:lnTo>
                  <a:pt x="1194576" y="781300"/>
                </a:lnTo>
                <a:lnTo>
                  <a:pt x="1210320" y="777364"/>
                </a:lnTo>
                <a:lnTo>
                  <a:pt x="1218192" y="771460"/>
                </a:lnTo>
                <a:lnTo>
                  <a:pt x="1251649" y="751780"/>
                </a:lnTo>
                <a:lnTo>
                  <a:pt x="1259521" y="755716"/>
                </a:lnTo>
                <a:lnTo>
                  <a:pt x="1275265" y="739972"/>
                </a:lnTo>
                <a:lnTo>
                  <a:pt x="1304785" y="732100"/>
                </a:lnTo>
                <a:lnTo>
                  <a:pt x="1320529" y="728164"/>
                </a:lnTo>
                <a:lnTo>
                  <a:pt x="1316593" y="736036"/>
                </a:lnTo>
                <a:lnTo>
                  <a:pt x="1336273" y="724228"/>
                </a:lnTo>
                <a:lnTo>
                  <a:pt x="1336273" y="716356"/>
                </a:lnTo>
                <a:lnTo>
                  <a:pt x="1348081" y="716356"/>
                </a:lnTo>
                <a:lnTo>
                  <a:pt x="1352017" y="710452"/>
                </a:lnTo>
                <a:lnTo>
                  <a:pt x="1340209" y="706516"/>
                </a:lnTo>
                <a:lnTo>
                  <a:pt x="1340209" y="694708"/>
                </a:lnTo>
                <a:lnTo>
                  <a:pt x="1375634" y="718324"/>
                </a:lnTo>
                <a:lnTo>
                  <a:pt x="1375634" y="736036"/>
                </a:lnTo>
                <a:lnTo>
                  <a:pt x="1399250" y="751780"/>
                </a:lnTo>
                <a:lnTo>
                  <a:pt x="1416962" y="755716"/>
                </a:lnTo>
                <a:lnTo>
                  <a:pt x="1416962" y="743908"/>
                </a:lnTo>
                <a:lnTo>
                  <a:pt x="1426802" y="743908"/>
                </a:lnTo>
                <a:lnTo>
                  <a:pt x="1420898" y="722260"/>
                </a:lnTo>
                <a:lnTo>
                  <a:pt x="1444514" y="718324"/>
                </a:lnTo>
                <a:lnTo>
                  <a:pt x="1450418" y="728164"/>
                </a:lnTo>
                <a:lnTo>
                  <a:pt x="1444514" y="728164"/>
                </a:lnTo>
                <a:lnTo>
                  <a:pt x="1438610" y="736036"/>
                </a:lnTo>
                <a:lnTo>
                  <a:pt x="1454354" y="743908"/>
                </a:lnTo>
                <a:lnTo>
                  <a:pt x="1444514" y="751780"/>
                </a:lnTo>
                <a:lnTo>
                  <a:pt x="1450418" y="755716"/>
                </a:lnTo>
                <a:lnTo>
                  <a:pt x="1466162" y="755716"/>
                </a:lnTo>
                <a:lnTo>
                  <a:pt x="1485843" y="743908"/>
                </a:lnTo>
                <a:lnTo>
                  <a:pt x="1485843" y="732100"/>
                </a:lnTo>
                <a:lnTo>
                  <a:pt x="1515363" y="728164"/>
                </a:lnTo>
                <a:lnTo>
                  <a:pt x="1564564" y="755716"/>
                </a:lnTo>
                <a:lnTo>
                  <a:pt x="1576372" y="755716"/>
                </a:lnTo>
                <a:lnTo>
                  <a:pt x="1603924" y="759652"/>
                </a:lnTo>
                <a:lnTo>
                  <a:pt x="1629509" y="773428"/>
                </a:lnTo>
                <a:lnTo>
                  <a:pt x="1645253" y="773428"/>
                </a:lnTo>
                <a:lnTo>
                  <a:pt x="1664933" y="777364"/>
                </a:lnTo>
                <a:lnTo>
                  <a:pt x="1678709" y="777364"/>
                </a:lnTo>
                <a:lnTo>
                  <a:pt x="1682645" y="773428"/>
                </a:lnTo>
                <a:lnTo>
                  <a:pt x="1702326" y="771460"/>
                </a:lnTo>
                <a:lnTo>
                  <a:pt x="1743654" y="800980"/>
                </a:lnTo>
                <a:lnTo>
                  <a:pt x="1720038" y="804916"/>
                </a:lnTo>
                <a:lnTo>
                  <a:pt x="1718070" y="808852"/>
                </a:lnTo>
                <a:lnTo>
                  <a:pt x="1706262" y="812789"/>
                </a:lnTo>
                <a:lnTo>
                  <a:pt x="1698389" y="820661"/>
                </a:lnTo>
                <a:lnTo>
                  <a:pt x="1702326" y="826565"/>
                </a:lnTo>
                <a:lnTo>
                  <a:pt x="1731846" y="826565"/>
                </a:lnTo>
                <a:lnTo>
                  <a:pt x="1743654" y="830501"/>
                </a:lnTo>
                <a:lnTo>
                  <a:pt x="1792855" y="834437"/>
                </a:lnTo>
                <a:lnTo>
                  <a:pt x="1816471" y="830501"/>
                </a:lnTo>
                <a:lnTo>
                  <a:pt x="1853864" y="820661"/>
                </a:lnTo>
                <a:lnTo>
                  <a:pt x="1861736" y="822629"/>
                </a:lnTo>
                <a:lnTo>
                  <a:pt x="1877480" y="830501"/>
                </a:lnTo>
                <a:lnTo>
                  <a:pt x="1887320" y="838373"/>
                </a:lnTo>
                <a:lnTo>
                  <a:pt x="1895192" y="838373"/>
                </a:lnTo>
                <a:lnTo>
                  <a:pt x="1910936" y="854117"/>
                </a:lnTo>
                <a:lnTo>
                  <a:pt x="1899128" y="861989"/>
                </a:lnTo>
                <a:lnTo>
                  <a:pt x="1910936" y="867893"/>
                </a:lnTo>
                <a:lnTo>
                  <a:pt x="1926680" y="879701"/>
                </a:lnTo>
                <a:lnTo>
                  <a:pt x="1926680" y="865925"/>
                </a:lnTo>
                <a:lnTo>
                  <a:pt x="1938489" y="858053"/>
                </a:lnTo>
                <a:lnTo>
                  <a:pt x="1926680" y="850181"/>
                </a:lnTo>
                <a:lnTo>
                  <a:pt x="1914872" y="830501"/>
                </a:lnTo>
                <a:lnTo>
                  <a:pt x="1918809" y="816725"/>
                </a:lnTo>
                <a:lnTo>
                  <a:pt x="1944393" y="816725"/>
                </a:lnTo>
                <a:lnTo>
                  <a:pt x="1968009" y="800980"/>
                </a:lnTo>
                <a:lnTo>
                  <a:pt x="1971945" y="797044"/>
                </a:lnTo>
                <a:lnTo>
                  <a:pt x="1979817" y="793108"/>
                </a:lnTo>
                <a:lnTo>
                  <a:pt x="1987689" y="793108"/>
                </a:lnTo>
                <a:lnTo>
                  <a:pt x="1987689" y="800980"/>
                </a:lnTo>
                <a:lnTo>
                  <a:pt x="2009337" y="812789"/>
                </a:lnTo>
                <a:lnTo>
                  <a:pt x="2021146" y="816725"/>
                </a:lnTo>
                <a:lnTo>
                  <a:pt x="2046730" y="816725"/>
                </a:lnTo>
                <a:lnTo>
                  <a:pt x="2058538" y="826565"/>
                </a:lnTo>
                <a:lnTo>
                  <a:pt x="2086090" y="830501"/>
                </a:lnTo>
                <a:lnTo>
                  <a:pt x="2095931" y="826565"/>
                </a:lnTo>
                <a:lnTo>
                  <a:pt x="2111675" y="830501"/>
                </a:lnTo>
                <a:lnTo>
                  <a:pt x="2143163" y="822629"/>
                </a:lnTo>
                <a:lnTo>
                  <a:pt x="2160875" y="826565"/>
                </a:lnTo>
                <a:lnTo>
                  <a:pt x="2172684" y="830501"/>
                </a:lnTo>
                <a:lnTo>
                  <a:pt x="2180556" y="800980"/>
                </a:lnTo>
                <a:lnTo>
                  <a:pt x="2200236" y="800980"/>
                </a:lnTo>
                <a:lnTo>
                  <a:pt x="2206140" y="797044"/>
                </a:lnTo>
                <a:lnTo>
                  <a:pt x="2221884" y="800980"/>
                </a:lnTo>
                <a:lnTo>
                  <a:pt x="2241564" y="808852"/>
                </a:lnTo>
                <a:lnTo>
                  <a:pt x="2255340" y="812789"/>
                </a:lnTo>
                <a:lnTo>
                  <a:pt x="2255340" y="822629"/>
                </a:lnTo>
                <a:lnTo>
                  <a:pt x="2249437" y="826565"/>
                </a:lnTo>
                <a:lnTo>
                  <a:pt x="2251405" y="842309"/>
                </a:lnTo>
                <a:lnTo>
                  <a:pt x="2275021" y="850181"/>
                </a:lnTo>
                <a:lnTo>
                  <a:pt x="2282893" y="838373"/>
                </a:lnTo>
                <a:lnTo>
                  <a:pt x="2263213" y="826565"/>
                </a:lnTo>
                <a:lnTo>
                  <a:pt x="2267149" y="820661"/>
                </a:lnTo>
                <a:lnTo>
                  <a:pt x="2282893" y="812789"/>
                </a:lnTo>
                <a:lnTo>
                  <a:pt x="2298637" y="812789"/>
                </a:lnTo>
                <a:lnTo>
                  <a:pt x="2308477" y="804916"/>
                </a:lnTo>
                <a:lnTo>
                  <a:pt x="2320285" y="793108"/>
                </a:lnTo>
                <a:lnTo>
                  <a:pt x="2324221" y="781300"/>
                </a:lnTo>
                <a:lnTo>
                  <a:pt x="2320285" y="773428"/>
                </a:lnTo>
                <a:lnTo>
                  <a:pt x="2312414" y="777364"/>
                </a:lnTo>
                <a:lnTo>
                  <a:pt x="2302573" y="781300"/>
                </a:lnTo>
                <a:lnTo>
                  <a:pt x="2294701" y="777364"/>
                </a:lnTo>
                <a:lnTo>
                  <a:pt x="2302573" y="759652"/>
                </a:lnTo>
                <a:lnTo>
                  <a:pt x="2324221" y="751780"/>
                </a:lnTo>
                <a:lnTo>
                  <a:pt x="2320285" y="743908"/>
                </a:lnTo>
                <a:lnTo>
                  <a:pt x="2308477" y="747844"/>
                </a:lnTo>
                <a:lnTo>
                  <a:pt x="2294701" y="743908"/>
                </a:lnTo>
                <a:lnTo>
                  <a:pt x="2290765" y="736036"/>
                </a:lnTo>
                <a:lnTo>
                  <a:pt x="2282893" y="736036"/>
                </a:lnTo>
                <a:lnTo>
                  <a:pt x="2267149" y="732100"/>
                </a:lnTo>
                <a:lnTo>
                  <a:pt x="2251405" y="724228"/>
                </a:lnTo>
                <a:lnTo>
                  <a:pt x="2237628" y="718324"/>
                </a:lnTo>
                <a:lnTo>
                  <a:pt x="2245501" y="694708"/>
                </a:lnTo>
                <a:lnTo>
                  <a:pt x="2255340" y="694708"/>
                </a:lnTo>
                <a:lnTo>
                  <a:pt x="2255340" y="692740"/>
                </a:lnTo>
                <a:lnTo>
                  <a:pt x="2249437" y="692740"/>
                </a:lnTo>
                <a:lnTo>
                  <a:pt x="2237628" y="682900"/>
                </a:lnTo>
                <a:lnTo>
                  <a:pt x="2249437" y="655348"/>
                </a:lnTo>
                <a:lnTo>
                  <a:pt x="2255340" y="655348"/>
                </a:lnTo>
                <a:lnTo>
                  <a:pt x="2263213" y="655348"/>
                </a:lnTo>
                <a:lnTo>
                  <a:pt x="2271085" y="647476"/>
                </a:lnTo>
                <a:lnTo>
                  <a:pt x="2263213" y="643540"/>
                </a:lnTo>
                <a:lnTo>
                  <a:pt x="2271085" y="635668"/>
                </a:lnTo>
                <a:lnTo>
                  <a:pt x="2282893" y="635668"/>
                </a:lnTo>
                <a:close/>
                <a:moveTo>
                  <a:pt x="9129614" y="594341"/>
                </a:moveTo>
                <a:lnTo>
                  <a:pt x="9135518" y="598280"/>
                </a:lnTo>
                <a:lnTo>
                  <a:pt x="9127646" y="610085"/>
                </a:lnTo>
                <a:lnTo>
                  <a:pt x="9117806" y="614022"/>
                </a:lnTo>
                <a:lnTo>
                  <a:pt x="9117806" y="608120"/>
                </a:lnTo>
                <a:lnTo>
                  <a:pt x="9125678" y="602213"/>
                </a:lnTo>
                <a:lnTo>
                  <a:pt x="9111902" y="602213"/>
                </a:lnTo>
                <a:lnTo>
                  <a:pt x="9113870" y="598280"/>
                </a:lnTo>
                <a:close/>
                <a:moveTo>
                  <a:pt x="7159628" y="582534"/>
                </a:moveTo>
                <a:lnTo>
                  <a:pt x="7169468" y="584501"/>
                </a:lnTo>
                <a:lnTo>
                  <a:pt x="7169468" y="588440"/>
                </a:lnTo>
                <a:lnTo>
                  <a:pt x="7153724" y="596312"/>
                </a:lnTo>
                <a:lnTo>
                  <a:pt x="7134044" y="596312"/>
                </a:lnTo>
                <a:lnTo>
                  <a:pt x="7134044" y="590405"/>
                </a:lnTo>
                <a:close/>
                <a:moveTo>
                  <a:pt x="2233699" y="554979"/>
                </a:moveTo>
                <a:lnTo>
                  <a:pt x="2241571" y="564819"/>
                </a:lnTo>
                <a:lnTo>
                  <a:pt x="2237635" y="570723"/>
                </a:lnTo>
                <a:lnTo>
                  <a:pt x="2225827" y="568756"/>
                </a:lnTo>
                <a:lnTo>
                  <a:pt x="2225827" y="560884"/>
                </a:lnTo>
                <a:close/>
                <a:moveTo>
                  <a:pt x="7208829" y="553013"/>
                </a:moveTo>
                <a:lnTo>
                  <a:pt x="7218669" y="554982"/>
                </a:lnTo>
                <a:lnTo>
                  <a:pt x="7220637" y="562854"/>
                </a:lnTo>
                <a:lnTo>
                  <a:pt x="7212765" y="570726"/>
                </a:lnTo>
                <a:lnTo>
                  <a:pt x="7197021" y="568760"/>
                </a:lnTo>
                <a:lnTo>
                  <a:pt x="7195053" y="562854"/>
                </a:lnTo>
                <a:close/>
                <a:moveTo>
                  <a:pt x="7075004" y="549081"/>
                </a:moveTo>
                <a:lnTo>
                  <a:pt x="7086812" y="549081"/>
                </a:lnTo>
                <a:lnTo>
                  <a:pt x="7084844" y="554982"/>
                </a:lnTo>
                <a:lnTo>
                  <a:pt x="7073036" y="554982"/>
                </a:lnTo>
                <a:lnTo>
                  <a:pt x="7069100" y="551046"/>
                </a:lnTo>
                <a:close/>
                <a:moveTo>
                  <a:pt x="1714141" y="547109"/>
                </a:moveTo>
                <a:lnTo>
                  <a:pt x="1733821" y="549076"/>
                </a:lnTo>
                <a:lnTo>
                  <a:pt x="1739726" y="560885"/>
                </a:lnTo>
                <a:lnTo>
                  <a:pt x="1725949" y="576629"/>
                </a:lnTo>
                <a:lnTo>
                  <a:pt x="1729885" y="588437"/>
                </a:lnTo>
                <a:lnTo>
                  <a:pt x="1739726" y="580565"/>
                </a:lnTo>
                <a:lnTo>
                  <a:pt x="1747597" y="584501"/>
                </a:lnTo>
                <a:lnTo>
                  <a:pt x="1759406" y="580565"/>
                </a:lnTo>
                <a:lnTo>
                  <a:pt x="1755470" y="568757"/>
                </a:lnTo>
                <a:lnTo>
                  <a:pt x="1767278" y="564821"/>
                </a:lnTo>
                <a:lnTo>
                  <a:pt x="1812542" y="576629"/>
                </a:lnTo>
                <a:lnTo>
                  <a:pt x="1816479" y="592373"/>
                </a:lnTo>
                <a:lnTo>
                  <a:pt x="1800734" y="598277"/>
                </a:lnTo>
                <a:lnTo>
                  <a:pt x="1800734" y="606149"/>
                </a:lnTo>
                <a:lnTo>
                  <a:pt x="1820415" y="606149"/>
                </a:lnTo>
                <a:lnTo>
                  <a:pt x="1824351" y="596308"/>
                </a:lnTo>
                <a:lnTo>
                  <a:pt x="1834191" y="588437"/>
                </a:lnTo>
                <a:lnTo>
                  <a:pt x="1849935" y="596308"/>
                </a:lnTo>
                <a:lnTo>
                  <a:pt x="1853871" y="588437"/>
                </a:lnTo>
                <a:lnTo>
                  <a:pt x="1845999" y="576629"/>
                </a:lnTo>
                <a:lnTo>
                  <a:pt x="1842063" y="564821"/>
                </a:lnTo>
                <a:lnTo>
                  <a:pt x="1861743" y="564821"/>
                </a:lnTo>
                <a:lnTo>
                  <a:pt x="1887328" y="588437"/>
                </a:lnTo>
                <a:lnTo>
                  <a:pt x="1891264" y="606149"/>
                </a:lnTo>
                <a:lnTo>
                  <a:pt x="1899136" y="633701"/>
                </a:lnTo>
                <a:lnTo>
                  <a:pt x="1910944" y="641573"/>
                </a:lnTo>
                <a:lnTo>
                  <a:pt x="1930624" y="621893"/>
                </a:lnTo>
                <a:lnTo>
                  <a:pt x="1922752" y="610085"/>
                </a:lnTo>
                <a:lnTo>
                  <a:pt x="1914880" y="592373"/>
                </a:lnTo>
                <a:lnTo>
                  <a:pt x="1918816" y="576629"/>
                </a:lnTo>
                <a:lnTo>
                  <a:pt x="1910944" y="560885"/>
                </a:lnTo>
                <a:lnTo>
                  <a:pt x="1910944" y="549076"/>
                </a:lnTo>
                <a:lnTo>
                  <a:pt x="1918816" y="547109"/>
                </a:lnTo>
                <a:lnTo>
                  <a:pt x="1930624" y="549076"/>
                </a:lnTo>
                <a:lnTo>
                  <a:pt x="1940464" y="553012"/>
                </a:lnTo>
                <a:lnTo>
                  <a:pt x="1956209" y="549076"/>
                </a:lnTo>
                <a:lnTo>
                  <a:pt x="1968017" y="556949"/>
                </a:lnTo>
                <a:lnTo>
                  <a:pt x="1968017" y="560885"/>
                </a:lnTo>
                <a:lnTo>
                  <a:pt x="1989665" y="572693"/>
                </a:lnTo>
                <a:lnTo>
                  <a:pt x="1989665" y="606149"/>
                </a:lnTo>
                <a:lnTo>
                  <a:pt x="2001474" y="629765"/>
                </a:lnTo>
                <a:lnTo>
                  <a:pt x="2017218" y="649445"/>
                </a:lnTo>
                <a:lnTo>
                  <a:pt x="2013281" y="671093"/>
                </a:lnTo>
                <a:lnTo>
                  <a:pt x="2050674" y="692741"/>
                </a:lnTo>
                <a:lnTo>
                  <a:pt x="2058546" y="684869"/>
                </a:lnTo>
                <a:lnTo>
                  <a:pt x="2074290" y="688806"/>
                </a:lnTo>
                <a:lnTo>
                  <a:pt x="2078226" y="704549"/>
                </a:lnTo>
                <a:lnTo>
                  <a:pt x="2115619" y="722261"/>
                </a:lnTo>
                <a:lnTo>
                  <a:pt x="2115619" y="730133"/>
                </a:lnTo>
                <a:lnTo>
                  <a:pt x="2111683" y="734069"/>
                </a:lnTo>
                <a:lnTo>
                  <a:pt x="2099875" y="734069"/>
                </a:lnTo>
                <a:lnTo>
                  <a:pt x="2088067" y="738005"/>
                </a:lnTo>
                <a:lnTo>
                  <a:pt x="2078226" y="734069"/>
                </a:lnTo>
                <a:lnTo>
                  <a:pt x="2066418" y="741941"/>
                </a:lnTo>
                <a:lnTo>
                  <a:pt x="2046738" y="738005"/>
                </a:lnTo>
                <a:lnTo>
                  <a:pt x="2042802" y="741941"/>
                </a:lnTo>
                <a:lnTo>
                  <a:pt x="2046738" y="757686"/>
                </a:lnTo>
                <a:lnTo>
                  <a:pt x="2066418" y="749814"/>
                </a:lnTo>
                <a:lnTo>
                  <a:pt x="2078226" y="753750"/>
                </a:lnTo>
                <a:lnTo>
                  <a:pt x="2084131" y="771462"/>
                </a:lnTo>
                <a:lnTo>
                  <a:pt x="2066418" y="775398"/>
                </a:lnTo>
                <a:lnTo>
                  <a:pt x="2038866" y="779334"/>
                </a:lnTo>
                <a:lnTo>
                  <a:pt x="2017218" y="779334"/>
                </a:lnTo>
                <a:lnTo>
                  <a:pt x="2001474" y="783270"/>
                </a:lnTo>
                <a:lnTo>
                  <a:pt x="1989665" y="771462"/>
                </a:lnTo>
                <a:lnTo>
                  <a:pt x="1964080" y="765558"/>
                </a:lnTo>
                <a:lnTo>
                  <a:pt x="1960145" y="753750"/>
                </a:lnTo>
                <a:lnTo>
                  <a:pt x="1948336" y="753750"/>
                </a:lnTo>
                <a:lnTo>
                  <a:pt x="1944400" y="767526"/>
                </a:lnTo>
                <a:lnTo>
                  <a:pt x="1926688" y="779334"/>
                </a:lnTo>
                <a:lnTo>
                  <a:pt x="1891264" y="779334"/>
                </a:lnTo>
                <a:lnTo>
                  <a:pt x="1861743" y="791142"/>
                </a:lnTo>
                <a:lnTo>
                  <a:pt x="1845999" y="791142"/>
                </a:lnTo>
                <a:lnTo>
                  <a:pt x="1771214" y="795078"/>
                </a:lnTo>
                <a:lnTo>
                  <a:pt x="1751534" y="783270"/>
                </a:lnTo>
                <a:lnTo>
                  <a:pt x="1751534" y="765558"/>
                </a:lnTo>
                <a:lnTo>
                  <a:pt x="1739726" y="757686"/>
                </a:lnTo>
                <a:lnTo>
                  <a:pt x="1702333" y="757686"/>
                </a:lnTo>
                <a:lnTo>
                  <a:pt x="1672813" y="753750"/>
                </a:lnTo>
                <a:lnTo>
                  <a:pt x="1645260" y="734069"/>
                </a:lnTo>
                <a:lnTo>
                  <a:pt x="1645260" y="722261"/>
                </a:lnTo>
                <a:lnTo>
                  <a:pt x="1668877" y="716357"/>
                </a:lnTo>
                <a:lnTo>
                  <a:pt x="1733821" y="708485"/>
                </a:lnTo>
                <a:lnTo>
                  <a:pt x="1767278" y="712421"/>
                </a:lnTo>
                <a:lnTo>
                  <a:pt x="1800734" y="708485"/>
                </a:lnTo>
                <a:lnTo>
                  <a:pt x="1804671" y="704549"/>
                </a:lnTo>
                <a:lnTo>
                  <a:pt x="1771214" y="696678"/>
                </a:lnTo>
                <a:lnTo>
                  <a:pt x="1759406" y="692741"/>
                </a:lnTo>
                <a:lnTo>
                  <a:pt x="1733821" y="688806"/>
                </a:lnTo>
                <a:lnTo>
                  <a:pt x="1694461" y="696678"/>
                </a:lnTo>
                <a:lnTo>
                  <a:pt x="1664940" y="696678"/>
                </a:lnTo>
                <a:lnTo>
                  <a:pt x="1639356" y="688806"/>
                </a:lnTo>
                <a:lnTo>
                  <a:pt x="1619676" y="671093"/>
                </a:lnTo>
                <a:lnTo>
                  <a:pt x="1645260" y="663221"/>
                </a:lnTo>
                <a:lnTo>
                  <a:pt x="1676748" y="663221"/>
                </a:lnTo>
                <a:lnTo>
                  <a:pt x="1690525" y="649445"/>
                </a:lnTo>
                <a:lnTo>
                  <a:pt x="1680684" y="645509"/>
                </a:lnTo>
                <a:lnTo>
                  <a:pt x="1645260" y="649445"/>
                </a:lnTo>
                <a:lnTo>
                  <a:pt x="1635420" y="657317"/>
                </a:lnTo>
                <a:lnTo>
                  <a:pt x="1627548" y="653381"/>
                </a:lnTo>
                <a:lnTo>
                  <a:pt x="1631484" y="641573"/>
                </a:lnTo>
                <a:lnTo>
                  <a:pt x="1607868" y="641573"/>
                </a:lnTo>
                <a:lnTo>
                  <a:pt x="1607868" y="617958"/>
                </a:lnTo>
                <a:lnTo>
                  <a:pt x="1631484" y="614021"/>
                </a:lnTo>
                <a:lnTo>
                  <a:pt x="1627548" y="606149"/>
                </a:lnTo>
                <a:lnTo>
                  <a:pt x="1611803" y="598277"/>
                </a:lnTo>
                <a:lnTo>
                  <a:pt x="1623612" y="580565"/>
                </a:lnTo>
                <a:lnTo>
                  <a:pt x="1645260" y="576629"/>
                </a:lnTo>
                <a:lnTo>
                  <a:pt x="1657069" y="572693"/>
                </a:lnTo>
                <a:lnTo>
                  <a:pt x="1690525" y="549076"/>
                </a:lnTo>
                <a:close/>
                <a:moveTo>
                  <a:pt x="6533799" y="541206"/>
                </a:moveTo>
                <a:lnTo>
                  <a:pt x="6559383" y="553013"/>
                </a:lnTo>
                <a:lnTo>
                  <a:pt x="6545607" y="578600"/>
                </a:lnTo>
                <a:lnTo>
                  <a:pt x="6527895" y="580570"/>
                </a:lnTo>
                <a:lnTo>
                  <a:pt x="6525927" y="625831"/>
                </a:lnTo>
                <a:lnTo>
                  <a:pt x="6535767" y="643542"/>
                </a:lnTo>
                <a:lnTo>
                  <a:pt x="6584967" y="675031"/>
                </a:lnTo>
                <a:lnTo>
                  <a:pt x="6581031" y="686840"/>
                </a:lnTo>
                <a:lnTo>
                  <a:pt x="6561351" y="688809"/>
                </a:lnTo>
                <a:lnTo>
                  <a:pt x="6527895" y="692743"/>
                </a:lnTo>
                <a:lnTo>
                  <a:pt x="6500343" y="682903"/>
                </a:lnTo>
                <a:lnTo>
                  <a:pt x="6478695" y="680935"/>
                </a:lnTo>
                <a:lnTo>
                  <a:pt x="6476727" y="669129"/>
                </a:lnTo>
                <a:lnTo>
                  <a:pt x="6488535" y="653382"/>
                </a:lnTo>
                <a:lnTo>
                  <a:pt x="6468855" y="647479"/>
                </a:lnTo>
                <a:lnTo>
                  <a:pt x="6449174" y="643542"/>
                </a:lnTo>
                <a:lnTo>
                  <a:pt x="6447206" y="635671"/>
                </a:lnTo>
                <a:lnTo>
                  <a:pt x="6435398" y="643542"/>
                </a:lnTo>
                <a:lnTo>
                  <a:pt x="6421622" y="639610"/>
                </a:lnTo>
                <a:lnTo>
                  <a:pt x="6417686" y="629769"/>
                </a:lnTo>
                <a:lnTo>
                  <a:pt x="6423590" y="608120"/>
                </a:lnTo>
                <a:lnTo>
                  <a:pt x="6441302" y="606151"/>
                </a:lnTo>
                <a:lnTo>
                  <a:pt x="6453110" y="596312"/>
                </a:lnTo>
                <a:lnTo>
                  <a:pt x="6455078" y="580570"/>
                </a:lnTo>
                <a:lnTo>
                  <a:pt x="6443270" y="570726"/>
                </a:lnTo>
                <a:lnTo>
                  <a:pt x="6453110" y="562854"/>
                </a:lnTo>
                <a:lnTo>
                  <a:pt x="6462951" y="560887"/>
                </a:lnTo>
                <a:lnTo>
                  <a:pt x="6474759" y="543173"/>
                </a:lnTo>
                <a:close/>
                <a:moveTo>
                  <a:pt x="7122236" y="537272"/>
                </a:moveTo>
                <a:lnTo>
                  <a:pt x="7141916" y="541206"/>
                </a:lnTo>
                <a:lnTo>
                  <a:pt x="7136012" y="547111"/>
                </a:lnTo>
                <a:lnTo>
                  <a:pt x="7126172" y="543173"/>
                </a:lnTo>
                <a:close/>
                <a:moveTo>
                  <a:pt x="6970699" y="527431"/>
                </a:moveTo>
                <a:lnTo>
                  <a:pt x="6990379" y="539241"/>
                </a:lnTo>
                <a:lnTo>
                  <a:pt x="6972667" y="547111"/>
                </a:lnTo>
                <a:lnTo>
                  <a:pt x="6960859" y="553013"/>
                </a:lnTo>
                <a:lnTo>
                  <a:pt x="6949051" y="547111"/>
                </a:lnTo>
                <a:lnTo>
                  <a:pt x="6949051" y="539241"/>
                </a:lnTo>
                <a:close/>
                <a:moveTo>
                  <a:pt x="7112396" y="523494"/>
                </a:moveTo>
                <a:lnTo>
                  <a:pt x="7126172" y="525462"/>
                </a:lnTo>
                <a:lnTo>
                  <a:pt x="7126172" y="527431"/>
                </a:lnTo>
                <a:lnTo>
                  <a:pt x="7108460" y="535301"/>
                </a:lnTo>
                <a:close/>
                <a:moveTo>
                  <a:pt x="2704058" y="523491"/>
                </a:moveTo>
                <a:lnTo>
                  <a:pt x="2711929" y="527428"/>
                </a:lnTo>
                <a:lnTo>
                  <a:pt x="2749322" y="523491"/>
                </a:lnTo>
                <a:lnTo>
                  <a:pt x="2780811" y="537267"/>
                </a:lnTo>
                <a:lnTo>
                  <a:pt x="2792618" y="537267"/>
                </a:lnTo>
                <a:lnTo>
                  <a:pt x="2804427" y="549075"/>
                </a:lnTo>
                <a:lnTo>
                  <a:pt x="2800491" y="560884"/>
                </a:lnTo>
                <a:lnTo>
                  <a:pt x="2822139" y="568756"/>
                </a:lnTo>
                <a:lnTo>
                  <a:pt x="2818203" y="576628"/>
                </a:lnTo>
                <a:lnTo>
                  <a:pt x="2780811" y="568756"/>
                </a:lnTo>
                <a:lnTo>
                  <a:pt x="2735546" y="572691"/>
                </a:lnTo>
                <a:lnTo>
                  <a:pt x="2731610" y="578596"/>
                </a:lnTo>
                <a:lnTo>
                  <a:pt x="2719802" y="582532"/>
                </a:lnTo>
                <a:lnTo>
                  <a:pt x="2704058" y="576628"/>
                </a:lnTo>
                <a:lnTo>
                  <a:pt x="2702090" y="545140"/>
                </a:lnTo>
                <a:lnTo>
                  <a:pt x="2692249" y="541204"/>
                </a:lnTo>
                <a:lnTo>
                  <a:pt x="2684377" y="527428"/>
                </a:lnTo>
                <a:close/>
                <a:moveTo>
                  <a:pt x="8566761" y="521526"/>
                </a:moveTo>
                <a:lnTo>
                  <a:pt x="8574633" y="521526"/>
                </a:lnTo>
                <a:lnTo>
                  <a:pt x="8578569" y="523494"/>
                </a:lnTo>
                <a:lnTo>
                  <a:pt x="8572665" y="525462"/>
                </a:lnTo>
                <a:close/>
                <a:moveTo>
                  <a:pt x="1981790" y="519556"/>
                </a:moveTo>
                <a:lnTo>
                  <a:pt x="1993599" y="521524"/>
                </a:lnTo>
                <a:lnTo>
                  <a:pt x="2005407" y="525460"/>
                </a:lnTo>
                <a:lnTo>
                  <a:pt x="2009343" y="529396"/>
                </a:lnTo>
                <a:lnTo>
                  <a:pt x="1993599" y="560884"/>
                </a:lnTo>
                <a:lnTo>
                  <a:pt x="1985727" y="560884"/>
                </a:lnTo>
                <a:lnTo>
                  <a:pt x="1964078" y="549076"/>
                </a:lnTo>
                <a:lnTo>
                  <a:pt x="1940461" y="537268"/>
                </a:lnTo>
                <a:lnTo>
                  <a:pt x="1948334" y="521524"/>
                </a:lnTo>
                <a:close/>
                <a:moveTo>
                  <a:pt x="2115618" y="515620"/>
                </a:moveTo>
                <a:lnTo>
                  <a:pt x="2127427" y="515620"/>
                </a:lnTo>
                <a:lnTo>
                  <a:pt x="2135298" y="519556"/>
                </a:lnTo>
                <a:lnTo>
                  <a:pt x="2149075" y="515620"/>
                </a:lnTo>
                <a:lnTo>
                  <a:pt x="2164819" y="521525"/>
                </a:lnTo>
                <a:lnTo>
                  <a:pt x="2184499" y="521525"/>
                </a:lnTo>
                <a:lnTo>
                  <a:pt x="2196308" y="519556"/>
                </a:lnTo>
                <a:lnTo>
                  <a:pt x="2206147" y="515620"/>
                </a:lnTo>
                <a:lnTo>
                  <a:pt x="2229764" y="515620"/>
                </a:lnTo>
                <a:lnTo>
                  <a:pt x="2225828" y="529397"/>
                </a:lnTo>
                <a:lnTo>
                  <a:pt x="2214020" y="533333"/>
                </a:lnTo>
                <a:lnTo>
                  <a:pt x="2210084" y="537268"/>
                </a:lnTo>
                <a:lnTo>
                  <a:pt x="2196308" y="560885"/>
                </a:lnTo>
                <a:lnTo>
                  <a:pt x="2188435" y="568757"/>
                </a:lnTo>
                <a:lnTo>
                  <a:pt x="2210084" y="568757"/>
                </a:lnTo>
                <a:lnTo>
                  <a:pt x="2221892" y="572693"/>
                </a:lnTo>
                <a:lnTo>
                  <a:pt x="2221892" y="582533"/>
                </a:lnTo>
                <a:lnTo>
                  <a:pt x="2237636" y="582533"/>
                </a:lnTo>
                <a:lnTo>
                  <a:pt x="2241572" y="586469"/>
                </a:lnTo>
                <a:lnTo>
                  <a:pt x="2249444" y="598278"/>
                </a:lnTo>
                <a:lnTo>
                  <a:pt x="2237636" y="606150"/>
                </a:lnTo>
                <a:lnTo>
                  <a:pt x="2241572" y="625830"/>
                </a:lnTo>
                <a:lnTo>
                  <a:pt x="2237636" y="637639"/>
                </a:lnTo>
                <a:lnTo>
                  <a:pt x="2202211" y="645511"/>
                </a:lnTo>
                <a:lnTo>
                  <a:pt x="2188435" y="637639"/>
                </a:lnTo>
                <a:lnTo>
                  <a:pt x="2188435" y="645511"/>
                </a:lnTo>
                <a:lnTo>
                  <a:pt x="2196308" y="649446"/>
                </a:lnTo>
                <a:lnTo>
                  <a:pt x="2196308" y="655351"/>
                </a:lnTo>
                <a:lnTo>
                  <a:pt x="2164819" y="659287"/>
                </a:lnTo>
                <a:lnTo>
                  <a:pt x="2149075" y="629766"/>
                </a:lnTo>
                <a:lnTo>
                  <a:pt x="2131362" y="625830"/>
                </a:lnTo>
                <a:lnTo>
                  <a:pt x="2123490" y="614022"/>
                </a:lnTo>
                <a:lnTo>
                  <a:pt x="2099873" y="610085"/>
                </a:lnTo>
                <a:lnTo>
                  <a:pt x="2095938" y="606150"/>
                </a:lnTo>
                <a:lnTo>
                  <a:pt x="2074289" y="594342"/>
                </a:lnTo>
                <a:lnTo>
                  <a:pt x="2070353" y="580565"/>
                </a:lnTo>
                <a:lnTo>
                  <a:pt x="2074289" y="568757"/>
                </a:lnTo>
                <a:lnTo>
                  <a:pt x="2088065" y="564821"/>
                </a:lnTo>
                <a:lnTo>
                  <a:pt x="2119554" y="582533"/>
                </a:lnTo>
                <a:lnTo>
                  <a:pt x="2127427" y="582533"/>
                </a:lnTo>
                <a:lnTo>
                  <a:pt x="2143171" y="576629"/>
                </a:lnTo>
                <a:lnTo>
                  <a:pt x="2131362" y="556950"/>
                </a:lnTo>
                <a:lnTo>
                  <a:pt x="2139234" y="556950"/>
                </a:lnTo>
                <a:lnTo>
                  <a:pt x="2139234" y="553013"/>
                </a:lnTo>
                <a:lnTo>
                  <a:pt x="2119554" y="549077"/>
                </a:lnTo>
                <a:lnTo>
                  <a:pt x="2111682" y="545141"/>
                </a:lnTo>
                <a:lnTo>
                  <a:pt x="2111682" y="537268"/>
                </a:lnTo>
                <a:lnTo>
                  <a:pt x="2127427" y="533333"/>
                </a:lnTo>
                <a:lnTo>
                  <a:pt x="2115618" y="525461"/>
                </a:lnTo>
                <a:close/>
                <a:moveTo>
                  <a:pt x="2511190" y="515619"/>
                </a:moveTo>
                <a:lnTo>
                  <a:pt x="2536774" y="515619"/>
                </a:lnTo>
                <a:lnTo>
                  <a:pt x="2544647" y="515619"/>
                </a:lnTo>
                <a:lnTo>
                  <a:pt x="2568263" y="517588"/>
                </a:lnTo>
                <a:lnTo>
                  <a:pt x="2576135" y="521523"/>
                </a:lnTo>
                <a:lnTo>
                  <a:pt x="2560391" y="537267"/>
                </a:lnTo>
                <a:lnTo>
                  <a:pt x="2556454" y="545140"/>
                </a:lnTo>
                <a:lnTo>
                  <a:pt x="2530871" y="574660"/>
                </a:lnTo>
                <a:lnTo>
                  <a:pt x="2530871" y="578596"/>
                </a:lnTo>
                <a:lnTo>
                  <a:pt x="2532838" y="623861"/>
                </a:lnTo>
                <a:lnTo>
                  <a:pt x="2556454" y="635669"/>
                </a:lnTo>
                <a:lnTo>
                  <a:pt x="2556454" y="663220"/>
                </a:lnTo>
                <a:lnTo>
                  <a:pt x="2572199" y="663220"/>
                </a:lnTo>
                <a:lnTo>
                  <a:pt x="2576135" y="643540"/>
                </a:lnTo>
                <a:lnTo>
                  <a:pt x="2560391" y="627797"/>
                </a:lnTo>
                <a:lnTo>
                  <a:pt x="2552519" y="610084"/>
                </a:lnTo>
                <a:lnTo>
                  <a:pt x="2568263" y="602212"/>
                </a:lnTo>
                <a:lnTo>
                  <a:pt x="2587943" y="610084"/>
                </a:lnTo>
                <a:lnTo>
                  <a:pt x="2593847" y="602212"/>
                </a:lnTo>
                <a:lnTo>
                  <a:pt x="2568263" y="590404"/>
                </a:lnTo>
                <a:lnTo>
                  <a:pt x="2560391" y="560884"/>
                </a:lnTo>
                <a:lnTo>
                  <a:pt x="2587943" y="553012"/>
                </a:lnTo>
                <a:lnTo>
                  <a:pt x="2576135" y="545140"/>
                </a:lnTo>
                <a:lnTo>
                  <a:pt x="2589911" y="537267"/>
                </a:lnTo>
                <a:lnTo>
                  <a:pt x="2601720" y="541204"/>
                </a:lnTo>
                <a:lnTo>
                  <a:pt x="2601720" y="529396"/>
                </a:lnTo>
                <a:lnTo>
                  <a:pt x="2643048" y="517588"/>
                </a:lnTo>
                <a:lnTo>
                  <a:pt x="2660760" y="517588"/>
                </a:lnTo>
                <a:lnTo>
                  <a:pt x="2670601" y="521523"/>
                </a:lnTo>
                <a:lnTo>
                  <a:pt x="2670601" y="533332"/>
                </a:lnTo>
                <a:lnTo>
                  <a:pt x="2684377" y="545140"/>
                </a:lnTo>
                <a:lnTo>
                  <a:pt x="2686345" y="564819"/>
                </a:lnTo>
                <a:lnTo>
                  <a:pt x="2690281" y="570724"/>
                </a:lnTo>
                <a:lnTo>
                  <a:pt x="2696185" y="582532"/>
                </a:lnTo>
                <a:lnTo>
                  <a:pt x="2684377" y="590404"/>
                </a:lnTo>
                <a:lnTo>
                  <a:pt x="2682409" y="617956"/>
                </a:lnTo>
                <a:lnTo>
                  <a:pt x="2690281" y="617956"/>
                </a:lnTo>
                <a:lnTo>
                  <a:pt x="2690281" y="606148"/>
                </a:lnTo>
                <a:lnTo>
                  <a:pt x="2707993" y="602212"/>
                </a:lnTo>
                <a:lnTo>
                  <a:pt x="2725705" y="602212"/>
                </a:lnTo>
                <a:lnTo>
                  <a:pt x="2729642" y="610084"/>
                </a:lnTo>
                <a:lnTo>
                  <a:pt x="2735546" y="623861"/>
                </a:lnTo>
                <a:lnTo>
                  <a:pt x="2751290" y="623861"/>
                </a:lnTo>
                <a:lnTo>
                  <a:pt x="2755226" y="606148"/>
                </a:lnTo>
                <a:lnTo>
                  <a:pt x="2767035" y="606148"/>
                </a:lnTo>
                <a:lnTo>
                  <a:pt x="2767035" y="598276"/>
                </a:lnTo>
                <a:lnTo>
                  <a:pt x="2747354" y="594340"/>
                </a:lnTo>
                <a:lnTo>
                  <a:pt x="2759162" y="582532"/>
                </a:lnTo>
                <a:lnTo>
                  <a:pt x="2792618" y="582532"/>
                </a:lnTo>
                <a:lnTo>
                  <a:pt x="2804427" y="586468"/>
                </a:lnTo>
                <a:lnTo>
                  <a:pt x="2820171" y="582532"/>
                </a:lnTo>
                <a:lnTo>
                  <a:pt x="2845755" y="594340"/>
                </a:lnTo>
                <a:lnTo>
                  <a:pt x="2831979" y="614020"/>
                </a:lnTo>
                <a:lnTo>
                  <a:pt x="2841819" y="623861"/>
                </a:lnTo>
                <a:lnTo>
                  <a:pt x="2857563" y="614020"/>
                </a:lnTo>
                <a:lnTo>
                  <a:pt x="2869372" y="617956"/>
                </a:lnTo>
                <a:lnTo>
                  <a:pt x="2849692" y="635669"/>
                </a:lnTo>
                <a:lnTo>
                  <a:pt x="2845755" y="647476"/>
                </a:lnTo>
                <a:lnTo>
                  <a:pt x="2857563" y="651413"/>
                </a:lnTo>
                <a:lnTo>
                  <a:pt x="2869372" y="635669"/>
                </a:lnTo>
                <a:lnTo>
                  <a:pt x="2881180" y="639604"/>
                </a:lnTo>
                <a:lnTo>
                  <a:pt x="2873308" y="651413"/>
                </a:lnTo>
                <a:lnTo>
                  <a:pt x="2881180" y="659284"/>
                </a:lnTo>
                <a:lnTo>
                  <a:pt x="2887084" y="651413"/>
                </a:lnTo>
                <a:lnTo>
                  <a:pt x="2894956" y="659284"/>
                </a:lnTo>
                <a:lnTo>
                  <a:pt x="2906764" y="651413"/>
                </a:lnTo>
                <a:lnTo>
                  <a:pt x="2910700" y="635669"/>
                </a:lnTo>
                <a:lnTo>
                  <a:pt x="2934317" y="635669"/>
                </a:lnTo>
                <a:lnTo>
                  <a:pt x="2948093" y="647476"/>
                </a:lnTo>
                <a:lnTo>
                  <a:pt x="2955965" y="671093"/>
                </a:lnTo>
                <a:lnTo>
                  <a:pt x="2922509" y="678965"/>
                </a:lnTo>
                <a:lnTo>
                  <a:pt x="2934317" y="688805"/>
                </a:lnTo>
                <a:lnTo>
                  <a:pt x="2952029" y="678965"/>
                </a:lnTo>
                <a:lnTo>
                  <a:pt x="2955965" y="682900"/>
                </a:lnTo>
                <a:lnTo>
                  <a:pt x="2948093" y="690773"/>
                </a:lnTo>
                <a:lnTo>
                  <a:pt x="2944157" y="702580"/>
                </a:lnTo>
                <a:lnTo>
                  <a:pt x="2955965" y="702580"/>
                </a:lnTo>
                <a:lnTo>
                  <a:pt x="2971710" y="682900"/>
                </a:lnTo>
                <a:lnTo>
                  <a:pt x="2993358" y="682900"/>
                </a:lnTo>
                <a:lnTo>
                  <a:pt x="3024846" y="694709"/>
                </a:lnTo>
                <a:lnTo>
                  <a:pt x="3005166" y="710452"/>
                </a:lnTo>
                <a:lnTo>
                  <a:pt x="2983518" y="718324"/>
                </a:lnTo>
                <a:lnTo>
                  <a:pt x="3005166" y="720292"/>
                </a:lnTo>
                <a:lnTo>
                  <a:pt x="3005166" y="728164"/>
                </a:lnTo>
                <a:lnTo>
                  <a:pt x="3024846" y="720292"/>
                </a:lnTo>
                <a:lnTo>
                  <a:pt x="3036654" y="710452"/>
                </a:lnTo>
                <a:lnTo>
                  <a:pt x="3062239" y="728164"/>
                </a:lnTo>
                <a:lnTo>
                  <a:pt x="3058303" y="739973"/>
                </a:lnTo>
                <a:lnTo>
                  <a:pt x="3044526" y="739973"/>
                </a:lnTo>
                <a:lnTo>
                  <a:pt x="3032719" y="743909"/>
                </a:lnTo>
                <a:lnTo>
                  <a:pt x="3070111" y="751781"/>
                </a:lnTo>
                <a:lnTo>
                  <a:pt x="3074047" y="763589"/>
                </a:lnTo>
                <a:lnTo>
                  <a:pt x="3032719" y="763589"/>
                </a:lnTo>
                <a:lnTo>
                  <a:pt x="3044526" y="771461"/>
                </a:lnTo>
                <a:lnTo>
                  <a:pt x="3040590" y="777365"/>
                </a:lnTo>
                <a:lnTo>
                  <a:pt x="3005166" y="773429"/>
                </a:lnTo>
                <a:lnTo>
                  <a:pt x="3001230" y="781301"/>
                </a:lnTo>
                <a:lnTo>
                  <a:pt x="3040590" y="789173"/>
                </a:lnTo>
                <a:lnTo>
                  <a:pt x="3066175" y="804917"/>
                </a:lnTo>
                <a:lnTo>
                  <a:pt x="3081919" y="826565"/>
                </a:lnTo>
                <a:lnTo>
                  <a:pt x="3095695" y="820661"/>
                </a:lnTo>
                <a:lnTo>
                  <a:pt x="3119312" y="816725"/>
                </a:lnTo>
                <a:lnTo>
                  <a:pt x="3119312" y="826565"/>
                </a:lnTo>
                <a:lnTo>
                  <a:pt x="3131120" y="830501"/>
                </a:lnTo>
                <a:lnTo>
                  <a:pt x="3142928" y="834437"/>
                </a:lnTo>
                <a:lnTo>
                  <a:pt x="3138992" y="854117"/>
                </a:lnTo>
                <a:lnTo>
                  <a:pt x="3168513" y="850181"/>
                </a:lnTo>
                <a:lnTo>
                  <a:pt x="3180320" y="858053"/>
                </a:lnTo>
                <a:lnTo>
                  <a:pt x="3168513" y="861989"/>
                </a:lnTo>
                <a:lnTo>
                  <a:pt x="3172449" y="869861"/>
                </a:lnTo>
                <a:lnTo>
                  <a:pt x="3198033" y="854117"/>
                </a:lnTo>
                <a:lnTo>
                  <a:pt x="3213777" y="861989"/>
                </a:lnTo>
                <a:lnTo>
                  <a:pt x="3213777" y="865925"/>
                </a:lnTo>
                <a:lnTo>
                  <a:pt x="3225585" y="869861"/>
                </a:lnTo>
                <a:lnTo>
                  <a:pt x="3221650" y="899382"/>
                </a:lnTo>
                <a:lnTo>
                  <a:pt x="3194097" y="899382"/>
                </a:lnTo>
                <a:lnTo>
                  <a:pt x="3201969" y="940710"/>
                </a:lnTo>
                <a:lnTo>
                  <a:pt x="3180320" y="952518"/>
                </a:lnTo>
                <a:lnTo>
                  <a:pt x="3164576" y="940710"/>
                </a:lnTo>
                <a:lnTo>
                  <a:pt x="3164576" y="956454"/>
                </a:lnTo>
                <a:lnTo>
                  <a:pt x="3172449" y="978102"/>
                </a:lnTo>
                <a:lnTo>
                  <a:pt x="3164576" y="997782"/>
                </a:lnTo>
                <a:lnTo>
                  <a:pt x="3152769" y="982038"/>
                </a:lnTo>
                <a:lnTo>
                  <a:pt x="3138992" y="978102"/>
                </a:lnTo>
                <a:lnTo>
                  <a:pt x="3131120" y="972198"/>
                </a:lnTo>
                <a:lnTo>
                  <a:pt x="3107503" y="944646"/>
                </a:lnTo>
                <a:lnTo>
                  <a:pt x="3123248" y="922998"/>
                </a:lnTo>
                <a:lnTo>
                  <a:pt x="3119312" y="915126"/>
                </a:lnTo>
                <a:lnTo>
                  <a:pt x="3095695" y="915126"/>
                </a:lnTo>
                <a:lnTo>
                  <a:pt x="3089791" y="903318"/>
                </a:lnTo>
                <a:lnTo>
                  <a:pt x="3070111" y="879702"/>
                </a:lnTo>
                <a:lnTo>
                  <a:pt x="3044526" y="891510"/>
                </a:lnTo>
                <a:lnTo>
                  <a:pt x="3054367" y="915126"/>
                </a:lnTo>
                <a:lnTo>
                  <a:pt x="3062239" y="922998"/>
                </a:lnTo>
                <a:lnTo>
                  <a:pt x="3046494" y="932838"/>
                </a:lnTo>
                <a:lnTo>
                  <a:pt x="3032719" y="915126"/>
                </a:lnTo>
                <a:lnTo>
                  <a:pt x="3024846" y="928902"/>
                </a:lnTo>
                <a:lnTo>
                  <a:pt x="3044526" y="952518"/>
                </a:lnTo>
                <a:lnTo>
                  <a:pt x="3058303" y="964326"/>
                </a:lnTo>
                <a:lnTo>
                  <a:pt x="3062239" y="976134"/>
                </a:lnTo>
                <a:lnTo>
                  <a:pt x="3081919" y="1001718"/>
                </a:lnTo>
                <a:lnTo>
                  <a:pt x="3095695" y="1005655"/>
                </a:lnTo>
                <a:lnTo>
                  <a:pt x="3119312" y="1031239"/>
                </a:lnTo>
                <a:lnTo>
                  <a:pt x="3119312" y="1043047"/>
                </a:lnTo>
                <a:lnTo>
                  <a:pt x="3127184" y="1046983"/>
                </a:lnTo>
                <a:lnTo>
                  <a:pt x="3127184" y="1058791"/>
                </a:lnTo>
                <a:lnTo>
                  <a:pt x="3142928" y="1078471"/>
                </a:lnTo>
                <a:lnTo>
                  <a:pt x="3142928" y="1092247"/>
                </a:lnTo>
                <a:lnTo>
                  <a:pt x="3123248" y="1092247"/>
                </a:lnTo>
                <a:lnTo>
                  <a:pt x="3119312" y="1100119"/>
                </a:lnTo>
                <a:lnTo>
                  <a:pt x="3135056" y="1111927"/>
                </a:lnTo>
                <a:lnTo>
                  <a:pt x="3127184" y="1127671"/>
                </a:lnTo>
                <a:lnTo>
                  <a:pt x="3127184" y="1145384"/>
                </a:lnTo>
                <a:lnTo>
                  <a:pt x="3111440" y="1145384"/>
                </a:lnTo>
                <a:lnTo>
                  <a:pt x="3095695" y="1119799"/>
                </a:lnTo>
                <a:lnTo>
                  <a:pt x="3074047" y="1092247"/>
                </a:lnTo>
                <a:lnTo>
                  <a:pt x="3058303" y="1096183"/>
                </a:lnTo>
                <a:lnTo>
                  <a:pt x="3046494" y="1080439"/>
                </a:lnTo>
                <a:lnTo>
                  <a:pt x="3036654" y="1084375"/>
                </a:lnTo>
                <a:lnTo>
                  <a:pt x="3020910" y="1062727"/>
                </a:lnTo>
                <a:lnTo>
                  <a:pt x="3013038" y="1066663"/>
                </a:lnTo>
                <a:lnTo>
                  <a:pt x="3009102" y="1078471"/>
                </a:lnTo>
                <a:lnTo>
                  <a:pt x="3040590" y="1119799"/>
                </a:lnTo>
                <a:lnTo>
                  <a:pt x="3054367" y="1137511"/>
                </a:lnTo>
                <a:lnTo>
                  <a:pt x="3085855" y="1161128"/>
                </a:lnTo>
                <a:lnTo>
                  <a:pt x="3095695" y="1184744"/>
                </a:lnTo>
                <a:lnTo>
                  <a:pt x="3077983" y="1186712"/>
                </a:lnTo>
                <a:lnTo>
                  <a:pt x="3036654" y="1172936"/>
                </a:lnTo>
                <a:lnTo>
                  <a:pt x="3016974" y="1172936"/>
                </a:lnTo>
                <a:lnTo>
                  <a:pt x="2993358" y="1157192"/>
                </a:lnTo>
                <a:lnTo>
                  <a:pt x="2997294" y="1133575"/>
                </a:lnTo>
                <a:lnTo>
                  <a:pt x="2983518" y="1129639"/>
                </a:lnTo>
                <a:lnTo>
                  <a:pt x="2971710" y="1133575"/>
                </a:lnTo>
                <a:lnTo>
                  <a:pt x="2944157" y="1107991"/>
                </a:lnTo>
                <a:lnTo>
                  <a:pt x="2934317" y="1104055"/>
                </a:lnTo>
                <a:lnTo>
                  <a:pt x="2926444" y="1088311"/>
                </a:lnTo>
                <a:lnTo>
                  <a:pt x="2940221" y="1088311"/>
                </a:lnTo>
                <a:lnTo>
                  <a:pt x="2938253" y="1074535"/>
                </a:lnTo>
                <a:lnTo>
                  <a:pt x="2918573" y="1070599"/>
                </a:lnTo>
                <a:lnTo>
                  <a:pt x="2894956" y="1050919"/>
                </a:lnTo>
                <a:lnTo>
                  <a:pt x="2891020" y="1025335"/>
                </a:lnTo>
                <a:lnTo>
                  <a:pt x="2869372" y="1025335"/>
                </a:lnTo>
                <a:lnTo>
                  <a:pt x="2865436" y="1017463"/>
                </a:lnTo>
                <a:lnTo>
                  <a:pt x="2853628" y="1013527"/>
                </a:lnTo>
                <a:lnTo>
                  <a:pt x="2853628" y="1029271"/>
                </a:lnTo>
                <a:lnTo>
                  <a:pt x="2849692" y="1035175"/>
                </a:lnTo>
                <a:lnTo>
                  <a:pt x="2828043" y="1013527"/>
                </a:lnTo>
                <a:lnTo>
                  <a:pt x="2820171" y="1017463"/>
                </a:lnTo>
                <a:lnTo>
                  <a:pt x="2800491" y="1039111"/>
                </a:lnTo>
                <a:lnTo>
                  <a:pt x="2774906" y="1039111"/>
                </a:lnTo>
                <a:lnTo>
                  <a:pt x="2751290" y="1021399"/>
                </a:lnTo>
                <a:lnTo>
                  <a:pt x="2751290" y="997782"/>
                </a:lnTo>
                <a:lnTo>
                  <a:pt x="2770970" y="982038"/>
                </a:lnTo>
                <a:lnTo>
                  <a:pt x="2770970" y="972198"/>
                </a:lnTo>
                <a:lnTo>
                  <a:pt x="2782779" y="960390"/>
                </a:lnTo>
                <a:lnTo>
                  <a:pt x="2792618" y="968262"/>
                </a:lnTo>
                <a:lnTo>
                  <a:pt x="2804427" y="976134"/>
                </a:lnTo>
                <a:lnTo>
                  <a:pt x="2837883" y="972198"/>
                </a:lnTo>
                <a:lnTo>
                  <a:pt x="2861500" y="960390"/>
                </a:lnTo>
                <a:lnTo>
                  <a:pt x="2877244" y="964326"/>
                </a:lnTo>
                <a:lnTo>
                  <a:pt x="2877244" y="944646"/>
                </a:lnTo>
                <a:lnTo>
                  <a:pt x="2857563" y="928902"/>
                </a:lnTo>
                <a:lnTo>
                  <a:pt x="2853628" y="911190"/>
                </a:lnTo>
                <a:lnTo>
                  <a:pt x="2891020" y="879702"/>
                </a:lnTo>
                <a:lnTo>
                  <a:pt x="2902828" y="865925"/>
                </a:lnTo>
                <a:lnTo>
                  <a:pt x="2914637" y="861989"/>
                </a:lnTo>
                <a:lnTo>
                  <a:pt x="2914637" y="838373"/>
                </a:lnTo>
                <a:lnTo>
                  <a:pt x="2906764" y="834437"/>
                </a:lnTo>
                <a:lnTo>
                  <a:pt x="2906764" y="822629"/>
                </a:lnTo>
                <a:lnTo>
                  <a:pt x="2902828" y="816725"/>
                </a:lnTo>
                <a:lnTo>
                  <a:pt x="2885116" y="804917"/>
                </a:lnTo>
                <a:lnTo>
                  <a:pt x="2877244" y="789173"/>
                </a:lnTo>
                <a:lnTo>
                  <a:pt x="2857563" y="793109"/>
                </a:lnTo>
                <a:lnTo>
                  <a:pt x="2845755" y="777365"/>
                </a:lnTo>
                <a:lnTo>
                  <a:pt x="2853628" y="771461"/>
                </a:lnTo>
                <a:lnTo>
                  <a:pt x="2841819" y="771461"/>
                </a:lnTo>
                <a:lnTo>
                  <a:pt x="2820171" y="777365"/>
                </a:lnTo>
                <a:lnTo>
                  <a:pt x="2808362" y="785237"/>
                </a:lnTo>
                <a:lnTo>
                  <a:pt x="2792618" y="781301"/>
                </a:lnTo>
                <a:lnTo>
                  <a:pt x="2792618" y="773429"/>
                </a:lnTo>
                <a:lnTo>
                  <a:pt x="2828043" y="763589"/>
                </a:lnTo>
                <a:lnTo>
                  <a:pt x="2824107" y="759653"/>
                </a:lnTo>
                <a:lnTo>
                  <a:pt x="2792618" y="747845"/>
                </a:lnTo>
                <a:lnTo>
                  <a:pt x="2786714" y="732100"/>
                </a:lnTo>
                <a:lnTo>
                  <a:pt x="2770970" y="728164"/>
                </a:lnTo>
                <a:lnTo>
                  <a:pt x="2774906" y="714388"/>
                </a:lnTo>
                <a:lnTo>
                  <a:pt x="2759162" y="698645"/>
                </a:lnTo>
                <a:lnTo>
                  <a:pt x="2747354" y="698645"/>
                </a:lnTo>
                <a:lnTo>
                  <a:pt x="2735546" y="690773"/>
                </a:lnTo>
                <a:lnTo>
                  <a:pt x="2721769" y="694709"/>
                </a:lnTo>
                <a:lnTo>
                  <a:pt x="2721769" y="698645"/>
                </a:lnTo>
                <a:lnTo>
                  <a:pt x="2743418" y="714388"/>
                </a:lnTo>
                <a:lnTo>
                  <a:pt x="2735546" y="720292"/>
                </a:lnTo>
                <a:lnTo>
                  <a:pt x="2713898" y="724228"/>
                </a:lnTo>
                <a:lnTo>
                  <a:pt x="2690281" y="714388"/>
                </a:lnTo>
                <a:lnTo>
                  <a:pt x="2678473" y="718324"/>
                </a:lnTo>
                <a:lnTo>
                  <a:pt x="2684377" y="720292"/>
                </a:lnTo>
                <a:lnTo>
                  <a:pt x="2678473" y="728164"/>
                </a:lnTo>
                <a:lnTo>
                  <a:pt x="2658792" y="720292"/>
                </a:lnTo>
                <a:lnTo>
                  <a:pt x="2646985" y="714388"/>
                </a:lnTo>
                <a:lnTo>
                  <a:pt x="2635176" y="710452"/>
                </a:lnTo>
                <a:lnTo>
                  <a:pt x="2633208" y="714388"/>
                </a:lnTo>
                <a:lnTo>
                  <a:pt x="2635176" y="718324"/>
                </a:lnTo>
                <a:lnTo>
                  <a:pt x="2646985" y="724228"/>
                </a:lnTo>
                <a:lnTo>
                  <a:pt x="2646985" y="732100"/>
                </a:lnTo>
                <a:lnTo>
                  <a:pt x="2633208" y="728164"/>
                </a:lnTo>
                <a:lnTo>
                  <a:pt x="2617464" y="724228"/>
                </a:lnTo>
                <a:lnTo>
                  <a:pt x="2605655" y="724228"/>
                </a:lnTo>
                <a:lnTo>
                  <a:pt x="2587943" y="718324"/>
                </a:lnTo>
                <a:lnTo>
                  <a:pt x="2572199" y="718324"/>
                </a:lnTo>
                <a:lnTo>
                  <a:pt x="2548583" y="718324"/>
                </a:lnTo>
                <a:lnTo>
                  <a:pt x="2532838" y="714388"/>
                </a:lnTo>
                <a:lnTo>
                  <a:pt x="2532838" y="702580"/>
                </a:lnTo>
                <a:lnTo>
                  <a:pt x="2522998" y="698645"/>
                </a:lnTo>
                <a:lnTo>
                  <a:pt x="2507254" y="710452"/>
                </a:lnTo>
                <a:lnTo>
                  <a:pt x="2487574" y="710452"/>
                </a:lnTo>
                <a:lnTo>
                  <a:pt x="2477734" y="698645"/>
                </a:lnTo>
                <a:lnTo>
                  <a:pt x="2458053" y="688805"/>
                </a:lnTo>
                <a:lnTo>
                  <a:pt x="2446245" y="678965"/>
                </a:lnTo>
                <a:lnTo>
                  <a:pt x="2442309" y="665188"/>
                </a:lnTo>
                <a:lnTo>
                  <a:pt x="2454117" y="665188"/>
                </a:lnTo>
                <a:lnTo>
                  <a:pt x="2473797" y="671093"/>
                </a:lnTo>
                <a:lnTo>
                  <a:pt x="2487574" y="671093"/>
                </a:lnTo>
                <a:lnTo>
                  <a:pt x="2503318" y="671093"/>
                </a:lnTo>
                <a:lnTo>
                  <a:pt x="2499382" y="665188"/>
                </a:lnTo>
                <a:lnTo>
                  <a:pt x="2473797" y="659284"/>
                </a:lnTo>
                <a:lnTo>
                  <a:pt x="2438373" y="655349"/>
                </a:lnTo>
                <a:lnTo>
                  <a:pt x="2424597" y="639604"/>
                </a:lnTo>
                <a:lnTo>
                  <a:pt x="2430501" y="627797"/>
                </a:lnTo>
                <a:lnTo>
                  <a:pt x="2428533" y="614020"/>
                </a:lnTo>
                <a:lnTo>
                  <a:pt x="2438373" y="606148"/>
                </a:lnTo>
                <a:lnTo>
                  <a:pt x="2428533" y="598276"/>
                </a:lnTo>
                <a:lnTo>
                  <a:pt x="2430501" y="590404"/>
                </a:lnTo>
                <a:lnTo>
                  <a:pt x="2446245" y="578596"/>
                </a:lnTo>
                <a:lnTo>
                  <a:pt x="2446245" y="556948"/>
                </a:lnTo>
                <a:lnTo>
                  <a:pt x="2473797" y="537267"/>
                </a:lnTo>
                <a:lnTo>
                  <a:pt x="2477734" y="533332"/>
                </a:lnTo>
                <a:close/>
                <a:moveTo>
                  <a:pt x="8545113" y="511685"/>
                </a:moveTo>
                <a:lnTo>
                  <a:pt x="8537241" y="517592"/>
                </a:lnTo>
                <a:lnTo>
                  <a:pt x="8537241" y="523494"/>
                </a:lnTo>
                <a:lnTo>
                  <a:pt x="8529369" y="521524"/>
                </a:lnTo>
                <a:lnTo>
                  <a:pt x="8533305" y="513653"/>
                </a:lnTo>
                <a:close/>
                <a:moveTo>
                  <a:pt x="8978076" y="499877"/>
                </a:moveTo>
                <a:lnTo>
                  <a:pt x="9013501" y="499877"/>
                </a:lnTo>
                <a:lnTo>
                  <a:pt x="9015469" y="503812"/>
                </a:lnTo>
                <a:lnTo>
                  <a:pt x="9037117" y="515622"/>
                </a:lnTo>
                <a:lnTo>
                  <a:pt x="9050893" y="527431"/>
                </a:lnTo>
                <a:lnTo>
                  <a:pt x="9043021" y="541205"/>
                </a:lnTo>
                <a:lnTo>
                  <a:pt x="9003661" y="537272"/>
                </a:lnTo>
                <a:lnTo>
                  <a:pt x="8983980" y="535301"/>
                </a:lnTo>
                <a:lnTo>
                  <a:pt x="8978076" y="531365"/>
                </a:lnTo>
                <a:lnTo>
                  <a:pt x="8956428" y="529396"/>
                </a:lnTo>
                <a:lnTo>
                  <a:pt x="8954460" y="523494"/>
                </a:lnTo>
                <a:lnTo>
                  <a:pt x="8966268" y="519556"/>
                </a:lnTo>
                <a:lnTo>
                  <a:pt x="8966268" y="511685"/>
                </a:lnTo>
                <a:close/>
                <a:moveTo>
                  <a:pt x="8488040" y="499877"/>
                </a:moveTo>
                <a:lnTo>
                  <a:pt x="8497880" y="499877"/>
                </a:lnTo>
                <a:lnTo>
                  <a:pt x="8503784" y="503812"/>
                </a:lnTo>
                <a:lnTo>
                  <a:pt x="8493944" y="501845"/>
                </a:lnTo>
                <a:lnTo>
                  <a:pt x="8484104" y="503812"/>
                </a:lnTo>
                <a:close/>
                <a:moveTo>
                  <a:pt x="2182530" y="499874"/>
                </a:moveTo>
                <a:lnTo>
                  <a:pt x="2202211" y="499874"/>
                </a:lnTo>
                <a:lnTo>
                  <a:pt x="2206147" y="503809"/>
                </a:lnTo>
                <a:lnTo>
                  <a:pt x="2198274" y="515618"/>
                </a:lnTo>
                <a:lnTo>
                  <a:pt x="2182530" y="519553"/>
                </a:lnTo>
                <a:lnTo>
                  <a:pt x="2168754" y="515618"/>
                </a:lnTo>
                <a:lnTo>
                  <a:pt x="2168754" y="507745"/>
                </a:lnTo>
                <a:close/>
                <a:moveTo>
                  <a:pt x="7344622" y="495942"/>
                </a:moveTo>
                <a:lnTo>
                  <a:pt x="7356430" y="495942"/>
                </a:lnTo>
                <a:lnTo>
                  <a:pt x="7358398" y="497911"/>
                </a:lnTo>
                <a:lnTo>
                  <a:pt x="7348558" y="499877"/>
                </a:lnTo>
                <a:close/>
                <a:moveTo>
                  <a:pt x="2338005" y="493971"/>
                </a:moveTo>
                <a:lnTo>
                  <a:pt x="2357685" y="503811"/>
                </a:lnTo>
                <a:lnTo>
                  <a:pt x="2371461" y="499874"/>
                </a:lnTo>
                <a:lnTo>
                  <a:pt x="2410822" y="503811"/>
                </a:lnTo>
                <a:lnTo>
                  <a:pt x="2414758" y="519555"/>
                </a:lnTo>
                <a:lnTo>
                  <a:pt x="2361621" y="580563"/>
                </a:lnTo>
                <a:lnTo>
                  <a:pt x="2349813" y="576627"/>
                </a:lnTo>
                <a:lnTo>
                  <a:pt x="2326197" y="576627"/>
                </a:lnTo>
                <a:lnTo>
                  <a:pt x="2316356" y="576627"/>
                </a:lnTo>
                <a:lnTo>
                  <a:pt x="2304548" y="576627"/>
                </a:lnTo>
                <a:lnTo>
                  <a:pt x="2322261" y="596307"/>
                </a:lnTo>
                <a:lnTo>
                  <a:pt x="2304548" y="621891"/>
                </a:lnTo>
                <a:lnTo>
                  <a:pt x="2288804" y="621891"/>
                </a:lnTo>
                <a:lnTo>
                  <a:pt x="2280931" y="621891"/>
                </a:lnTo>
                <a:lnTo>
                  <a:pt x="2273060" y="592371"/>
                </a:lnTo>
                <a:lnTo>
                  <a:pt x="2263219" y="572691"/>
                </a:lnTo>
                <a:lnTo>
                  <a:pt x="2267155" y="568755"/>
                </a:lnTo>
                <a:lnTo>
                  <a:pt x="2267155" y="519555"/>
                </a:lnTo>
                <a:lnTo>
                  <a:pt x="2273060" y="519555"/>
                </a:lnTo>
                <a:lnTo>
                  <a:pt x="2284868" y="519555"/>
                </a:lnTo>
                <a:lnTo>
                  <a:pt x="2284868" y="515618"/>
                </a:lnTo>
                <a:lnTo>
                  <a:pt x="2269124" y="507747"/>
                </a:lnTo>
                <a:lnTo>
                  <a:pt x="2296676" y="497906"/>
                </a:lnTo>
                <a:lnTo>
                  <a:pt x="2312420" y="497906"/>
                </a:lnTo>
                <a:close/>
                <a:moveTo>
                  <a:pt x="7305262" y="490037"/>
                </a:moveTo>
                <a:lnTo>
                  <a:pt x="7315102" y="490037"/>
                </a:lnTo>
                <a:lnTo>
                  <a:pt x="7309198" y="492005"/>
                </a:lnTo>
                <a:lnTo>
                  <a:pt x="7295422" y="492005"/>
                </a:lnTo>
                <a:close/>
                <a:moveTo>
                  <a:pt x="7319038" y="488071"/>
                </a:moveTo>
                <a:lnTo>
                  <a:pt x="7338718" y="488071"/>
                </a:lnTo>
                <a:lnTo>
                  <a:pt x="7328878" y="492005"/>
                </a:lnTo>
                <a:close/>
                <a:moveTo>
                  <a:pt x="7387919" y="486103"/>
                </a:moveTo>
                <a:lnTo>
                  <a:pt x="7397759" y="486103"/>
                </a:lnTo>
                <a:lnTo>
                  <a:pt x="7403663" y="488071"/>
                </a:lnTo>
                <a:lnTo>
                  <a:pt x="7385951" y="490037"/>
                </a:lnTo>
                <a:close/>
                <a:moveTo>
                  <a:pt x="8804891" y="478231"/>
                </a:moveTo>
                <a:lnTo>
                  <a:pt x="8818667" y="480197"/>
                </a:lnTo>
                <a:lnTo>
                  <a:pt x="8838347" y="493972"/>
                </a:lnTo>
                <a:lnTo>
                  <a:pt x="8836379" y="497911"/>
                </a:lnTo>
                <a:close/>
                <a:moveTo>
                  <a:pt x="8960364" y="472324"/>
                </a:moveTo>
                <a:lnTo>
                  <a:pt x="8976108" y="478231"/>
                </a:lnTo>
                <a:lnTo>
                  <a:pt x="8972172" y="484132"/>
                </a:lnTo>
                <a:lnTo>
                  <a:pt x="8978076" y="486103"/>
                </a:lnTo>
                <a:lnTo>
                  <a:pt x="8976108" y="492005"/>
                </a:lnTo>
                <a:lnTo>
                  <a:pt x="8960364" y="501845"/>
                </a:lnTo>
                <a:lnTo>
                  <a:pt x="8944620" y="490037"/>
                </a:lnTo>
                <a:lnTo>
                  <a:pt x="8946588" y="480197"/>
                </a:lnTo>
                <a:close/>
                <a:moveTo>
                  <a:pt x="8261718" y="468391"/>
                </a:moveTo>
                <a:lnTo>
                  <a:pt x="8269590" y="470357"/>
                </a:lnTo>
                <a:lnTo>
                  <a:pt x="8257782" y="480197"/>
                </a:lnTo>
                <a:lnTo>
                  <a:pt x="8257782" y="486103"/>
                </a:lnTo>
                <a:lnTo>
                  <a:pt x="8249910" y="486103"/>
                </a:lnTo>
                <a:lnTo>
                  <a:pt x="8245974" y="480197"/>
                </a:lnTo>
                <a:lnTo>
                  <a:pt x="8253846" y="472324"/>
                </a:lnTo>
                <a:close/>
                <a:moveTo>
                  <a:pt x="1515369" y="466420"/>
                </a:moveTo>
                <a:lnTo>
                  <a:pt x="1538985" y="466420"/>
                </a:lnTo>
                <a:lnTo>
                  <a:pt x="1568506" y="488068"/>
                </a:lnTo>
                <a:lnTo>
                  <a:pt x="1576378" y="495940"/>
                </a:lnTo>
                <a:lnTo>
                  <a:pt x="1584250" y="488068"/>
                </a:lnTo>
                <a:lnTo>
                  <a:pt x="1592122" y="488068"/>
                </a:lnTo>
                <a:lnTo>
                  <a:pt x="1596058" y="499875"/>
                </a:lnTo>
                <a:lnTo>
                  <a:pt x="1603930" y="495940"/>
                </a:lnTo>
                <a:lnTo>
                  <a:pt x="1603930" y="488068"/>
                </a:lnTo>
                <a:lnTo>
                  <a:pt x="1637387" y="488068"/>
                </a:lnTo>
                <a:lnTo>
                  <a:pt x="1694460" y="527428"/>
                </a:lnTo>
                <a:lnTo>
                  <a:pt x="1694460" y="537268"/>
                </a:lnTo>
                <a:lnTo>
                  <a:pt x="1682652" y="537268"/>
                </a:lnTo>
                <a:lnTo>
                  <a:pt x="1674780" y="545140"/>
                </a:lnTo>
                <a:lnTo>
                  <a:pt x="1629515" y="568756"/>
                </a:lnTo>
                <a:lnTo>
                  <a:pt x="1615739" y="576628"/>
                </a:lnTo>
                <a:lnTo>
                  <a:pt x="1588186" y="588436"/>
                </a:lnTo>
                <a:lnTo>
                  <a:pt x="1584250" y="606149"/>
                </a:lnTo>
                <a:lnTo>
                  <a:pt x="1576378" y="606149"/>
                </a:lnTo>
                <a:lnTo>
                  <a:pt x="1572442" y="602212"/>
                </a:lnTo>
                <a:lnTo>
                  <a:pt x="1554729" y="610084"/>
                </a:lnTo>
                <a:lnTo>
                  <a:pt x="1554729" y="641572"/>
                </a:lnTo>
                <a:lnTo>
                  <a:pt x="1535049" y="653380"/>
                </a:lnTo>
                <a:lnTo>
                  <a:pt x="1527177" y="649444"/>
                </a:lnTo>
                <a:lnTo>
                  <a:pt x="1503561" y="663220"/>
                </a:lnTo>
                <a:lnTo>
                  <a:pt x="1489785" y="671092"/>
                </a:lnTo>
                <a:lnTo>
                  <a:pt x="1474040" y="671092"/>
                </a:lnTo>
                <a:lnTo>
                  <a:pt x="1466168" y="645509"/>
                </a:lnTo>
                <a:lnTo>
                  <a:pt x="1420903" y="625828"/>
                </a:lnTo>
                <a:lnTo>
                  <a:pt x="1405159" y="621892"/>
                </a:lnTo>
                <a:lnTo>
                  <a:pt x="1409095" y="602212"/>
                </a:lnTo>
                <a:lnTo>
                  <a:pt x="1432711" y="592372"/>
                </a:lnTo>
                <a:lnTo>
                  <a:pt x="1428775" y="584501"/>
                </a:lnTo>
                <a:lnTo>
                  <a:pt x="1420903" y="576628"/>
                </a:lnTo>
                <a:lnTo>
                  <a:pt x="1420903" y="564820"/>
                </a:lnTo>
                <a:lnTo>
                  <a:pt x="1432711" y="568756"/>
                </a:lnTo>
                <a:lnTo>
                  <a:pt x="1444520" y="560884"/>
                </a:lnTo>
                <a:lnTo>
                  <a:pt x="1428775" y="553012"/>
                </a:lnTo>
                <a:lnTo>
                  <a:pt x="1428775" y="541204"/>
                </a:lnTo>
                <a:lnTo>
                  <a:pt x="1454360" y="523492"/>
                </a:lnTo>
                <a:lnTo>
                  <a:pt x="1436647" y="476259"/>
                </a:lnTo>
                <a:lnTo>
                  <a:pt x="1497656" y="472323"/>
                </a:lnTo>
                <a:close/>
                <a:moveTo>
                  <a:pt x="8143637" y="464453"/>
                </a:moveTo>
                <a:lnTo>
                  <a:pt x="8161349" y="464453"/>
                </a:lnTo>
                <a:lnTo>
                  <a:pt x="8182997" y="464453"/>
                </a:lnTo>
                <a:lnTo>
                  <a:pt x="8184965" y="468391"/>
                </a:lnTo>
                <a:lnTo>
                  <a:pt x="8173157" y="476262"/>
                </a:lnTo>
                <a:lnTo>
                  <a:pt x="8173157" y="482165"/>
                </a:lnTo>
                <a:lnTo>
                  <a:pt x="8155445" y="490037"/>
                </a:lnTo>
                <a:lnTo>
                  <a:pt x="8141669" y="478231"/>
                </a:lnTo>
                <a:lnTo>
                  <a:pt x="8129861" y="476262"/>
                </a:lnTo>
                <a:lnTo>
                  <a:pt x="8137733" y="468391"/>
                </a:lnTo>
                <a:close/>
                <a:moveTo>
                  <a:pt x="7417439" y="434933"/>
                </a:moveTo>
                <a:lnTo>
                  <a:pt x="7427279" y="438872"/>
                </a:lnTo>
                <a:lnTo>
                  <a:pt x="7421375" y="442805"/>
                </a:lnTo>
                <a:lnTo>
                  <a:pt x="7409567" y="440837"/>
                </a:lnTo>
                <a:lnTo>
                  <a:pt x="7409567" y="436902"/>
                </a:lnTo>
                <a:close/>
                <a:moveTo>
                  <a:pt x="7277709" y="405413"/>
                </a:moveTo>
                <a:lnTo>
                  <a:pt x="7289517" y="407382"/>
                </a:lnTo>
                <a:lnTo>
                  <a:pt x="7295421" y="417222"/>
                </a:lnTo>
                <a:lnTo>
                  <a:pt x="7283613" y="423124"/>
                </a:lnTo>
                <a:lnTo>
                  <a:pt x="7265901" y="413284"/>
                </a:lnTo>
                <a:close/>
                <a:moveTo>
                  <a:pt x="9127646" y="401477"/>
                </a:moveTo>
                <a:lnTo>
                  <a:pt x="9135518" y="403445"/>
                </a:lnTo>
                <a:lnTo>
                  <a:pt x="9151262" y="411316"/>
                </a:lnTo>
                <a:lnTo>
                  <a:pt x="9188654" y="411316"/>
                </a:lnTo>
                <a:lnTo>
                  <a:pt x="9196527" y="415253"/>
                </a:lnTo>
                <a:lnTo>
                  <a:pt x="9220143" y="417222"/>
                </a:lnTo>
                <a:lnTo>
                  <a:pt x="9249663" y="423124"/>
                </a:lnTo>
                <a:lnTo>
                  <a:pt x="9257535" y="430996"/>
                </a:lnTo>
                <a:lnTo>
                  <a:pt x="9251631" y="440837"/>
                </a:lnTo>
                <a:lnTo>
                  <a:pt x="9222111" y="448712"/>
                </a:lnTo>
                <a:lnTo>
                  <a:pt x="9196527" y="448712"/>
                </a:lnTo>
                <a:lnTo>
                  <a:pt x="9167006" y="434933"/>
                </a:lnTo>
                <a:lnTo>
                  <a:pt x="9149294" y="427063"/>
                </a:lnTo>
                <a:lnTo>
                  <a:pt x="9147326" y="417222"/>
                </a:lnTo>
                <a:lnTo>
                  <a:pt x="9129614" y="407382"/>
                </a:lnTo>
                <a:close/>
                <a:moveTo>
                  <a:pt x="7287550" y="381796"/>
                </a:moveTo>
                <a:lnTo>
                  <a:pt x="7299358" y="387702"/>
                </a:lnTo>
                <a:lnTo>
                  <a:pt x="7299358" y="391636"/>
                </a:lnTo>
                <a:lnTo>
                  <a:pt x="7283614" y="391636"/>
                </a:lnTo>
                <a:lnTo>
                  <a:pt x="7277710" y="383764"/>
                </a:lnTo>
                <a:close/>
                <a:moveTo>
                  <a:pt x="7293454" y="379828"/>
                </a:moveTo>
                <a:lnTo>
                  <a:pt x="7311166" y="379828"/>
                </a:lnTo>
                <a:lnTo>
                  <a:pt x="7322974" y="383764"/>
                </a:lnTo>
                <a:lnTo>
                  <a:pt x="7317070" y="387702"/>
                </a:lnTo>
                <a:lnTo>
                  <a:pt x="7305262" y="387702"/>
                </a:lnTo>
                <a:close/>
                <a:moveTo>
                  <a:pt x="9304768" y="373924"/>
                </a:moveTo>
                <a:lnTo>
                  <a:pt x="9316576" y="373924"/>
                </a:lnTo>
                <a:lnTo>
                  <a:pt x="9312640" y="375894"/>
                </a:lnTo>
                <a:close/>
                <a:moveTo>
                  <a:pt x="7716577" y="373924"/>
                </a:moveTo>
                <a:lnTo>
                  <a:pt x="7720513" y="375894"/>
                </a:lnTo>
                <a:lnTo>
                  <a:pt x="7716577" y="377862"/>
                </a:lnTo>
                <a:lnTo>
                  <a:pt x="7708705" y="375894"/>
                </a:lnTo>
                <a:close/>
                <a:moveTo>
                  <a:pt x="8989885" y="369988"/>
                </a:moveTo>
                <a:lnTo>
                  <a:pt x="8997757" y="373924"/>
                </a:lnTo>
                <a:lnTo>
                  <a:pt x="9005629" y="381796"/>
                </a:lnTo>
                <a:lnTo>
                  <a:pt x="9021373" y="387702"/>
                </a:lnTo>
                <a:lnTo>
                  <a:pt x="9039086" y="387702"/>
                </a:lnTo>
                <a:lnTo>
                  <a:pt x="9044990" y="387702"/>
                </a:lnTo>
                <a:lnTo>
                  <a:pt x="9064670" y="397542"/>
                </a:lnTo>
                <a:lnTo>
                  <a:pt x="9086318" y="399512"/>
                </a:lnTo>
                <a:lnTo>
                  <a:pt x="9092222" y="405413"/>
                </a:lnTo>
                <a:lnTo>
                  <a:pt x="9074510" y="411316"/>
                </a:lnTo>
                <a:lnTo>
                  <a:pt x="9080414" y="413284"/>
                </a:lnTo>
                <a:lnTo>
                  <a:pt x="9060734" y="429031"/>
                </a:lnTo>
                <a:lnTo>
                  <a:pt x="9048926" y="423124"/>
                </a:lnTo>
                <a:lnTo>
                  <a:pt x="9031213" y="427063"/>
                </a:lnTo>
                <a:lnTo>
                  <a:pt x="9015469" y="417222"/>
                </a:lnTo>
                <a:lnTo>
                  <a:pt x="9015469" y="407382"/>
                </a:lnTo>
                <a:lnTo>
                  <a:pt x="9025309" y="403445"/>
                </a:lnTo>
                <a:lnTo>
                  <a:pt x="9023341" y="397542"/>
                </a:lnTo>
                <a:lnTo>
                  <a:pt x="9013501" y="397542"/>
                </a:lnTo>
                <a:lnTo>
                  <a:pt x="9001693" y="407382"/>
                </a:lnTo>
                <a:lnTo>
                  <a:pt x="9007597" y="423124"/>
                </a:lnTo>
                <a:lnTo>
                  <a:pt x="9029245" y="432964"/>
                </a:lnTo>
                <a:lnTo>
                  <a:pt x="9044990" y="432964"/>
                </a:lnTo>
                <a:lnTo>
                  <a:pt x="9023341" y="444773"/>
                </a:lnTo>
                <a:lnTo>
                  <a:pt x="9005629" y="442805"/>
                </a:lnTo>
                <a:lnTo>
                  <a:pt x="9001693" y="430996"/>
                </a:lnTo>
                <a:lnTo>
                  <a:pt x="8989885" y="430996"/>
                </a:lnTo>
                <a:lnTo>
                  <a:pt x="8968237" y="442805"/>
                </a:lnTo>
                <a:lnTo>
                  <a:pt x="8944621" y="442805"/>
                </a:lnTo>
                <a:lnTo>
                  <a:pt x="8942653" y="434933"/>
                </a:lnTo>
                <a:lnTo>
                  <a:pt x="8936749" y="432964"/>
                </a:lnTo>
                <a:lnTo>
                  <a:pt x="8926909" y="436902"/>
                </a:lnTo>
                <a:lnTo>
                  <a:pt x="8932813" y="450678"/>
                </a:lnTo>
                <a:lnTo>
                  <a:pt x="8922973" y="458552"/>
                </a:lnTo>
                <a:lnTo>
                  <a:pt x="8885580" y="446742"/>
                </a:lnTo>
                <a:lnTo>
                  <a:pt x="8887548" y="438872"/>
                </a:lnTo>
                <a:lnTo>
                  <a:pt x="8877708" y="432964"/>
                </a:lnTo>
                <a:lnTo>
                  <a:pt x="8865900" y="432964"/>
                </a:lnTo>
                <a:lnTo>
                  <a:pt x="8854092" y="417222"/>
                </a:lnTo>
                <a:lnTo>
                  <a:pt x="8865900" y="411316"/>
                </a:lnTo>
                <a:lnTo>
                  <a:pt x="8859996" y="397542"/>
                </a:lnTo>
                <a:lnTo>
                  <a:pt x="8861964" y="393604"/>
                </a:lnTo>
                <a:lnTo>
                  <a:pt x="8873772" y="391636"/>
                </a:lnTo>
                <a:lnTo>
                  <a:pt x="8869836" y="385733"/>
                </a:lnTo>
                <a:lnTo>
                  <a:pt x="8869836" y="381796"/>
                </a:lnTo>
                <a:lnTo>
                  <a:pt x="8887548" y="381796"/>
                </a:lnTo>
                <a:lnTo>
                  <a:pt x="8887548" y="379828"/>
                </a:lnTo>
                <a:lnTo>
                  <a:pt x="8907228" y="371955"/>
                </a:lnTo>
                <a:lnTo>
                  <a:pt x="8940685" y="381796"/>
                </a:lnTo>
                <a:lnTo>
                  <a:pt x="8932813" y="385733"/>
                </a:lnTo>
                <a:lnTo>
                  <a:pt x="8932813" y="387702"/>
                </a:lnTo>
                <a:lnTo>
                  <a:pt x="8946589" y="391636"/>
                </a:lnTo>
                <a:lnTo>
                  <a:pt x="8946589" y="397542"/>
                </a:lnTo>
                <a:lnTo>
                  <a:pt x="8954461" y="401476"/>
                </a:lnTo>
                <a:lnTo>
                  <a:pt x="8972173" y="401476"/>
                </a:lnTo>
                <a:lnTo>
                  <a:pt x="8972173" y="381796"/>
                </a:lnTo>
                <a:lnTo>
                  <a:pt x="8980045" y="371955"/>
                </a:lnTo>
                <a:close/>
                <a:moveTo>
                  <a:pt x="7698865" y="366053"/>
                </a:moveTo>
                <a:lnTo>
                  <a:pt x="7696897" y="371955"/>
                </a:lnTo>
                <a:lnTo>
                  <a:pt x="7690993" y="373924"/>
                </a:lnTo>
                <a:lnTo>
                  <a:pt x="7665409" y="369988"/>
                </a:lnTo>
                <a:lnTo>
                  <a:pt x="7669345" y="368022"/>
                </a:lnTo>
                <a:lnTo>
                  <a:pt x="7685089" y="368022"/>
                </a:lnTo>
                <a:close/>
                <a:moveTo>
                  <a:pt x="8175126" y="356213"/>
                </a:moveTo>
                <a:lnTo>
                  <a:pt x="8179062" y="358183"/>
                </a:lnTo>
                <a:lnTo>
                  <a:pt x="8173158" y="362115"/>
                </a:lnTo>
                <a:close/>
                <a:moveTo>
                  <a:pt x="8145605" y="350309"/>
                </a:moveTo>
                <a:lnTo>
                  <a:pt x="8153477" y="352276"/>
                </a:lnTo>
                <a:lnTo>
                  <a:pt x="8165285" y="358183"/>
                </a:lnTo>
                <a:lnTo>
                  <a:pt x="8157413" y="358183"/>
                </a:lnTo>
                <a:lnTo>
                  <a:pt x="8141669" y="352276"/>
                </a:lnTo>
                <a:close/>
                <a:moveTo>
                  <a:pt x="7689025" y="346373"/>
                </a:moveTo>
                <a:lnTo>
                  <a:pt x="7696897" y="348343"/>
                </a:lnTo>
                <a:lnTo>
                  <a:pt x="7696897" y="352276"/>
                </a:lnTo>
                <a:lnTo>
                  <a:pt x="7683121" y="348343"/>
                </a:lnTo>
                <a:close/>
                <a:moveTo>
                  <a:pt x="7657537" y="344403"/>
                </a:moveTo>
                <a:lnTo>
                  <a:pt x="7665409" y="344403"/>
                </a:lnTo>
                <a:lnTo>
                  <a:pt x="7665409" y="350309"/>
                </a:lnTo>
                <a:lnTo>
                  <a:pt x="7657537" y="350309"/>
                </a:lnTo>
                <a:close/>
                <a:moveTo>
                  <a:pt x="7647697" y="344403"/>
                </a:moveTo>
                <a:lnTo>
                  <a:pt x="7649665" y="348343"/>
                </a:lnTo>
                <a:lnTo>
                  <a:pt x="7639825" y="350309"/>
                </a:lnTo>
                <a:lnTo>
                  <a:pt x="7635889" y="352276"/>
                </a:lnTo>
                <a:lnTo>
                  <a:pt x="7631953" y="350309"/>
                </a:lnTo>
                <a:close/>
                <a:moveTo>
                  <a:pt x="9210303" y="342436"/>
                </a:moveTo>
                <a:lnTo>
                  <a:pt x="9210303" y="348343"/>
                </a:lnTo>
                <a:lnTo>
                  <a:pt x="9188655" y="350309"/>
                </a:lnTo>
                <a:lnTo>
                  <a:pt x="9190623" y="344403"/>
                </a:lnTo>
                <a:close/>
                <a:moveTo>
                  <a:pt x="6876234" y="328662"/>
                </a:moveTo>
                <a:lnTo>
                  <a:pt x="6911658" y="334564"/>
                </a:lnTo>
                <a:lnTo>
                  <a:pt x="6915594" y="348343"/>
                </a:lnTo>
                <a:lnTo>
                  <a:pt x="6901818" y="358183"/>
                </a:lnTo>
                <a:lnTo>
                  <a:pt x="6905754" y="366053"/>
                </a:lnTo>
                <a:lnTo>
                  <a:pt x="6878202" y="371956"/>
                </a:lnTo>
                <a:lnTo>
                  <a:pt x="6840810" y="381796"/>
                </a:lnTo>
                <a:lnTo>
                  <a:pt x="6801449" y="387702"/>
                </a:lnTo>
                <a:lnTo>
                  <a:pt x="6791609" y="391636"/>
                </a:lnTo>
                <a:lnTo>
                  <a:pt x="6760121" y="395573"/>
                </a:lnTo>
                <a:lnTo>
                  <a:pt x="6758153" y="403445"/>
                </a:lnTo>
                <a:lnTo>
                  <a:pt x="6732569" y="407382"/>
                </a:lnTo>
                <a:lnTo>
                  <a:pt x="6718792" y="411316"/>
                </a:lnTo>
                <a:lnTo>
                  <a:pt x="6705016" y="421156"/>
                </a:lnTo>
                <a:lnTo>
                  <a:pt x="6673528" y="432965"/>
                </a:lnTo>
                <a:lnTo>
                  <a:pt x="6673528" y="442805"/>
                </a:lnTo>
                <a:lnTo>
                  <a:pt x="6661720" y="444773"/>
                </a:lnTo>
                <a:lnTo>
                  <a:pt x="6661720" y="456582"/>
                </a:lnTo>
                <a:lnTo>
                  <a:pt x="6634168" y="456582"/>
                </a:lnTo>
                <a:lnTo>
                  <a:pt x="6628264" y="466421"/>
                </a:lnTo>
                <a:lnTo>
                  <a:pt x="6616456" y="466421"/>
                </a:lnTo>
                <a:lnTo>
                  <a:pt x="6616456" y="480201"/>
                </a:lnTo>
                <a:lnTo>
                  <a:pt x="6604647" y="488071"/>
                </a:lnTo>
                <a:lnTo>
                  <a:pt x="6596775" y="488071"/>
                </a:lnTo>
                <a:lnTo>
                  <a:pt x="6592839" y="509721"/>
                </a:lnTo>
                <a:lnTo>
                  <a:pt x="6565287" y="541206"/>
                </a:lnTo>
                <a:lnTo>
                  <a:pt x="6541671" y="535301"/>
                </a:lnTo>
                <a:lnTo>
                  <a:pt x="6537735" y="531365"/>
                </a:lnTo>
                <a:lnTo>
                  <a:pt x="6504278" y="533334"/>
                </a:lnTo>
                <a:lnTo>
                  <a:pt x="6502310" y="525462"/>
                </a:lnTo>
                <a:lnTo>
                  <a:pt x="6514119" y="517592"/>
                </a:lnTo>
                <a:lnTo>
                  <a:pt x="6529863" y="513653"/>
                </a:lnTo>
                <a:lnTo>
                  <a:pt x="6527895" y="509721"/>
                </a:lnTo>
                <a:lnTo>
                  <a:pt x="6496406" y="515622"/>
                </a:lnTo>
                <a:lnTo>
                  <a:pt x="6478694" y="505782"/>
                </a:lnTo>
                <a:lnTo>
                  <a:pt x="6484598" y="499880"/>
                </a:lnTo>
                <a:lnTo>
                  <a:pt x="6502310" y="499880"/>
                </a:lnTo>
                <a:lnTo>
                  <a:pt x="6506247" y="488071"/>
                </a:lnTo>
                <a:lnTo>
                  <a:pt x="6516087" y="484134"/>
                </a:lnTo>
                <a:lnTo>
                  <a:pt x="6520023" y="486103"/>
                </a:lnTo>
                <a:lnTo>
                  <a:pt x="6531831" y="488071"/>
                </a:lnTo>
                <a:lnTo>
                  <a:pt x="6535767" y="488071"/>
                </a:lnTo>
                <a:lnTo>
                  <a:pt x="6539703" y="488071"/>
                </a:lnTo>
                <a:lnTo>
                  <a:pt x="6541671" y="486103"/>
                </a:lnTo>
                <a:lnTo>
                  <a:pt x="6529863" y="474293"/>
                </a:lnTo>
                <a:lnTo>
                  <a:pt x="6533799" y="466421"/>
                </a:lnTo>
                <a:lnTo>
                  <a:pt x="6551511" y="464453"/>
                </a:lnTo>
                <a:lnTo>
                  <a:pt x="6539703" y="456582"/>
                </a:lnTo>
                <a:lnTo>
                  <a:pt x="6547575" y="452645"/>
                </a:lnTo>
                <a:lnTo>
                  <a:pt x="6555447" y="448712"/>
                </a:lnTo>
                <a:lnTo>
                  <a:pt x="6539703" y="442805"/>
                </a:lnTo>
                <a:lnTo>
                  <a:pt x="6537735" y="429031"/>
                </a:lnTo>
                <a:lnTo>
                  <a:pt x="6529863" y="425093"/>
                </a:lnTo>
                <a:lnTo>
                  <a:pt x="6541671" y="423124"/>
                </a:lnTo>
                <a:lnTo>
                  <a:pt x="6557415" y="425093"/>
                </a:lnTo>
                <a:lnTo>
                  <a:pt x="6577095" y="419191"/>
                </a:lnTo>
                <a:lnTo>
                  <a:pt x="6577095" y="413284"/>
                </a:lnTo>
                <a:lnTo>
                  <a:pt x="6598743" y="413284"/>
                </a:lnTo>
                <a:lnTo>
                  <a:pt x="6608583" y="397542"/>
                </a:lnTo>
                <a:lnTo>
                  <a:pt x="6620392" y="397542"/>
                </a:lnTo>
                <a:lnTo>
                  <a:pt x="6620392" y="391636"/>
                </a:lnTo>
                <a:lnTo>
                  <a:pt x="6644008" y="387702"/>
                </a:lnTo>
                <a:lnTo>
                  <a:pt x="6661720" y="377862"/>
                </a:lnTo>
                <a:lnTo>
                  <a:pt x="6679432" y="375894"/>
                </a:lnTo>
                <a:lnTo>
                  <a:pt x="6679432" y="381796"/>
                </a:lnTo>
                <a:lnTo>
                  <a:pt x="6695176" y="379832"/>
                </a:lnTo>
                <a:lnTo>
                  <a:pt x="6681400" y="373924"/>
                </a:lnTo>
                <a:lnTo>
                  <a:pt x="6691240" y="366053"/>
                </a:lnTo>
                <a:lnTo>
                  <a:pt x="6720760" y="366053"/>
                </a:lnTo>
                <a:lnTo>
                  <a:pt x="6724696" y="371956"/>
                </a:lnTo>
                <a:lnTo>
                  <a:pt x="6754217" y="364084"/>
                </a:lnTo>
                <a:lnTo>
                  <a:pt x="6825065" y="350309"/>
                </a:lnTo>
                <a:lnTo>
                  <a:pt x="6829001" y="336534"/>
                </a:lnTo>
                <a:lnTo>
                  <a:pt x="6850650" y="334564"/>
                </a:lnTo>
                <a:close/>
                <a:moveTo>
                  <a:pt x="7482383" y="320788"/>
                </a:moveTo>
                <a:lnTo>
                  <a:pt x="7484351" y="322755"/>
                </a:lnTo>
                <a:lnTo>
                  <a:pt x="7480415" y="328662"/>
                </a:lnTo>
                <a:lnTo>
                  <a:pt x="7476479" y="328662"/>
                </a:lnTo>
                <a:lnTo>
                  <a:pt x="7476479" y="322755"/>
                </a:lnTo>
                <a:close/>
                <a:moveTo>
                  <a:pt x="7704769" y="318822"/>
                </a:moveTo>
                <a:lnTo>
                  <a:pt x="7704769" y="324724"/>
                </a:lnTo>
                <a:lnTo>
                  <a:pt x="7679185" y="330627"/>
                </a:lnTo>
                <a:lnTo>
                  <a:pt x="7667377" y="328662"/>
                </a:lnTo>
                <a:lnTo>
                  <a:pt x="7669345" y="322755"/>
                </a:lnTo>
                <a:close/>
                <a:moveTo>
                  <a:pt x="8015716" y="308982"/>
                </a:moveTo>
                <a:lnTo>
                  <a:pt x="8023588" y="310947"/>
                </a:lnTo>
                <a:lnTo>
                  <a:pt x="8017684" y="318822"/>
                </a:lnTo>
                <a:lnTo>
                  <a:pt x="8003908" y="318822"/>
                </a:lnTo>
                <a:lnTo>
                  <a:pt x="8007844" y="314884"/>
                </a:lnTo>
                <a:close/>
                <a:moveTo>
                  <a:pt x="7505999" y="308982"/>
                </a:moveTo>
                <a:lnTo>
                  <a:pt x="7511903" y="314884"/>
                </a:lnTo>
                <a:lnTo>
                  <a:pt x="7500095" y="320788"/>
                </a:lnTo>
                <a:lnTo>
                  <a:pt x="7488287" y="314884"/>
                </a:lnTo>
                <a:lnTo>
                  <a:pt x="7490255" y="310947"/>
                </a:lnTo>
                <a:close/>
                <a:moveTo>
                  <a:pt x="8001940" y="301108"/>
                </a:moveTo>
                <a:lnTo>
                  <a:pt x="8001940" y="305044"/>
                </a:lnTo>
                <a:lnTo>
                  <a:pt x="7988164" y="305044"/>
                </a:lnTo>
                <a:lnTo>
                  <a:pt x="7988164" y="303076"/>
                </a:lnTo>
                <a:close/>
                <a:moveTo>
                  <a:pt x="7289518" y="301108"/>
                </a:moveTo>
                <a:lnTo>
                  <a:pt x="7303294" y="301108"/>
                </a:lnTo>
                <a:lnTo>
                  <a:pt x="7305262" y="307013"/>
                </a:lnTo>
                <a:lnTo>
                  <a:pt x="7295422" y="305044"/>
                </a:lnTo>
                <a:close/>
                <a:moveTo>
                  <a:pt x="7917315" y="289302"/>
                </a:moveTo>
                <a:lnTo>
                  <a:pt x="7948803" y="299143"/>
                </a:lnTo>
                <a:lnTo>
                  <a:pt x="7966516" y="295204"/>
                </a:lnTo>
                <a:lnTo>
                  <a:pt x="7976356" y="305044"/>
                </a:lnTo>
                <a:lnTo>
                  <a:pt x="7960612" y="316854"/>
                </a:lnTo>
                <a:lnTo>
                  <a:pt x="7929123" y="318822"/>
                </a:lnTo>
                <a:lnTo>
                  <a:pt x="7929123" y="322756"/>
                </a:lnTo>
                <a:lnTo>
                  <a:pt x="7956676" y="324724"/>
                </a:lnTo>
                <a:lnTo>
                  <a:pt x="7956676" y="332597"/>
                </a:lnTo>
                <a:lnTo>
                  <a:pt x="7968484" y="334564"/>
                </a:lnTo>
                <a:lnTo>
                  <a:pt x="7982260" y="326694"/>
                </a:lnTo>
                <a:lnTo>
                  <a:pt x="8003908" y="330629"/>
                </a:lnTo>
                <a:lnTo>
                  <a:pt x="7999972" y="342436"/>
                </a:lnTo>
                <a:lnTo>
                  <a:pt x="7978324" y="352276"/>
                </a:lnTo>
                <a:lnTo>
                  <a:pt x="7994068" y="356213"/>
                </a:lnTo>
                <a:lnTo>
                  <a:pt x="8019652" y="354244"/>
                </a:lnTo>
                <a:lnTo>
                  <a:pt x="8027524" y="348343"/>
                </a:lnTo>
                <a:lnTo>
                  <a:pt x="8106245" y="342436"/>
                </a:lnTo>
                <a:lnTo>
                  <a:pt x="8118053" y="348343"/>
                </a:lnTo>
                <a:lnTo>
                  <a:pt x="8129861" y="350309"/>
                </a:lnTo>
                <a:lnTo>
                  <a:pt x="8159381" y="366053"/>
                </a:lnTo>
                <a:lnTo>
                  <a:pt x="8153477" y="373924"/>
                </a:lnTo>
                <a:lnTo>
                  <a:pt x="8159381" y="375894"/>
                </a:lnTo>
                <a:lnTo>
                  <a:pt x="8175125" y="366053"/>
                </a:lnTo>
                <a:lnTo>
                  <a:pt x="8186934" y="368022"/>
                </a:lnTo>
                <a:lnTo>
                  <a:pt x="8184966" y="383765"/>
                </a:lnTo>
                <a:lnTo>
                  <a:pt x="8194806" y="385733"/>
                </a:lnTo>
                <a:lnTo>
                  <a:pt x="8194806" y="401477"/>
                </a:lnTo>
                <a:lnTo>
                  <a:pt x="8171189" y="397542"/>
                </a:lnTo>
                <a:lnTo>
                  <a:pt x="8159381" y="387702"/>
                </a:lnTo>
                <a:lnTo>
                  <a:pt x="8153477" y="387702"/>
                </a:lnTo>
                <a:lnTo>
                  <a:pt x="8153477" y="391636"/>
                </a:lnTo>
                <a:lnTo>
                  <a:pt x="8157413" y="399512"/>
                </a:lnTo>
                <a:lnTo>
                  <a:pt x="8186934" y="411316"/>
                </a:lnTo>
                <a:lnTo>
                  <a:pt x="8173157" y="425093"/>
                </a:lnTo>
                <a:lnTo>
                  <a:pt x="8147573" y="442805"/>
                </a:lnTo>
                <a:lnTo>
                  <a:pt x="8145605" y="452645"/>
                </a:lnTo>
                <a:lnTo>
                  <a:pt x="8121989" y="452645"/>
                </a:lnTo>
                <a:lnTo>
                  <a:pt x="8084597" y="476262"/>
                </a:lnTo>
                <a:lnTo>
                  <a:pt x="8082629" y="484134"/>
                </a:lnTo>
                <a:lnTo>
                  <a:pt x="8070821" y="486103"/>
                </a:lnTo>
                <a:lnTo>
                  <a:pt x="8043269" y="497911"/>
                </a:lnTo>
                <a:lnTo>
                  <a:pt x="8027524" y="515622"/>
                </a:lnTo>
                <a:lnTo>
                  <a:pt x="8007844" y="515622"/>
                </a:lnTo>
                <a:lnTo>
                  <a:pt x="7994068" y="519560"/>
                </a:lnTo>
                <a:lnTo>
                  <a:pt x="7994068" y="533334"/>
                </a:lnTo>
                <a:lnTo>
                  <a:pt x="7982260" y="533334"/>
                </a:lnTo>
                <a:lnTo>
                  <a:pt x="7968484" y="541206"/>
                </a:lnTo>
                <a:lnTo>
                  <a:pt x="7968484" y="554982"/>
                </a:lnTo>
                <a:lnTo>
                  <a:pt x="7946835" y="568760"/>
                </a:lnTo>
                <a:lnTo>
                  <a:pt x="7964548" y="568760"/>
                </a:lnTo>
                <a:lnTo>
                  <a:pt x="7990132" y="558920"/>
                </a:lnTo>
                <a:lnTo>
                  <a:pt x="7994068" y="547111"/>
                </a:lnTo>
                <a:lnTo>
                  <a:pt x="8027524" y="547111"/>
                </a:lnTo>
                <a:lnTo>
                  <a:pt x="8027524" y="541206"/>
                </a:lnTo>
                <a:lnTo>
                  <a:pt x="8043269" y="533334"/>
                </a:lnTo>
                <a:lnTo>
                  <a:pt x="8059013" y="533334"/>
                </a:lnTo>
                <a:lnTo>
                  <a:pt x="8066885" y="529400"/>
                </a:lnTo>
                <a:lnTo>
                  <a:pt x="8084597" y="529400"/>
                </a:lnTo>
                <a:lnTo>
                  <a:pt x="8106245" y="509721"/>
                </a:lnTo>
                <a:lnTo>
                  <a:pt x="8090501" y="513654"/>
                </a:lnTo>
                <a:lnTo>
                  <a:pt x="8076725" y="513654"/>
                </a:lnTo>
                <a:lnTo>
                  <a:pt x="8072789" y="503813"/>
                </a:lnTo>
                <a:lnTo>
                  <a:pt x="8088533" y="493973"/>
                </a:lnTo>
                <a:lnTo>
                  <a:pt x="8106245" y="497911"/>
                </a:lnTo>
                <a:lnTo>
                  <a:pt x="8125925" y="493973"/>
                </a:lnTo>
                <a:lnTo>
                  <a:pt x="8123957" y="507751"/>
                </a:lnTo>
                <a:lnTo>
                  <a:pt x="8149541" y="513654"/>
                </a:lnTo>
                <a:lnTo>
                  <a:pt x="8167253" y="511686"/>
                </a:lnTo>
                <a:lnTo>
                  <a:pt x="8167253" y="497911"/>
                </a:lnTo>
                <a:lnTo>
                  <a:pt x="8182998" y="501846"/>
                </a:lnTo>
                <a:lnTo>
                  <a:pt x="8188902" y="509721"/>
                </a:lnTo>
                <a:lnTo>
                  <a:pt x="8184966" y="517592"/>
                </a:lnTo>
                <a:lnTo>
                  <a:pt x="8173157" y="525462"/>
                </a:lnTo>
                <a:lnTo>
                  <a:pt x="8179062" y="533334"/>
                </a:lnTo>
                <a:lnTo>
                  <a:pt x="8194806" y="531366"/>
                </a:lnTo>
                <a:lnTo>
                  <a:pt x="8196774" y="519560"/>
                </a:lnTo>
                <a:lnTo>
                  <a:pt x="8245974" y="511686"/>
                </a:lnTo>
                <a:lnTo>
                  <a:pt x="8267623" y="515622"/>
                </a:lnTo>
                <a:lnTo>
                  <a:pt x="8312887" y="517592"/>
                </a:lnTo>
                <a:lnTo>
                  <a:pt x="8340439" y="519560"/>
                </a:lnTo>
                <a:lnTo>
                  <a:pt x="8344375" y="525462"/>
                </a:lnTo>
                <a:lnTo>
                  <a:pt x="8326663" y="527431"/>
                </a:lnTo>
                <a:lnTo>
                  <a:pt x="8318791" y="529400"/>
                </a:lnTo>
                <a:lnTo>
                  <a:pt x="8318791" y="541206"/>
                </a:lnTo>
                <a:lnTo>
                  <a:pt x="8373895" y="554982"/>
                </a:lnTo>
                <a:lnTo>
                  <a:pt x="8383735" y="551046"/>
                </a:lnTo>
                <a:lnTo>
                  <a:pt x="8399479" y="551046"/>
                </a:lnTo>
                <a:lnTo>
                  <a:pt x="8423096" y="558920"/>
                </a:lnTo>
                <a:lnTo>
                  <a:pt x="8440808" y="558920"/>
                </a:lnTo>
                <a:lnTo>
                  <a:pt x="8450648" y="549081"/>
                </a:lnTo>
                <a:lnTo>
                  <a:pt x="8462456" y="549081"/>
                </a:lnTo>
                <a:lnTo>
                  <a:pt x="8474264" y="547111"/>
                </a:lnTo>
                <a:lnTo>
                  <a:pt x="8474264" y="531366"/>
                </a:lnTo>
                <a:lnTo>
                  <a:pt x="8468360" y="525462"/>
                </a:lnTo>
                <a:lnTo>
                  <a:pt x="8468360" y="515622"/>
                </a:lnTo>
                <a:lnTo>
                  <a:pt x="8472296" y="511686"/>
                </a:lnTo>
                <a:lnTo>
                  <a:pt x="8484104" y="513654"/>
                </a:lnTo>
                <a:lnTo>
                  <a:pt x="8490009" y="509721"/>
                </a:lnTo>
                <a:lnTo>
                  <a:pt x="8519529" y="515622"/>
                </a:lnTo>
                <a:lnTo>
                  <a:pt x="8517561" y="521526"/>
                </a:lnTo>
                <a:lnTo>
                  <a:pt x="8531337" y="529400"/>
                </a:lnTo>
                <a:lnTo>
                  <a:pt x="8549049" y="521526"/>
                </a:lnTo>
                <a:lnTo>
                  <a:pt x="8566761" y="535301"/>
                </a:lnTo>
                <a:lnTo>
                  <a:pt x="8584473" y="525462"/>
                </a:lnTo>
                <a:lnTo>
                  <a:pt x="8598249" y="529400"/>
                </a:lnTo>
                <a:lnTo>
                  <a:pt x="8627769" y="554982"/>
                </a:lnTo>
                <a:lnTo>
                  <a:pt x="8627769" y="564822"/>
                </a:lnTo>
                <a:lnTo>
                  <a:pt x="8643514" y="568760"/>
                </a:lnTo>
                <a:lnTo>
                  <a:pt x="8629738" y="580570"/>
                </a:lnTo>
                <a:lnTo>
                  <a:pt x="8610057" y="576630"/>
                </a:lnTo>
                <a:lnTo>
                  <a:pt x="8610057" y="582534"/>
                </a:lnTo>
                <a:lnTo>
                  <a:pt x="8617929" y="586471"/>
                </a:lnTo>
                <a:lnTo>
                  <a:pt x="8641546" y="590410"/>
                </a:lnTo>
                <a:lnTo>
                  <a:pt x="8639578" y="606151"/>
                </a:lnTo>
                <a:lnTo>
                  <a:pt x="8627769" y="606151"/>
                </a:lnTo>
                <a:lnTo>
                  <a:pt x="8608089" y="598280"/>
                </a:lnTo>
                <a:lnTo>
                  <a:pt x="8610057" y="610089"/>
                </a:lnTo>
                <a:lnTo>
                  <a:pt x="8621865" y="619929"/>
                </a:lnTo>
                <a:lnTo>
                  <a:pt x="8629738" y="614022"/>
                </a:lnTo>
                <a:lnTo>
                  <a:pt x="8639578" y="623863"/>
                </a:lnTo>
                <a:lnTo>
                  <a:pt x="8629738" y="627800"/>
                </a:lnTo>
                <a:lnTo>
                  <a:pt x="8635642" y="639610"/>
                </a:lnTo>
                <a:lnTo>
                  <a:pt x="8694682" y="673063"/>
                </a:lnTo>
                <a:lnTo>
                  <a:pt x="8708458" y="661255"/>
                </a:lnTo>
                <a:lnTo>
                  <a:pt x="8718299" y="631734"/>
                </a:lnTo>
                <a:lnTo>
                  <a:pt x="8734043" y="614022"/>
                </a:lnTo>
                <a:lnTo>
                  <a:pt x="8741915" y="623863"/>
                </a:lnTo>
                <a:lnTo>
                  <a:pt x="8767499" y="639610"/>
                </a:lnTo>
                <a:lnTo>
                  <a:pt x="8789147" y="641575"/>
                </a:lnTo>
                <a:lnTo>
                  <a:pt x="8816699" y="629769"/>
                </a:lnTo>
                <a:lnTo>
                  <a:pt x="8850155" y="631734"/>
                </a:lnTo>
                <a:lnTo>
                  <a:pt x="8875740" y="647479"/>
                </a:lnTo>
                <a:lnTo>
                  <a:pt x="8891484" y="647479"/>
                </a:lnTo>
                <a:lnTo>
                  <a:pt x="8893452" y="633702"/>
                </a:lnTo>
                <a:lnTo>
                  <a:pt x="8903292" y="625831"/>
                </a:lnTo>
                <a:lnTo>
                  <a:pt x="8917068" y="629769"/>
                </a:lnTo>
                <a:lnTo>
                  <a:pt x="8921004" y="639610"/>
                </a:lnTo>
                <a:lnTo>
                  <a:pt x="8946589" y="631734"/>
                </a:lnTo>
                <a:lnTo>
                  <a:pt x="8934780" y="619929"/>
                </a:lnTo>
                <a:lnTo>
                  <a:pt x="8938717" y="600249"/>
                </a:lnTo>
                <a:lnTo>
                  <a:pt x="8946589" y="594343"/>
                </a:lnTo>
                <a:lnTo>
                  <a:pt x="8921004" y="594343"/>
                </a:lnTo>
                <a:lnTo>
                  <a:pt x="8924940" y="580570"/>
                </a:lnTo>
                <a:lnTo>
                  <a:pt x="8934780" y="582534"/>
                </a:lnTo>
                <a:lnTo>
                  <a:pt x="8952493" y="582534"/>
                </a:lnTo>
                <a:lnTo>
                  <a:pt x="8974141" y="572695"/>
                </a:lnTo>
                <a:lnTo>
                  <a:pt x="8970205" y="564822"/>
                </a:lnTo>
                <a:lnTo>
                  <a:pt x="8972173" y="560890"/>
                </a:lnTo>
                <a:lnTo>
                  <a:pt x="8980045" y="562854"/>
                </a:lnTo>
                <a:lnTo>
                  <a:pt x="8985949" y="566791"/>
                </a:lnTo>
                <a:lnTo>
                  <a:pt x="9007597" y="566791"/>
                </a:lnTo>
                <a:lnTo>
                  <a:pt x="9043021" y="572695"/>
                </a:lnTo>
                <a:lnTo>
                  <a:pt x="9070573" y="574662"/>
                </a:lnTo>
                <a:lnTo>
                  <a:pt x="9125678" y="590410"/>
                </a:lnTo>
                <a:lnTo>
                  <a:pt x="9098126" y="586471"/>
                </a:lnTo>
                <a:lnTo>
                  <a:pt x="9070573" y="586471"/>
                </a:lnTo>
                <a:lnTo>
                  <a:pt x="9058765" y="596312"/>
                </a:lnTo>
                <a:lnTo>
                  <a:pt x="9068605" y="600249"/>
                </a:lnTo>
                <a:lnTo>
                  <a:pt x="9102062" y="598280"/>
                </a:lnTo>
                <a:lnTo>
                  <a:pt x="9098126" y="612054"/>
                </a:lnTo>
                <a:lnTo>
                  <a:pt x="9076477" y="612054"/>
                </a:lnTo>
                <a:lnTo>
                  <a:pt x="9082382" y="627800"/>
                </a:lnTo>
                <a:lnTo>
                  <a:pt x="9111902" y="623863"/>
                </a:lnTo>
                <a:lnTo>
                  <a:pt x="9135518" y="612054"/>
                </a:lnTo>
                <a:lnTo>
                  <a:pt x="9151262" y="594343"/>
                </a:lnTo>
                <a:lnTo>
                  <a:pt x="9194559" y="594343"/>
                </a:lnTo>
                <a:lnTo>
                  <a:pt x="9216207" y="604182"/>
                </a:lnTo>
                <a:lnTo>
                  <a:pt x="9229983" y="606151"/>
                </a:lnTo>
                <a:lnTo>
                  <a:pt x="9228015" y="621895"/>
                </a:lnTo>
                <a:lnTo>
                  <a:pt x="9214239" y="615991"/>
                </a:lnTo>
                <a:lnTo>
                  <a:pt x="9202431" y="615991"/>
                </a:lnTo>
                <a:lnTo>
                  <a:pt x="9206367" y="625831"/>
                </a:lnTo>
                <a:lnTo>
                  <a:pt x="9231951" y="629769"/>
                </a:lnTo>
                <a:lnTo>
                  <a:pt x="9261471" y="641575"/>
                </a:lnTo>
                <a:lnTo>
                  <a:pt x="9285087" y="655351"/>
                </a:lnTo>
                <a:lnTo>
                  <a:pt x="9287055" y="663223"/>
                </a:lnTo>
                <a:lnTo>
                  <a:pt x="9304768" y="673063"/>
                </a:lnTo>
                <a:lnTo>
                  <a:pt x="9340192" y="669129"/>
                </a:lnTo>
                <a:lnTo>
                  <a:pt x="9391361" y="655351"/>
                </a:lnTo>
                <a:lnTo>
                  <a:pt x="9420881" y="653383"/>
                </a:lnTo>
                <a:lnTo>
                  <a:pt x="9450401" y="659289"/>
                </a:lnTo>
                <a:lnTo>
                  <a:pt x="9470081" y="661255"/>
                </a:lnTo>
                <a:lnTo>
                  <a:pt x="9507473" y="676999"/>
                </a:lnTo>
                <a:lnTo>
                  <a:pt x="9511409" y="696680"/>
                </a:lnTo>
                <a:lnTo>
                  <a:pt x="9499601" y="708486"/>
                </a:lnTo>
                <a:lnTo>
                  <a:pt x="9503537" y="720294"/>
                </a:lnTo>
                <a:lnTo>
                  <a:pt x="9523217" y="732102"/>
                </a:lnTo>
                <a:lnTo>
                  <a:pt x="9531090" y="728166"/>
                </a:lnTo>
                <a:lnTo>
                  <a:pt x="9538962" y="732102"/>
                </a:lnTo>
                <a:lnTo>
                  <a:pt x="9544866" y="732102"/>
                </a:lnTo>
                <a:lnTo>
                  <a:pt x="9554706" y="732102"/>
                </a:lnTo>
                <a:lnTo>
                  <a:pt x="9560610" y="732102"/>
                </a:lnTo>
                <a:lnTo>
                  <a:pt x="9572418" y="732102"/>
                </a:lnTo>
                <a:lnTo>
                  <a:pt x="9590130" y="722262"/>
                </a:lnTo>
                <a:lnTo>
                  <a:pt x="9607842" y="728166"/>
                </a:lnTo>
                <a:lnTo>
                  <a:pt x="9621619" y="720294"/>
                </a:lnTo>
                <a:lnTo>
                  <a:pt x="9649171" y="732102"/>
                </a:lnTo>
                <a:lnTo>
                  <a:pt x="9706243" y="736038"/>
                </a:lnTo>
                <a:lnTo>
                  <a:pt x="9725923" y="722262"/>
                </a:lnTo>
                <a:lnTo>
                  <a:pt x="9733795" y="732102"/>
                </a:lnTo>
                <a:lnTo>
                  <a:pt x="9747571" y="747846"/>
                </a:lnTo>
                <a:lnTo>
                  <a:pt x="9773156" y="751782"/>
                </a:lnTo>
                <a:lnTo>
                  <a:pt x="9777092" y="765558"/>
                </a:lnTo>
                <a:lnTo>
                  <a:pt x="9816452" y="765558"/>
                </a:lnTo>
                <a:lnTo>
                  <a:pt x="9824324" y="747846"/>
                </a:lnTo>
                <a:lnTo>
                  <a:pt x="9792836" y="732102"/>
                </a:lnTo>
                <a:lnTo>
                  <a:pt x="9794804" y="722262"/>
                </a:lnTo>
                <a:lnTo>
                  <a:pt x="9802676" y="720294"/>
                </a:lnTo>
                <a:lnTo>
                  <a:pt x="9810548" y="718326"/>
                </a:lnTo>
                <a:lnTo>
                  <a:pt x="9798740" y="710454"/>
                </a:lnTo>
                <a:lnTo>
                  <a:pt x="9808580" y="704549"/>
                </a:lnTo>
                <a:lnTo>
                  <a:pt x="9871557" y="716358"/>
                </a:lnTo>
                <a:lnTo>
                  <a:pt x="9887301" y="718326"/>
                </a:lnTo>
                <a:lnTo>
                  <a:pt x="9899109" y="716358"/>
                </a:lnTo>
                <a:lnTo>
                  <a:pt x="9920757" y="718326"/>
                </a:lnTo>
                <a:lnTo>
                  <a:pt x="9938469" y="718326"/>
                </a:lnTo>
                <a:lnTo>
                  <a:pt x="9952245" y="720294"/>
                </a:lnTo>
                <a:lnTo>
                  <a:pt x="9958149" y="720294"/>
                </a:lnTo>
                <a:lnTo>
                  <a:pt x="9993573" y="732102"/>
                </a:lnTo>
                <a:lnTo>
                  <a:pt x="10007350" y="732102"/>
                </a:lnTo>
                <a:lnTo>
                  <a:pt x="10028998" y="739974"/>
                </a:lnTo>
                <a:lnTo>
                  <a:pt x="10046710" y="741942"/>
                </a:lnTo>
                <a:lnTo>
                  <a:pt x="10072295" y="755718"/>
                </a:lnTo>
                <a:lnTo>
                  <a:pt x="10072295" y="765558"/>
                </a:lnTo>
                <a:lnTo>
                  <a:pt x="10093943" y="765558"/>
                </a:lnTo>
                <a:lnTo>
                  <a:pt x="10107719" y="771462"/>
                </a:lnTo>
                <a:lnTo>
                  <a:pt x="10107719" y="779334"/>
                </a:lnTo>
                <a:lnTo>
                  <a:pt x="10147079" y="797046"/>
                </a:lnTo>
                <a:lnTo>
                  <a:pt x="10164791" y="800982"/>
                </a:lnTo>
                <a:lnTo>
                  <a:pt x="10164791" y="806886"/>
                </a:lnTo>
                <a:lnTo>
                  <a:pt x="10178567" y="810822"/>
                </a:lnTo>
                <a:lnTo>
                  <a:pt x="10178567" y="818694"/>
                </a:lnTo>
                <a:lnTo>
                  <a:pt x="10194311" y="816726"/>
                </a:lnTo>
                <a:lnTo>
                  <a:pt x="10219895" y="834439"/>
                </a:lnTo>
                <a:lnTo>
                  <a:pt x="10223832" y="852151"/>
                </a:lnTo>
                <a:lnTo>
                  <a:pt x="10212023" y="861991"/>
                </a:lnTo>
                <a:lnTo>
                  <a:pt x="10237608" y="877735"/>
                </a:lnTo>
                <a:lnTo>
                  <a:pt x="10243512" y="869863"/>
                </a:lnTo>
                <a:lnTo>
                  <a:pt x="10235640" y="865927"/>
                </a:lnTo>
                <a:lnTo>
                  <a:pt x="10237608" y="858055"/>
                </a:lnTo>
                <a:lnTo>
                  <a:pt x="10233672" y="844279"/>
                </a:lnTo>
                <a:lnTo>
                  <a:pt x="10259256" y="844279"/>
                </a:lnTo>
                <a:lnTo>
                  <a:pt x="10275000" y="848215"/>
                </a:lnTo>
                <a:lnTo>
                  <a:pt x="10292713" y="846247"/>
                </a:lnTo>
                <a:lnTo>
                  <a:pt x="10328137" y="869863"/>
                </a:lnTo>
                <a:lnTo>
                  <a:pt x="10361593" y="889543"/>
                </a:lnTo>
                <a:lnTo>
                  <a:pt x="10355689" y="901351"/>
                </a:lnTo>
                <a:lnTo>
                  <a:pt x="10337977" y="903319"/>
                </a:lnTo>
                <a:lnTo>
                  <a:pt x="10336009" y="919063"/>
                </a:lnTo>
                <a:lnTo>
                  <a:pt x="10328137" y="928903"/>
                </a:lnTo>
                <a:lnTo>
                  <a:pt x="10290745" y="936775"/>
                </a:lnTo>
                <a:lnTo>
                  <a:pt x="10286809" y="946616"/>
                </a:lnTo>
                <a:lnTo>
                  <a:pt x="10280905" y="954488"/>
                </a:lnTo>
                <a:lnTo>
                  <a:pt x="10290745" y="964328"/>
                </a:lnTo>
                <a:lnTo>
                  <a:pt x="10271064" y="980072"/>
                </a:lnTo>
                <a:lnTo>
                  <a:pt x="10271064" y="995816"/>
                </a:lnTo>
                <a:lnTo>
                  <a:pt x="10284841" y="1007624"/>
                </a:lnTo>
                <a:lnTo>
                  <a:pt x="10257288" y="1019432"/>
                </a:lnTo>
                <a:lnTo>
                  <a:pt x="10241544" y="1009592"/>
                </a:lnTo>
                <a:lnTo>
                  <a:pt x="10227768" y="989912"/>
                </a:lnTo>
                <a:lnTo>
                  <a:pt x="10213991" y="980072"/>
                </a:lnTo>
                <a:lnTo>
                  <a:pt x="10190375" y="984008"/>
                </a:lnTo>
                <a:lnTo>
                  <a:pt x="10188407" y="950552"/>
                </a:lnTo>
                <a:lnTo>
                  <a:pt x="10180535" y="942680"/>
                </a:lnTo>
                <a:lnTo>
                  <a:pt x="10160855" y="934807"/>
                </a:lnTo>
                <a:lnTo>
                  <a:pt x="10141175" y="936775"/>
                </a:lnTo>
                <a:lnTo>
                  <a:pt x="10119527" y="940712"/>
                </a:lnTo>
                <a:lnTo>
                  <a:pt x="10111655" y="928903"/>
                </a:lnTo>
                <a:lnTo>
                  <a:pt x="10113623" y="907255"/>
                </a:lnTo>
                <a:lnTo>
                  <a:pt x="10115591" y="895447"/>
                </a:lnTo>
                <a:lnTo>
                  <a:pt x="10113623" y="881671"/>
                </a:lnTo>
                <a:lnTo>
                  <a:pt x="10099847" y="889543"/>
                </a:lnTo>
                <a:lnTo>
                  <a:pt x="10093943" y="885607"/>
                </a:lnTo>
                <a:lnTo>
                  <a:pt x="10076231" y="895447"/>
                </a:lnTo>
                <a:lnTo>
                  <a:pt x="10086071" y="926935"/>
                </a:lnTo>
                <a:lnTo>
                  <a:pt x="10093943" y="942680"/>
                </a:lnTo>
                <a:lnTo>
                  <a:pt x="10072295" y="968264"/>
                </a:lnTo>
                <a:lnTo>
                  <a:pt x="10062455" y="974168"/>
                </a:lnTo>
                <a:lnTo>
                  <a:pt x="10050646" y="989912"/>
                </a:lnTo>
                <a:lnTo>
                  <a:pt x="10013254" y="991880"/>
                </a:lnTo>
                <a:lnTo>
                  <a:pt x="10005382" y="978104"/>
                </a:lnTo>
                <a:lnTo>
                  <a:pt x="9991605" y="962360"/>
                </a:lnTo>
                <a:lnTo>
                  <a:pt x="9981765" y="968264"/>
                </a:lnTo>
                <a:lnTo>
                  <a:pt x="9991605" y="980072"/>
                </a:lnTo>
                <a:lnTo>
                  <a:pt x="9987669" y="987944"/>
                </a:lnTo>
                <a:lnTo>
                  <a:pt x="9981765" y="976136"/>
                </a:lnTo>
                <a:lnTo>
                  <a:pt x="9967989" y="976136"/>
                </a:lnTo>
                <a:lnTo>
                  <a:pt x="9973893" y="993848"/>
                </a:lnTo>
                <a:lnTo>
                  <a:pt x="9991605" y="997784"/>
                </a:lnTo>
                <a:lnTo>
                  <a:pt x="10001446" y="1005656"/>
                </a:lnTo>
                <a:lnTo>
                  <a:pt x="10019158" y="1019432"/>
                </a:lnTo>
                <a:lnTo>
                  <a:pt x="10021126" y="1007624"/>
                </a:lnTo>
                <a:lnTo>
                  <a:pt x="10032934" y="1009592"/>
                </a:lnTo>
                <a:lnTo>
                  <a:pt x="10030966" y="1023368"/>
                </a:lnTo>
                <a:lnTo>
                  <a:pt x="10042774" y="1029272"/>
                </a:lnTo>
                <a:lnTo>
                  <a:pt x="10042774" y="1064697"/>
                </a:lnTo>
                <a:lnTo>
                  <a:pt x="10052615" y="1074537"/>
                </a:lnTo>
                <a:lnTo>
                  <a:pt x="10054583" y="1102089"/>
                </a:lnTo>
                <a:lnTo>
                  <a:pt x="10062455" y="1107993"/>
                </a:lnTo>
                <a:lnTo>
                  <a:pt x="10054583" y="1127673"/>
                </a:lnTo>
                <a:lnTo>
                  <a:pt x="10052615" y="1139481"/>
                </a:lnTo>
                <a:lnTo>
                  <a:pt x="10025062" y="1135545"/>
                </a:lnTo>
                <a:lnTo>
                  <a:pt x="10011286" y="1123737"/>
                </a:lnTo>
                <a:lnTo>
                  <a:pt x="9979797" y="1129641"/>
                </a:lnTo>
                <a:lnTo>
                  <a:pt x="9967989" y="1149321"/>
                </a:lnTo>
                <a:lnTo>
                  <a:pt x="9932565" y="1155225"/>
                </a:lnTo>
                <a:lnTo>
                  <a:pt x="9910917" y="1174906"/>
                </a:lnTo>
                <a:lnTo>
                  <a:pt x="9893205" y="1176874"/>
                </a:lnTo>
                <a:lnTo>
                  <a:pt x="9891237" y="1182778"/>
                </a:lnTo>
                <a:lnTo>
                  <a:pt x="9877461" y="1198522"/>
                </a:lnTo>
                <a:lnTo>
                  <a:pt x="9863685" y="1202458"/>
                </a:lnTo>
                <a:lnTo>
                  <a:pt x="9855813" y="1218202"/>
                </a:lnTo>
                <a:lnTo>
                  <a:pt x="9826292" y="1233946"/>
                </a:lnTo>
                <a:lnTo>
                  <a:pt x="9808580" y="1253626"/>
                </a:lnTo>
                <a:lnTo>
                  <a:pt x="9802676" y="1267402"/>
                </a:lnTo>
                <a:lnTo>
                  <a:pt x="9790868" y="1277242"/>
                </a:lnTo>
                <a:lnTo>
                  <a:pt x="9786932" y="1261498"/>
                </a:lnTo>
                <a:lnTo>
                  <a:pt x="9781028" y="1247722"/>
                </a:lnTo>
                <a:lnTo>
                  <a:pt x="9755443" y="1233946"/>
                </a:lnTo>
                <a:lnTo>
                  <a:pt x="9704275" y="1255594"/>
                </a:lnTo>
                <a:lnTo>
                  <a:pt x="9694435" y="1281178"/>
                </a:lnTo>
                <a:lnTo>
                  <a:pt x="9678691" y="1292987"/>
                </a:lnTo>
                <a:lnTo>
                  <a:pt x="9678691" y="1271338"/>
                </a:lnTo>
                <a:lnTo>
                  <a:pt x="9688531" y="1251658"/>
                </a:lnTo>
                <a:lnTo>
                  <a:pt x="9684595" y="1245754"/>
                </a:lnTo>
                <a:lnTo>
                  <a:pt x="9670819" y="1259530"/>
                </a:lnTo>
                <a:lnTo>
                  <a:pt x="9657043" y="1267402"/>
                </a:lnTo>
                <a:lnTo>
                  <a:pt x="9649171" y="1283146"/>
                </a:lnTo>
                <a:lnTo>
                  <a:pt x="9637363" y="1277242"/>
                </a:lnTo>
                <a:lnTo>
                  <a:pt x="9623587" y="1273306"/>
                </a:lnTo>
                <a:lnTo>
                  <a:pt x="9603906" y="1294955"/>
                </a:lnTo>
                <a:lnTo>
                  <a:pt x="9599970" y="1320539"/>
                </a:lnTo>
                <a:lnTo>
                  <a:pt x="9582258" y="1346123"/>
                </a:lnTo>
                <a:lnTo>
                  <a:pt x="9572418" y="1348091"/>
                </a:lnTo>
                <a:lnTo>
                  <a:pt x="9564546" y="1379579"/>
                </a:lnTo>
                <a:lnTo>
                  <a:pt x="9578322" y="1393355"/>
                </a:lnTo>
                <a:lnTo>
                  <a:pt x="9582258" y="1383515"/>
                </a:lnTo>
                <a:lnTo>
                  <a:pt x="9601938" y="1393355"/>
                </a:lnTo>
                <a:lnTo>
                  <a:pt x="9605874" y="1401227"/>
                </a:lnTo>
                <a:lnTo>
                  <a:pt x="9586194" y="1418940"/>
                </a:lnTo>
                <a:lnTo>
                  <a:pt x="9588162" y="1440588"/>
                </a:lnTo>
                <a:lnTo>
                  <a:pt x="9601938" y="1446492"/>
                </a:lnTo>
                <a:lnTo>
                  <a:pt x="9607842" y="1476012"/>
                </a:lnTo>
                <a:lnTo>
                  <a:pt x="9601938" y="1483884"/>
                </a:lnTo>
                <a:lnTo>
                  <a:pt x="9588162" y="1483884"/>
                </a:lnTo>
                <a:lnTo>
                  <a:pt x="9588162" y="1462236"/>
                </a:lnTo>
                <a:lnTo>
                  <a:pt x="9568482" y="1483884"/>
                </a:lnTo>
                <a:lnTo>
                  <a:pt x="9556674" y="1515372"/>
                </a:lnTo>
                <a:lnTo>
                  <a:pt x="9560610" y="1523245"/>
                </a:lnTo>
                <a:lnTo>
                  <a:pt x="9570450" y="1537021"/>
                </a:lnTo>
                <a:lnTo>
                  <a:pt x="9560610" y="1556701"/>
                </a:lnTo>
                <a:lnTo>
                  <a:pt x="9548802" y="1560637"/>
                </a:lnTo>
                <a:lnTo>
                  <a:pt x="9544866" y="1552765"/>
                </a:lnTo>
                <a:lnTo>
                  <a:pt x="9507473" y="1582285"/>
                </a:lnTo>
                <a:lnTo>
                  <a:pt x="9513377" y="1617709"/>
                </a:lnTo>
                <a:lnTo>
                  <a:pt x="9509441" y="1629517"/>
                </a:lnTo>
                <a:lnTo>
                  <a:pt x="9493697" y="1621645"/>
                </a:lnTo>
                <a:lnTo>
                  <a:pt x="9475985" y="1629517"/>
                </a:lnTo>
                <a:lnTo>
                  <a:pt x="9470081" y="1653134"/>
                </a:lnTo>
                <a:lnTo>
                  <a:pt x="9466145" y="1668878"/>
                </a:lnTo>
                <a:lnTo>
                  <a:pt x="9420881" y="1727918"/>
                </a:lnTo>
                <a:lnTo>
                  <a:pt x="9411041" y="1729886"/>
                </a:lnTo>
                <a:lnTo>
                  <a:pt x="9414977" y="1722014"/>
                </a:lnTo>
                <a:lnTo>
                  <a:pt x="9407105" y="1702334"/>
                </a:lnTo>
                <a:lnTo>
                  <a:pt x="9411041" y="1678718"/>
                </a:lnTo>
                <a:lnTo>
                  <a:pt x="9405137" y="1653134"/>
                </a:lnTo>
                <a:lnTo>
                  <a:pt x="9397265" y="1607869"/>
                </a:lnTo>
                <a:lnTo>
                  <a:pt x="9391361" y="1590157"/>
                </a:lnTo>
                <a:lnTo>
                  <a:pt x="9387424" y="1566541"/>
                </a:lnTo>
                <a:lnTo>
                  <a:pt x="9383488" y="1517340"/>
                </a:lnTo>
                <a:lnTo>
                  <a:pt x="9387424" y="1468140"/>
                </a:lnTo>
                <a:lnTo>
                  <a:pt x="9407105" y="1442556"/>
                </a:lnTo>
                <a:lnTo>
                  <a:pt x="9414977" y="1432716"/>
                </a:lnTo>
                <a:lnTo>
                  <a:pt x="9416945" y="1389419"/>
                </a:lnTo>
                <a:lnTo>
                  <a:pt x="9442529" y="1389419"/>
                </a:lnTo>
                <a:lnTo>
                  <a:pt x="9450401" y="1377611"/>
                </a:lnTo>
                <a:lnTo>
                  <a:pt x="9462209" y="1371707"/>
                </a:lnTo>
                <a:lnTo>
                  <a:pt x="9479921" y="1357931"/>
                </a:lnTo>
                <a:lnTo>
                  <a:pt x="9479921" y="1346123"/>
                </a:lnTo>
                <a:lnTo>
                  <a:pt x="9511409" y="1320539"/>
                </a:lnTo>
                <a:lnTo>
                  <a:pt x="9513377" y="1298891"/>
                </a:lnTo>
                <a:lnTo>
                  <a:pt x="9529121" y="1296923"/>
                </a:lnTo>
                <a:lnTo>
                  <a:pt x="9556674" y="1261498"/>
                </a:lnTo>
                <a:lnTo>
                  <a:pt x="9562578" y="1245754"/>
                </a:lnTo>
                <a:lnTo>
                  <a:pt x="9607842" y="1228042"/>
                </a:lnTo>
                <a:lnTo>
                  <a:pt x="9609810" y="1212298"/>
                </a:lnTo>
                <a:lnTo>
                  <a:pt x="9615715" y="1204426"/>
                </a:lnTo>
                <a:lnTo>
                  <a:pt x="9617683" y="1182778"/>
                </a:lnTo>
                <a:lnTo>
                  <a:pt x="9619651" y="1170970"/>
                </a:lnTo>
                <a:lnTo>
                  <a:pt x="9623587" y="1157193"/>
                </a:lnTo>
                <a:lnTo>
                  <a:pt x="9631459" y="1135545"/>
                </a:lnTo>
                <a:lnTo>
                  <a:pt x="9649171" y="1127673"/>
                </a:lnTo>
                <a:lnTo>
                  <a:pt x="9633427" y="1109961"/>
                </a:lnTo>
                <a:lnTo>
                  <a:pt x="9605874" y="1121769"/>
                </a:lnTo>
                <a:lnTo>
                  <a:pt x="9590130" y="1159161"/>
                </a:lnTo>
                <a:lnTo>
                  <a:pt x="9596034" y="1169001"/>
                </a:lnTo>
                <a:lnTo>
                  <a:pt x="9592098" y="1182778"/>
                </a:lnTo>
                <a:lnTo>
                  <a:pt x="9568482" y="1182778"/>
                </a:lnTo>
                <a:lnTo>
                  <a:pt x="9562578" y="1190650"/>
                </a:lnTo>
                <a:lnTo>
                  <a:pt x="9535026" y="1214266"/>
                </a:lnTo>
                <a:lnTo>
                  <a:pt x="9527153" y="1235914"/>
                </a:lnTo>
                <a:lnTo>
                  <a:pt x="9513377" y="1235914"/>
                </a:lnTo>
                <a:lnTo>
                  <a:pt x="9513377" y="1216234"/>
                </a:lnTo>
                <a:lnTo>
                  <a:pt x="9507473" y="1214266"/>
                </a:lnTo>
                <a:lnTo>
                  <a:pt x="9499601" y="1204426"/>
                </a:lnTo>
                <a:lnTo>
                  <a:pt x="9513377" y="1188682"/>
                </a:lnTo>
                <a:lnTo>
                  <a:pt x="9515345" y="1182778"/>
                </a:lnTo>
                <a:lnTo>
                  <a:pt x="9519281" y="1169001"/>
                </a:lnTo>
                <a:lnTo>
                  <a:pt x="9507473" y="1159161"/>
                </a:lnTo>
                <a:lnTo>
                  <a:pt x="9499601" y="1169001"/>
                </a:lnTo>
                <a:lnTo>
                  <a:pt x="9493697" y="1170970"/>
                </a:lnTo>
                <a:lnTo>
                  <a:pt x="9477953" y="1159161"/>
                </a:lnTo>
                <a:lnTo>
                  <a:pt x="9466145" y="1170970"/>
                </a:lnTo>
                <a:lnTo>
                  <a:pt x="9430721" y="1170970"/>
                </a:lnTo>
                <a:lnTo>
                  <a:pt x="9416945" y="1182778"/>
                </a:lnTo>
                <a:lnTo>
                  <a:pt x="9411041" y="1186714"/>
                </a:lnTo>
                <a:lnTo>
                  <a:pt x="9414977" y="1204426"/>
                </a:lnTo>
                <a:lnTo>
                  <a:pt x="9385456" y="1230010"/>
                </a:lnTo>
                <a:lnTo>
                  <a:pt x="9385456" y="1239850"/>
                </a:lnTo>
                <a:lnTo>
                  <a:pt x="9367744" y="1255594"/>
                </a:lnTo>
                <a:lnTo>
                  <a:pt x="9355936" y="1271338"/>
                </a:lnTo>
                <a:lnTo>
                  <a:pt x="9344128" y="1281178"/>
                </a:lnTo>
                <a:lnTo>
                  <a:pt x="9346096" y="1298891"/>
                </a:lnTo>
                <a:lnTo>
                  <a:pt x="9359872" y="1294955"/>
                </a:lnTo>
                <a:lnTo>
                  <a:pt x="9369712" y="1300859"/>
                </a:lnTo>
                <a:lnTo>
                  <a:pt x="9369712" y="1316603"/>
                </a:lnTo>
                <a:lnTo>
                  <a:pt x="9350032" y="1320539"/>
                </a:lnTo>
                <a:lnTo>
                  <a:pt x="9346096" y="1332347"/>
                </a:lnTo>
                <a:lnTo>
                  <a:pt x="9336256" y="1332347"/>
                </a:lnTo>
                <a:lnTo>
                  <a:pt x="9324448" y="1316603"/>
                </a:lnTo>
                <a:lnTo>
                  <a:pt x="9302799" y="1332347"/>
                </a:lnTo>
                <a:lnTo>
                  <a:pt x="9287055" y="1328411"/>
                </a:lnTo>
                <a:lnTo>
                  <a:pt x="9273279" y="1334315"/>
                </a:lnTo>
                <a:lnTo>
                  <a:pt x="9263439" y="1328411"/>
                </a:lnTo>
                <a:lnTo>
                  <a:pt x="9269343" y="1318571"/>
                </a:lnTo>
                <a:lnTo>
                  <a:pt x="9279183" y="1312667"/>
                </a:lnTo>
                <a:lnTo>
                  <a:pt x="9273279" y="1298891"/>
                </a:lnTo>
                <a:lnTo>
                  <a:pt x="9239823" y="1296923"/>
                </a:lnTo>
                <a:lnTo>
                  <a:pt x="9222111" y="1294955"/>
                </a:lnTo>
                <a:lnTo>
                  <a:pt x="9202431" y="1294955"/>
                </a:lnTo>
                <a:lnTo>
                  <a:pt x="9188655" y="1318571"/>
                </a:lnTo>
                <a:lnTo>
                  <a:pt x="9178815" y="1312667"/>
                </a:lnTo>
                <a:lnTo>
                  <a:pt x="9147326" y="1318571"/>
                </a:lnTo>
                <a:lnTo>
                  <a:pt x="9135518" y="1310699"/>
                </a:lnTo>
                <a:lnTo>
                  <a:pt x="9125678" y="1324475"/>
                </a:lnTo>
                <a:lnTo>
                  <a:pt x="9111902" y="1328411"/>
                </a:lnTo>
                <a:lnTo>
                  <a:pt x="9104030" y="1318571"/>
                </a:lnTo>
                <a:lnTo>
                  <a:pt x="9111902" y="1308731"/>
                </a:lnTo>
                <a:lnTo>
                  <a:pt x="9084350" y="1308731"/>
                </a:lnTo>
                <a:lnTo>
                  <a:pt x="9068605" y="1312667"/>
                </a:lnTo>
                <a:lnTo>
                  <a:pt x="9046957" y="1312667"/>
                </a:lnTo>
                <a:lnTo>
                  <a:pt x="9021373" y="1316603"/>
                </a:lnTo>
                <a:lnTo>
                  <a:pt x="8995789" y="1334315"/>
                </a:lnTo>
                <a:lnTo>
                  <a:pt x="8989885" y="1352027"/>
                </a:lnTo>
                <a:lnTo>
                  <a:pt x="8960365" y="1379579"/>
                </a:lnTo>
                <a:lnTo>
                  <a:pt x="8954461" y="1393355"/>
                </a:lnTo>
                <a:lnTo>
                  <a:pt x="8928876" y="1422876"/>
                </a:lnTo>
                <a:lnTo>
                  <a:pt x="8897388" y="1444524"/>
                </a:lnTo>
                <a:lnTo>
                  <a:pt x="8895420" y="1458300"/>
                </a:lnTo>
                <a:lnTo>
                  <a:pt x="8873772" y="1485852"/>
                </a:lnTo>
                <a:lnTo>
                  <a:pt x="8865900" y="1497660"/>
                </a:lnTo>
                <a:lnTo>
                  <a:pt x="8842283" y="1515372"/>
                </a:lnTo>
                <a:lnTo>
                  <a:pt x="8826539" y="1531117"/>
                </a:lnTo>
                <a:lnTo>
                  <a:pt x="8804891" y="1537021"/>
                </a:lnTo>
                <a:lnTo>
                  <a:pt x="8802923" y="1544893"/>
                </a:lnTo>
                <a:lnTo>
                  <a:pt x="8818667" y="1554733"/>
                </a:lnTo>
                <a:lnTo>
                  <a:pt x="8830475" y="1552765"/>
                </a:lnTo>
                <a:lnTo>
                  <a:pt x="8850155" y="1558669"/>
                </a:lnTo>
                <a:lnTo>
                  <a:pt x="8852123" y="1594093"/>
                </a:lnTo>
                <a:lnTo>
                  <a:pt x="8861964" y="1582285"/>
                </a:lnTo>
                <a:lnTo>
                  <a:pt x="8873772" y="1574413"/>
                </a:lnTo>
                <a:lnTo>
                  <a:pt x="8879676" y="1588189"/>
                </a:lnTo>
                <a:lnTo>
                  <a:pt x="8875740" y="1601965"/>
                </a:lnTo>
                <a:lnTo>
                  <a:pt x="8877708" y="1607869"/>
                </a:lnTo>
                <a:lnTo>
                  <a:pt x="8891484" y="1601965"/>
                </a:lnTo>
                <a:lnTo>
                  <a:pt x="8903292" y="1599997"/>
                </a:lnTo>
                <a:lnTo>
                  <a:pt x="8911164" y="1572445"/>
                </a:lnTo>
                <a:lnTo>
                  <a:pt x="8944621" y="1580317"/>
                </a:lnTo>
                <a:lnTo>
                  <a:pt x="8954461" y="1598029"/>
                </a:lnTo>
                <a:lnTo>
                  <a:pt x="8968237" y="1611805"/>
                </a:lnTo>
                <a:lnTo>
                  <a:pt x="8976109" y="1631485"/>
                </a:lnTo>
                <a:lnTo>
                  <a:pt x="8976109" y="1641326"/>
                </a:lnTo>
                <a:lnTo>
                  <a:pt x="8962333" y="1635422"/>
                </a:lnTo>
                <a:lnTo>
                  <a:pt x="8964301" y="1645262"/>
                </a:lnTo>
                <a:lnTo>
                  <a:pt x="8980045" y="1657070"/>
                </a:lnTo>
                <a:lnTo>
                  <a:pt x="8980045" y="1682654"/>
                </a:lnTo>
                <a:lnTo>
                  <a:pt x="8958397" y="1716110"/>
                </a:lnTo>
                <a:lnTo>
                  <a:pt x="8954461" y="1749567"/>
                </a:lnTo>
                <a:lnTo>
                  <a:pt x="8958397" y="1763343"/>
                </a:lnTo>
                <a:lnTo>
                  <a:pt x="8954461" y="1792863"/>
                </a:lnTo>
                <a:lnTo>
                  <a:pt x="8954461" y="1808607"/>
                </a:lnTo>
                <a:lnTo>
                  <a:pt x="8940685" y="1847968"/>
                </a:lnTo>
                <a:lnTo>
                  <a:pt x="8930844" y="1859776"/>
                </a:lnTo>
                <a:lnTo>
                  <a:pt x="8903292" y="1889296"/>
                </a:lnTo>
                <a:lnTo>
                  <a:pt x="8889516" y="1916848"/>
                </a:lnTo>
                <a:lnTo>
                  <a:pt x="8883612" y="1946369"/>
                </a:lnTo>
                <a:lnTo>
                  <a:pt x="8859996" y="1969985"/>
                </a:lnTo>
                <a:lnTo>
                  <a:pt x="8834411" y="1995569"/>
                </a:lnTo>
                <a:lnTo>
                  <a:pt x="8804891" y="2046737"/>
                </a:lnTo>
                <a:lnTo>
                  <a:pt x="8773403" y="2054610"/>
                </a:lnTo>
                <a:lnTo>
                  <a:pt x="8759627" y="2068386"/>
                </a:lnTo>
                <a:lnTo>
                  <a:pt x="8751755" y="2064450"/>
                </a:lnTo>
                <a:lnTo>
                  <a:pt x="8734043" y="2062482"/>
                </a:lnTo>
                <a:lnTo>
                  <a:pt x="8730107" y="2054610"/>
                </a:lnTo>
                <a:lnTo>
                  <a:pt x="8716331" y="2048705"/>
                </a:lnTo>
                <a:lnTo>
                  <a:pt x="8706490" y="2054610"/>
                </a:lnTo>
                <a:lnTo>
                  <a:pt x="8702554" y="2068386"/>
                </a:lnTo>
                <a:lnTo>
                  <a:pt x="8682874" y="2074290"/>
                </a:lnTo>
                <a:lnTo>
                  <a:pt x="8677960" y="2071341"/>
                </a:lnTo>
                <a:lnTo>
                  <a:pt x="8680907" y="2074288"/>
                </a:lnTo>
                <a:lnTo>
                  <a:pt x="8661227" y="2092000"/>
                </a:lnTo>
                <a:lnTo>
                  <a:pt x="8655323" y="2111681"/>
                </a:lnTo>
                <a:lnTo>
                  <a:pt x="8655323" y="2127425"/>
                </a:lnTo>
                <a:lnTo>
                  <a:pt x="8635643" y="2153009"/>
                </a:lnTo>
                <a:lnTo>
                  <a:pt x="8610058" y="2168753"/>
                </a:lnTo>
                <a:lnTo>
                  <a:pt x="8590378" y="2172689"/>
                </a:lnTo>
                <a:lnTo>
                  <a:pt x="8586442" y="2180561"/>
                </a:lnTo>
                <a:lnTo>
                  <a:pt x="8586442" y="2200242"/>
                </a:lnTo>
                <a:lnTo>
                  <a:pt x="8598250" y="2204178"/>
                </a:lnTo>
                <a:lnTo>
                  <a:pt x="8615962" y="2217954"/>
                </a:lnTo>
                <a:lnTo>
                  <a:pt x="8615961" y="2217954"/>
                </a:lnTo>
                <a:lnTo>
                  <a:pt x="8619897" y="2231729"/>
                </a:lnTo>
                <a:lnTo>
                  <a:pt x="8635641" y="2259281"/>
                </a:lnTo>
                <a:lnTo>
                  <a:pt x="8635641" y="2280930"/>
                </a:lnTo>
                <a:lnTo>
                  <a:pt x="8643513" y="2316354"/>
                </a:lnTo>
                <a:lnTo>
                  <a:pt x="8639577" y="2326194"/>
                </a:lnTo>
                <a:lnTo>
                  <a:pt x="8635641" y="2334066"/>
                </a:lnTo>
                <a:lnTo>
                  <a:pt x="8631705" y="2341938"/>
                </a:lnTo>
                <a:lnTo>
                  <a:pt x="8619897" y="2345874"/>
                </a:lnTo>
                <a:lnTo>
                  <a:pt x="8610057" y="2353746"/>
                </a:lnTo>
                <a:lnTo>
                  <a:pt x="8598249" y="2357682"/>
                </a:lnTo>
                <a:lnTo>
                  <a:pt x="8580536" y="2365554"/>
                </a:lnTo>
                <a:lnTo>
                  <a:pt x="8572664" y="2367522"/>
                </a:lnTo>
                <a:lnTo>
                  <a:pt x="8560856" y="2367522"/>
                </a:lnTo>
                <a:lnTo>
                  <a:pt x="8549048" y="2349810"/>
                </a:lnTo>
                <a:lnTo>
                  <a:pt x="8556920" y="2345874"/>
                </a:lnTo>
                <a:lnTo>
                  <a:pt x="8560856" y="2330130"/>
                </a:lnTo>
                <a:lnTo>
                  <a:pt x="8560856" y="2320290"/>
                </a:lnTo>
                <a:lnTo>
                  <a:pt x="8556920" y="2292738"/>
                </a:lnTo>
                <a:lnTo>
                  <a:pt x="8552984" y="2280930"/>
                </a:lnTo>
                <a:lnTo>
                  <a:pt x="8560856" y="2273057"/>
                </a:lnTo>
                <a:lnTo>
                  <a:pt x="8564792" y="2259281"/>
                </a:lnTo>
                <a:lnTo>
                  <a:pt x="8554403" y="2251489"/>
                </a:lnTo>
                <a:lnTo>
                  <a:pt x="8552986" y="2253378"/>
                </a:lnTo>
                <a:lnTo>
                  <a:pt x="8549050" y="2249442"/>
                </a:lnTo>
                <a:lnTo>
                  <a:pt x="8533305" y="2253378"/>
                </a:lnTo>
                <a:lnTo>
                  <a:pt x="8519529" y="2253378"/>
                </a:lnTo>
                <a:lnTo>
                  <a:pt x="8507721" y="2241570"/>
                </a:lnTo>
                <a:lnTo>
                  <a:pt x="8525433" y="2221890"/>
                </a:lnTo>
                <a:lnTo>
                  <a:pt x="8523465" y="2206146"/>
                </a:lnTo>
                <a:lnTo>
                  <a:pt x="8525433" y="2192370"/>
                </a:lnTo>
                <a:lnTo>
                  <a:pt x="8511657" y="2188433"/>
                </a:lnTo>
                <a:lnTo>
                  <a:pt x="8503785" y="2184497"/>
                </a:lnTo>
                <a:lnTo>
                  <a:pt x="8495913" y="2180561"/>
                </a:lnTo>
                <a:lnTo>
                  <a:pt x="8507721" y="2153009"/>
                </a:lnTo>
                <a:lnTo>
                  <a:pt x="8545114" y="2139233"/>
                </a:lnTo>
                <a:lnTo>
                  <a:pt x="8568730" y="2099873"/>
                </a:lnTo>
                <a:lnTo>
                  <a:pt x="8545114" y="2137265"/>
                </a:lnTo>
                <a:lnTo>
                  <a:pt x="8507721" y="2153009"/>
                </a:lnTo>
                <a:lnTo>
                  <a:pt x="8495913" y="2178593"/>
                </a:lnTo>
                <a:lnTo>
                  <a:pt x="8474265" y="2182529"/>
                </a:lnTo>
                <a:lnTo>
                  <a:pt x="8442777" y="2202210"/>
                </a:lnTo>
                <a:lnTo>
                  <a:pt x="8421129" y="2210082"/>
                </a:lnTo>
                <a:lnTo>
                  <a:pt x="8423097" y="2198274"/>
                </a:lnTo>
                <a:lnTo>
                  <a:pt x="8409320" y="2190402"/>
                </a:lnTo>
                <a:lnTo>
                  <a:pt x="8430969" y="2164817"/>
                </a:lnTo>
                <a:lnTo>
                  <a:pt x="8427033" y="2145137"/>
                </a:lnTo>
                <a:lnTo>
                  <a:pt x="8405384" y="2141201"/>
                </a:lnTo>
                <a:lnTo>
                  <a:pt x="8381768" y="2164817"/>
                </a:lnTo>
                <a:lnTo>
                  <a:pt x="8360120" y="2170721"/>
                </a:lnTo>
                <a:lnTo>
                  <a:pt x="8356184" y="2182529"/>
                </a:lnTo>
                <a:lnTo>
                  <a:pt x="8344376" y="2194338"/>
                </a:lnTo>
                <a:lnTo>
                  <a:pt x="8344376" y="2202210"/>
                </a:lnTo>
                <a:lnTo>
                  <a:pt x="8336504" y="2206146"/>
                </a:lnTo>
                <a:lnTo>
                  <a:pt x="8316823" y="2210082"/>
                </a:lnTo>
                <a:lnTo>
                  <a:pt x="8310919" y="2223858"/>
                </a:lnTo>
                <a:lnTo>
                  <a:pt x="8320760" y="2247474"/>
                </a:lnTo>
                <a:lnTo>
                  <a:pt x="8344376" y="2251410"/>
                </a:lnTo>
                <a:lnTo>
                  <a:pt x="8344376" y="2271090"/>
                </a:lnTo>
                <a:lnTo>
                  <a:pt x="8360120" y="2271090"/>
                </a:lnTo>
                <a:lnTo>
                  <a:pt x="8389640" y="2255346"/>
                </a:lnTo>
                <a:lnTo>
                  <a:pt x="8397512" y="2251410"/>
                </a:lnTo>
                <a:lnTo>
                  <a:pt x="8409320" y="2259282"/>
                </a:lnTo>
                <a:lnTo>
                  <a:pt x="8442777" y="2263218"/>
                </a:lnTo>
                <a:lnTo>
                  <a:pt x="8446713" y="2273058"/>
                </a:lnTo>
                <a:lnTo>
                  <a:pt x="8442777" y="2280930"/>
                </a:lnTo>
                <a:lnTo>
                  <a:pt x="8427033" y="2280930"/>
                </a:lnTo>
                <a:lnTo>
                  <a:pt x="8417193" y="2284866"/>
                </a:lnTo>
                <a:lnTo>
                  <a:pt x="8417193" y="2292738"/>
                </a:lnTo>
                <a:lnTo>
                  <a:pt x="8401448" y="2308483"/>
                </a:lnTo>
                <a:lnTo>
                  <a:pt x="8389640" y="2308483"/>
                </a:lnTo>
                <a:lnTo>
                  <a:pt x="8381768" y="2300611"/>
                </a:lnTo>
                <a:lnTo>
                  <a:pt x="8369960" y="2312419"/>
                </a:lnTo>
                <a:lnTo>
                  <a:pt x="8369960" y="2320291"/>
                </a:lnTo>
                <a:lnTo>
                  <a:pt x="8356184" y="2330131"/>
                </a:lnTo>
                <a:lnTo>
                  <a:pt x="8352248" y="2345875"/>
                </a:lnTo>
                <a:lnTo>
                  <a:pt x="8366024" y="2361619"/>
                </a:lnTo>
                <a:lnTo>
                  <a:pt x="8385704" y="2367523"/>
                </a:lnTo>
                <a:lnTo>
                  <a:pt x="8389640" y="2387203"/>
                </a:lnTo>
                <a:lnTo>
                  <a:pt x="8401448" y="2399011"/>
                </a:lnTo>
                <a:lnTo>
                  <a:pt x="8401448" y="2420660"/>
                </a:lnTo>
                <a:lnTo>
                  <a:pt x="8417193" y="2432468"/>
                </a:lnTo>
                <a:lnTo>
                  <a:pt x="8423097" y="2448212"/>
                </a:lnTo>
                <a:lnTo>
                  <a:pt x="8423097" y="2456084"/>
                </a:lnTo>
                <a:lnTo>
                  <a:pt x="8413256" y="2456084"/>
                </a:lnTo>
                <a:lnTo>
                  <a:pt x="8423097" y="2465924"/>
                </a:lnTo>
                <a:lnTo>
                  <a:pt x="8427033" y="2481668"/>
                </a:lnTo>
                <a:lnTo>
                  <a:pt x="8417193" y="2485604"/>
                </a:lnTo>
                <a:lnTo>
                  <a:pt x="8397512" y="2497412"/>
                </a:lnTo>
                <a:lnTo>
                  <a:pt x="8397512" y="2509220"/>
                </a:lnTo>
                <a:lnTo>
                  <a:pt x="8401448" y="2513156"/>
                </a:lnTo>
                <a:lnTo>
                  <a:pt x="8417193" y="2505284"/>
                </a:lnTo>
                <a:lnTo>
                  <a:pt x="8423097" y="2513156"/>
                </a:lnTo>
                <a:lnTo>
                  <a:pt x="8427033" y="2530869"/>
                </a:lnTo>
                <a:lnTo>
                  <a:pt x="8417193" y="2546613"/>
                </a:lnTo>
                <a:lnTo>
                  <a:pt x="8417193" y="2562357"/>
                </a:lnTo>
                <a:lnTo>
                  <a:pt x="8413256" y="2568261"/>
                </a:lnTo>
                <a:lnTo>
                  <a:pt x="8401448" y="2576133"/>
                </a:lnTo>
                <a:lnTo>
                  <a:pt x="8397512" y="2587941"/>
                </a:lnTo>
                <a:lnTo>
                  <a:pt x="8377832" y="2605653"/>
                </a:lnTo>
                <a:lnTo>
                  <a:pt x="8377832" y="2619429"/>
                </a:lnTo>
                <a:lnTo>
                  <a:pt x="8366024" y="2625333"/>
                </a:lnTo>
                <a:lnTo>
                  <a:pt x="8366024" y="2654854"/>
                </a:lnTo>
                <a:lnTo>
                  <a:pt x="8352248" y="2662726"/>
                </a:lnTo>
                <a:lnTo>
                  <a:pt x="8344376" y="2672566"/>
                </a:lnTo>
                <a:lnTo>
                  <a:pt x="8332568" y="2676502"/>
                </a:lnTo>
                <a:lnTo>
                  <a:pt x="8316823" y="2688310"/>
                </a:lnTo>
                <a:lnTo>
                  <a:pt x="8316823" y="2704054"/>
                </a:lnTo>
                <a:lnTo>
                  <a:pt x="8287303" y="2715862"/>
                </a:lnTo>
                <a:lnTo>
                  <a:pt x="8283367" y="2729638"/>
                </a:lnTo>
                <a:lnTo>
                  <a:pt x="8267623" y="2729638"/>
                </a:lnTo>
                <a:lnTo>
                  <a:pt x="8253847" y="2745383"/>
                </a:lnTo>
                <a:lnTo>
                  <a:pt x="8238103" y="2745383"/>
                </a:lnTo>
                <a:lnTo>
                  <a:pt x="8214487" y="2757191"/>
                </a:lnTo>
                <a:lnTo>
                  <a:pt x="8204647" y="2749319"/>
                </a:lnTo>
                <a:lnTo>
                  <a:pt x="8204647" y="2741447"/>
                </a:lnTo>
                <a:lnTo>
                  <a:pt x="8196775" y="2737511"/>
                </a:lnTo>
                <a:lnTo>
                  <a:pt x="8184966" y="2741447"/>
                </a:lnTo>
                <a:lnTo>
                  <a:pt x="8177094" y="2761127"/>
                </a:lnTo>
                <a:lnTo>
                  <a:pt x="8159382" y="2774903"/>
                </a:lnTo>
                <a:lnTo>
                  <a:pt x="8147574" y="2774903"/>
                </a:lnTo>
                <a:lnTo>
                  <a:pt x="8135766" y="2782775"/>
                </a:lnTo>
                <a:lnTo>
                  <a:pt x="8123958" y="2782775"/>
                </a:lnTo>
                <a:lnTo>
                  <a:pt x="8118054" y="2790647"/>
                </a:lnTo>
                <a:lnTo>
                  <a:pt x="8098374" y="2798519"/>
                </a:lnTo>
                <a:lnTo>
                  <a:pt x="8096406" y="2810327"/>
                </a:lnTo>
                <a:lnTo>
                  <a:pt x="8086565" y="2810327"/>
                </a:lnTo>
                <a:lnTo>
                  <a:pt x="8078693" y="2802455"/>
                </a:lnTo>
                <a:lnTo>
                  <a:pt x="8084597" y="2782775"/>
                </a:lnTo>
                <a:lnTo>
                  <a:pt x="8066885" y="2778839"/>
                </a:lnTo>
                <a:lnTo>
                  <a:pt x="8041301" y="2778839"/>
                </a:lnTo>
                <a:lnTo>
                  <a:pt x="8035397" y="2770967"/>
                </a:lnTo>
                <a:lnTo>
                  <a:pt x="8015717" y="2770967"/>
                </a:lnTo>
                <a:lnTo>
                  <a:pt x="8001941" y="2757191"/>
                </a:lnTo>
                <a:lnTo>
                  <a:pt x="8003909" y="2741447"/>
                </a:lnTo>
                <a:lnTo>
                  <a:pt x="8001941" y="2729638"/>
                </a:lnTo>
                <a:lnTo>
                  <a:pt x="7970452" y="2729638"/>
                </a:lnTo>
                <a:lnTo>
                  <a:pt x="7962659" y="2724679"/>
                </a:lnTo>
                <a:lnTo>
                  <a:pt x="7970452" y="2731606"/>
                </a:lnTo>
                <a:lnTo>
                  <a:pt x="8001940" y="2731606"/>
                </a:lnTo>
                <a:lnTo>
                  <a:pt x="8003908" y="2741446"/>
                </a:lnTo>
                <a:lnTo>
                  <a:pt x="8001940" y="2757190"/>
                </a:lnTo>
                <a:lnTo>
                  <a:pt x="8015716" y="2772935"/>
                </a:lnTo>
                <a:lnTo>
                  <a:pt x="8035397" y="2772935"/>
                </a:lnTo>
                <a:lnTo>
                  <a:pt x="8041301" y="2780807"/>
                </a:lnTo>
                <a:lnTo>
                  <a:pt x="8029493" y="2788679"/>
                </a:lnTo>
                <a:lnTo>
                  <a:pt x="8007844" y="2794583"/>
                </a:lnTo>
                <a:lnTo>
                  <a:pt x="7990132" y="2822135"/>
                </a:lnTo>
                <a:lnTo>
                  <a:pt x="7982260" y="2826071"/>
                </a:lnTo>
                <a:lnTo>
                  <a:pt x="7970452" y="2841815"/>
                </a:lnTo>
                <a:lnTo>
                  <a:pt x="7976356" y="2871336"/>
                </a:lnTo>
                <a:lnTo>
                  <a:pt x="7984228" y="2879208"/>
                </a:lnTo>
                <a:lnTo>
                  <a:pt x="8013748" y="2920536"/>
                </a:lnTo>
                <a:lnTo>
                  <a:pt x="8027525" y="2928408"/>
                </a:lnTo>
                <a:lnTo>
                  <a:pt x="8047205" y="2946120"/>
                </a:lnTo>
                <a:lnTo>
                  <a:pt x="8070821" y="2977609"/>
                </a:lnTo>
                <a:lnTo>
                  <a:pt x="8072789" y="3034681"/>
                </a:lnTo>
                <a:lnTo>
                  <a:pt x="8070821" y="3060265"/>
                </a:lnTo>
                <a:lnTo>
                  <a:pt x="8064917" y="3079945"/>
                </a:lnTo>
                <a:lnTo>
                  <a:pt x="8035397" y="3101594"/>
                </a:lnTo>
                <a:lnTo>
                  <a:pt x="8007844" y="3109466"/>
                </a:lnTo>
                <a:lnTo>
                  <a:pt x="8003908" y="3121274"/>
                </a:lnTo>
                <a:lnTo>
                  <a:pt x="7990132" y="3137018"/>
                </a:lnTo>
                <a:lnTo>
                  <a:pt x="7978324" y="3140954"/>
                </a:lnTo>
                <a:lnTo>
                  <a:pt x="7952740" y="3162602"/>
                </a:lnTo>
                <a:lnTo>
                  <a:pt x="7944868" y="3158666"/>
                </a:lnTo>
                <a:lnTo>
                  <a:pt x="7944868" y="3117338"/>
                </a:lnTo>
                <a:lnTo>
                  <a:pt x="7936996" y="3109466"/>
                </a:lnTo>
                <a:lnTo>
                  <a:pt x="7940932" y="3101594"/>
                </a:lnTo>
                <a:lnTo>
                  <a:pt x="7952740" y="3097658"/>
                </a:lnTo>
                <a:lnTo>
                  <a:pt x="7976356" y="3083882"/>
                </a:lnTo>
                <a:lnTo>
                  <a:pt x="7976356" y="3083881"/>
                </a:lnTo>
                <a:lnTo>
                  <a:pt x="7952740" y="3097657"/>
                </a:lnTo>
                <a:lnTo>
                  <a:pt x="7940931" y="3101593"/>
                </a:lnTo>
                <a:lnTo>
                  <a:pt x="7936995" y="3109465"/>
                </a:lnTo>
                <a:lnTo>
                  <a:pt x="7919283" y="3109465"/>
                </a:lnTo>
                <a:lnTo>
                  <a:pt x="7899603" y="3097657"/>
                </a:lnTo>
                <a:lnTo>
                  <a:pt x="7891731" y="3079945"/>
                </a:lnTo>
                <a:lnTo>
                  <a:pt x="7879923" y="3060265"/>
                </a:lnTo>
                <a:lnTo>
                  <a:pt x="7887795" y="3034681"/>
                </a:lnTo>
                <a:lnTo>
                  <a:pt x="7875987" y="3026809"/>
                </a:lnTo>
                <a:lnTo>
                  <a:pt x="7875987" y="3026809"/>
                </a:lnTo>
                <a:lnTo>
                  <a:pt x="7885827" y="3034681"/>
                </a:lnTo>
                <a:lnTo>
                  <a:pt x="7877955" y="3060266"/>
                </a:lnTo>
                <a:lnTo>
                  <a:pt x="7868115" y="3050425"/>
                </a:lnTo>
                <a:lnTo>
                  <a:pt x="7844499" y="3042553"/>
                </a:lnTo>
                <a:lnTo>
                  <a:pt x="7838595" y="3022873"/>
                </a:lnTo>
                <a:lnTo>
                  <a:pt x="7822851" y="3018937"/>
                </a:lnTo>
                <a:lnTo>
                  <a:pt x="7811043" y="3030745"/>
                </a:lnTo>
                <a:lnTo>
                  <a:pt x="7807107" y="3060266"/>
                </a:lnTo>
                <a:lnTo>
                  <a:pt x="7793330" y="3083882"/>
                </a:lnTo>
                <a:lnTo>
                  <a:pt x="7785458" y="3121274"/>
                </a:lnTo>
                <a:lnTo>
                  <a:pt x="7793330" y="3144890"/>
                </a:lnTo>
                <a:lnTo>
                  <a:pt x="7803171" y="3152762"/>
                </a:lnTo>
                <a:lnTo>
                  <a:pt x="7814979" y="3182283"/>
                </a:lnTo>
                <a:lnTo>
                  <a:pt x="7832691" y="3205899"/>
                </a:lnTo>
                <a:lnTo>
                  <a:pt x="7848435" y="3213771"/>
                </a:lnTo>
                <a:lnTo>
                  <a:pt x="7868115" y="3231483"/>
                </a:lnTo>
                <a:lnTo>
                  <a:pt x="7879176" y="3237804"/>
                </a:lnTo>
                <a:lnTo>
                  <a:pt x="7881892" y="3237386"/>
                </a:lnTo>
                <a:lnTo>
                  <a:pt x="7901572" y="3274779"/>
                </a:lnTo>
                <a:lnTo>
                  <a:pt x="7901572" y="3312171"/>
                </a:lnTo>
                <a:lnTo>
                  <a:pt x="7913380" y="3323979"/>
                </a:lnTo>
                <a:lnTo>
                  <a:pt x="7925188" y="3345627"/>
                </a:lnTo>
                <a:lnTo>
                  <a:pt x="7933060" y="3373179"/>
                </a:lnTo>
                <a:lnTo>
                  <a:pt x="7913380" y="3369243"/>
                </a:lnTo>
                <a:lnTo>
                  <a:pt x="7893700" y="3361371"/>
                </a:lnTo>
                <a:lnTo>
                  <a:pt x="7875988" y="3341691"/>
                </a:lnTo>
                <a:lnTo>
                  <a:pt x="7868115" y="3339723"/>
                </a:lnTo>
                <a:lnTo>
                  <a:pt x="7852371" y="3329883"/>
                </a:lnTo>
                <a:lnTo>
                  <a:pt x="7836627" y="3308235"/>
                </a:lnTo>
                <a:lnTo>
                  <a:pt x="7832691" y="3290523"/>
                </a:lnTo>
                <a:lnTo>
                  <a:pt x="7818915" y="3261003"/>
                </a:lnTo>
                <a:lnTo>
                  <a:pt x="7818915" y="3237386"/>
                </a:lnTo>
                <a:lnTo>
                  <a:pt x="7811044" y="3223611"/>
                </a:lnTo>
                <a:lnTo>
                  <a:pt x="7811043" y="3223611"/>
                </a:lnTo>
                <a:lnTo>
                  <a:pt x="7793330" y="3201963"/>
                </a:lnTo>
                <a:lnTo>
                  <a:pt x="7777586" y="3178347"/>
                </a:lnTo>
                <a:lnTo>
                  <a:pt x="7761842" y="3174411"/>
                </a:lnTo>
                <a:lnTo>
                  <a:pt x="7761842" y="3144890"/>
                </a:lnTo>
                <a:lnTo>
                  <a:pt x="7765778" y="3129146"/>
                </a:lnTo>
                <a:lnTo>
                  <a:pt x="7765778" y="3113402"/>
                </a:lnTo>
                <a:lnTo>
                  <a:pt x="7767745" y="3108976"/>
                </a:lnTo>
                <a:lnTo>
                  <a:pt x="7767745" y="3083882"/>
                </a:lnTo>
                <a:lnTo>
                  <a:pt x="7771681" y="3050426"/>
                </a:lnTo>
                <a:lnTo>
                  <a:pt x="7771681" y="3030745"/>
                </a:lnTo>
                <a:lnTo>
                  <a:pt x="7767745" y="3018937"/>
                </a:lnTo>
                <a:lnTo>
                  <a:pt x="7748065" y="2997289"/>
                </a:lnTo>
                <a:lnTo>
                  <a:pt x="7744129" y="2969737"/>
                </a:lnTo>
                <a:lnTo>
                  <a:pt x="7740193" y="2932345"/>
                </a:lnTo>
                <a:lnTo>
                  <a:pt x="7732321" y="2924473"/>
                </a:lnTo>
                <a:lnTo>
                  <a:pt x="7720513" y="2912664"/>
                </a:lnTo>
                <a:lnTo>
                  <a:pt x="7708705" y="2928409"/>
                </a:lnTo>
                <a:lnTo>
                  <a:pt x="7694929" y="2948089"/>
                </a:lnTo>
                <a:lnTo>
                  <a:pt x="7659505" y="2952025"/>
                </a:lnTo>
                <a:lnTo>
                  <a:pt x="7645729" y="2948089"/>
                </a:lnTo>
                <a:lnTo>
                  <a:pt x="7649665" y="2932345"/>
                </a:lnTo>
                <a:lnTo>
                  <a:pt x="7641793" y="2908728"/>
                </a:lnTo>
                <a:lnTo>
                  <a:pt x="7641793" y="2871336"/>
                </a:lnTo>
                <a:lnTo>
                  <a:pt x="7622113" y="2855592"/>
                </a:lnTo>
                <a:lnTo>
                  <a:pt x="7618177" y="2830008"/>
                </a:lnTo>
                <a:lnTo>
                  <a:pt x="7588656" y="2810327"/>
                </a:lnTo>
                <a:lnTo>
                  <a:pt x="7580784" y="2792615"/>
                </a:lnTo>
                <a:lnTo>
                  <a:pt x="7594560" y="2776871"/>
                </a:lnTo>
                <a:lnTo>
                  <a:pt x="7578817" y="2792614"/>
                </a:lnTo>
                <a:lnTo>
                  <a:pt x="7574881" y="2780806"/>
                </a:lnTo>
                <a:lnTo>
                  <a:pt x="7570945" y="2759158"/>
                </a:lnTo>
                <a:lnTo>
                  <a:pt x="7553233" y="2735542"/>
                </a:lnTo>
                <a:lnTo>
                  <a:pt x="7541425" y="2735542"/>
                </a:lnTo>
                <a:lnTo>
                  <a:pt x="7537489" y="2743414"/>
                </a:lnTo>
                <a:lnTo>
                  <a:pt x="7537489" y="2761126"/>
                </a:lnTo>
                <a:lnTo>
                  <a:pt x="7511905" y="2772934"/>
                </a:lnTo>
                <a:lnTo>
                  <a:pt x="7496160" y="2776870"/>
                </a:lnTo>
                <a:lnTo>
                  <a:pt x="7490256" y="2768998"/>
                </a:lnTo>
                <a:lnTo>
                  <a:pt x="7490256" y="2727670"/>
                </a:lnTo>
                <a:lnTo>
                  <a:pt x="7484352" y="2715862"/>
                </a:lnTo>
                <a:lnTo>
                  <a:pt x="7482384" y="2690278"/>
                </a:lnTo>
                <a:lnTo>
                  <a:pt x="7470576" y="2674533"/>
                </a:lnTo>
                <a:lnTo>
                  <a:pt x="7470576" y="2662726"/>
                </a:lnTo>
                <a:lnTo>
                  <a:pt x="7470575" y="2662726"/>
                </a:lnTo>
                <a:lnTo>
                  <a:pt x="7470575" y="2674534"/>
                </a:lnTo>
                <a:lnTo>
                  <a:pt x="7480415" y="2690278"/>
                </a:lnTo>
                <a:lnTo>
                  <a:pt x="7484351" y="2715862"/>
                </a:lnTo>
                <a:lnTo>
                  <a:pt x="7488287" y="2727670"/>
                </a:lnTo>
                <a:lnTo>
                  <a:pt x="7488287" y="2768999"/>
                </a:lnTo>
                <a:lnTo>
                  <a:pt x="7443023" y="2784743"/>
                </a:lnTo>
                <a:lnTo>
                  <a:pt x="7431215" y="2800487"/>
                </a:lnTo>
                <a:lnTo>
                  <a:pt x="7435151" y="2812295"/>
                </a:lnTo>
                <a:lnTo>
                  <a:pt x="7431215" y="2822135"/>
                </a:lnTo>
                <a:lnTo>
                  <a:pt x="7413503" y="2830007"/>
                </a:lnTo>
                <a:lnTo>
                  <a:pt x="7389886" y="2841815"/>
                </a:lnTo>
                <a:lnTo>
                  <a:pt x="7370206" y="2857560"/>
                </a:lnTo>
                <a:lnTo>
                  <a:pt x="7366270" y="2871336"/>
                </a:lnTo>
                <a:lnTo>
                  <a:pt x="7348558" y="2879208"/>
                </a:lnTo>
                <a:lnTo>
                  <a:pt x="7344622" y="2887080"/>
                </a:lnTo>
                <a:lnTo>
                  <a:pt x="7324942" y="2898888"/>
                </a:lnTo>
                <a:lnTo>
                  <a:pt x="7303294" y="2920536"/>
                </a:lnTo>
                <a:lnTo>
                  <a:pt x="7291486" y="2944152"/>
                </a:lnTo>
                <a:lnTo>
                  <a:pt x="7279677" y="2944152"/>
                </a:lnTo>
                <a:lnTo>
                  <a:pt x="7261965" y="2957928"/>
                </a:lnTo>
                <a:lnTo>
                  <a:pt x="7250157" y="2957928"/>
                </a:lnTo>
                <a:lnTo>
                  <a:pt x="7242285" y="2969736"/>
                </a:lnTo>
                <a:lnTo>
                  <a:pt x="7242285" y="3001225"/>
                </a:lnTo>
                <a:lnTo>
                  <a:pt x="7242285" y="3011065"/>
                </a:lnTo>
                <a:lnTo>
                  <a:pt x="7242285" y="3054361"/>
                </a:lnTo>
                <a:lnTo>
                  <a:pt x="7230477" y="3072073"/>
                </a:lnTo>
                <a:lnTo>
                  <a:pt x="7234413" y="3109466"/>
                </a:lnTo>
                <a:lnTo>
                  <a:pt x="7222605" y="3109466"/>
                </a:lnTo>
                <a:lnTo>
                  <a:pt x="7214733" y="3121274"/>
                </a:lnTo>
                <a:lnTo>
                  <a:pt x="7214733" y="3137018"/>
                </a:lnTo>
                <a:lnTo>
                  <a:pt x="7200957" y="3144890"/>
                </a:lnTo>
                <a:lnTo>
                  <a:pt x="7189149" y="3156698"/>
                </a:lnTo>
                <a:lnTo>
                  <a:pt x="7185213" y="3162602"/>
                </a:lnTo>
                <a:lnTo>
                  <a:pt x="7169469" y="3178346"/>
                </a:lnTo>
                <a:lnTo>
                  <a:pt x="7149788" y="3170474"/>
                </a:lnTo>
                <a:lnTo>
                  <a:pt x="7139948" y="3156698"/>
                </a:lnTo>
                <a:lnTo>
                  <a:pt x="7128140" y="3121274"/>
                </a:lnTo>
                <a:lnTo>
                  <a:pt x="7116332" y="3095690"/>
                </a:lnTo>
                <a:lnTo>
                  <a:pt x="7104524" y="3072073"/>
                </a:lnTo>
                <a:lnTo>
                  <a:pt x="7090748" y="3050425"/>
                </a:lnTo>
                <a:lnTo>
                  <a:pt x="7090748" y="3034681"/>
                </a:lnTo>
                <a:lnTo>
                  <a:pt x="7082876" y="3018937"/>
                </a:lnTo>
                <a:lnTo>
                  <a:pt x="7078940" y="3005161"/>
                </a:lnTo>
                <a:lnTo>
                  <a:pt x="7059260" y="2957928"/>
                </a:lnTo>
                <a:lnTo>
                  <a:pt x="7047452" y="2944152"/>
                </a:lnTo>
                <a:lnTo>
                  <a:pt x="7033675" y="2891016"/>
                </a:lnTo>
                <a:lnTo>
                  <a:pt x="7029739" y="2849687"/>
                </a:lnTo>
                <a:lnTo>
                  <a:pt x="7025803" y="2804423"/>
                </a:lnTo>
                <a:lnTo>
                  <a:pt x="7021867" y="2796551"/>
                </a:lnTo>
                <a:lnTo>
                  <a:pt x="7021867" y="2768999"/>
                </a:lnTo>
                <a:lnTo>
                  <a:pt x="7013995" y="2761127"/>
                </a:lnTo>
                <a:lnTo>
                  <a:pt x="7006123" y="2784743"/>
                </a:lnTo>
                <a:lnTo>
                  <a:pt x="7006123" y="2792615"/>
                </a:lnTo>
                <a:lnTo>
                  <a:pt x="7000219" y="2808359"/>
                </a:lnTo>
                <a:lnTo>
                  <a:pt x="6968731" y="2812295"/>
                </a:lnTo>
                <a:lnTo>
                  <a:pt x="6949051" y="2800487"/>
                </a:lnTo>
                <a:lnTo>
                  <a:pt x="6923467" y="2768999"/>
                </a:lnTo>
                <a:lnTo>
                  <a:pt x="6919530" y="2759159"/>
                </a:lnTo>
                <a:lnTo>
                  <a:pt x="6935275" y="2759159"/>
                </a:lnTo>
                <a:lnTo>
                  <a:pt x="6945115" y="2759159"/>
                </a:lnTo>
                <a:lnTo>
                  <a:pt x="6956923" y="2743414"/>
                </a:lnTo>
                <a:lnTo>
                  <a:pt x="6939211" y="2747350"/>
                </a:lnTo>
                <a:lnTo>
                  <a:pt x="6915594" y="2747350"/>
                </a:lnTo>
                <a:lnTo>
                  <a:pt x="6907722" y="2739478"/>
                </a:lnTo>
                <a:lnTo>
                  <a:pt x="6907722" y="2727670"/>
                </a:lnTo>
                <a:lnTo>
                  <a:pt x="6899850" y="2723734"/>
                </a:lnTo>
                <a:lnTo>
                  <a:pt x="6891978" y="2719798"/>
                </a:lnTo>
                <a:lnTo>
                  <a:pt x="6907722" y="2702086"/>
                </a:lnTo>
                <a:lnTo>
                  <a:pt x="6931339" y="2690278"/>
                </a:lnTo>
                <a:lnTo>
                  <a:pt x="6972667" y="2698150"/>
                </a:lnTo>
                <a:lnTo>
                  <a:pt x="6976603" y="2672566"/>
                </a:lnTo>
                <a:lnTo>
                  <a:pt x="6976364" y="2672148"/>
                </a:lnTo>
                <a:lnTo>
                  <a:pt x="6972667" y="2696182"/>
                </a:lnTo>
                <a:lnTo>
                  <a:pt x="6931338" y="2688310"/>
                </a:lnTo>
                <a:lnTo>
                  <a:pt x="6907722" y="2700118"/>
                </a:lnTo>
                <a:lnTo>
                  <a:pt x="6891978" y="2719798"/>
                </a:lnTo>
                <a:lnTo>
                  <a:pt x="6876234" y="2711926"/>
                </a:lnTo>
                <a:lnTo>
                  <a:pt x="6876234" y="2704054"/>
                </a:lnTo>
                <a:lnTo>
                  <a:pt x="6866394" y="2696182"/>
                </a:lnTo>
                <a:lnTo>
                  <a:pt x="6862458" y="2678470"/>
                </a:lnTo>
                <a:lnTo>
                  <a:pt x="6854586" y="2670598"/>
                </a:lnTo>
                <a:lnTo>
                  <a:pt x="6830969" y="2670598"/>
                </a:lnTo>
                <a:lnTo>
                  <a:pt x="6819161" y="2674534"/>
                </a:lnTo>
                <a:lnTo>
                  <a:pt x="6781769" y="2670598"/>
                </a:lnTo>
                <a:lnTo>
                  <a:pt x="6769961" y="2674534"/>
                </a:lnTo>
                <a:lnTo>
                  <a:pt x="6728633" y="2678470"/>
                </a:lnTo>
                <a:lnTo>
                  <a:pt x="6716825" y="2670598"/>
                </a:lnTo>
                <a:lnTo>
                  <a:pt x="6713872" y="2667646"/>
                </a:lnTo>
                <a:lnTo>
                  <a:pt x="6706985" y="2674533"/>
                </a:lnTo>
                <a:lnTo>
                  <a:pt x="6701081" y="2666661"/>
                </a:lnTo>
                <a:lnTo>
                  <a:pt x="6681401" y="2666661"/>
                </a:lnTo>
                <a:lnTo>
                  <a:pt x="6661720" y="2662725"/>
                </a:lnTo>
                <a:lnTo>
                  <a:pt x="6644008" y="2666661"/>
                </a:lnTo>
                <a:lnTo>
                  <a:pt x="6626296" y="2658789"/>
                </a:lnTo>
                <a:lnTo>
                  <a:pt x="6598744" y="2654853"/>
                </a:lnTo>
                <a:lnTo>
                  <a:pt x="6586936" y="2643045"/>
                </a:lnTo>
                <a:lnTo>
                  <a:pt x="6584968" y="2637141"/>
                </a:lnTo>
                <a:lnTo>
                  <a:pt x="6581032" y="2613525"/>
                </a:lnTo>
                <a:lnTo>
                  <a:pt x="6569224" y="2605653"/>
                </a:lnTo>
                <a:lnTo>
                  <a:pt x="6561351" y="2611557"/>
                </a:lnTo>
                <a:lnTo>
                  <a:pt x="6545607" y="2623365"/>
                </a:lnTo>
                <a:lnTo>
                  <a:pt x="6488535" y="2623365"/>
                </a:lnTo>
                <a:lnTo>
                  <a:pt x="6482631" y="2617461"/>
                </a:lnTo>
                <a:lnTo>
                  <a:pt x="6466887" y="2613525"/>
                </a:lnTo>
                <a:lnTo>
                  <a:pt x="6447206" y="2589908"/>
                </a:lnTo>
                <a:lnTo>
                  <a:pt x="6437366" y="2589908"/>
                </a:lnTo>
                <a:lnTo>
                  <a:pt x="6417686" y="2578100"/>
                </a:lnTo>
                <a:lnTo>
                  <a:pt x="6413750" y="2562356"/>
                </a:lnTo>
                <a:lnTo>
                  <a:pt x="6405878" y="2550548"/>
                </a:lnTo>
                <a:lnTo>
                  <a:pt x="6386198" y="2526932"/>
                </a:lnTo>
                <a:lnTo>
                  <a:pt x="6384230" y="2513156"/>
                </a:lnTo>
                <a:lnTo>
                  <a:pt x="6348805" y="2513156"/>
                </a:lnTo>
                <a:lnTo>
                  <a:pt x="6334705" y="2516681"/>
                </a:lnTo>
                <a:lnTo>
                  <a:pt x="6335032" y="2517091"/>
                </a:lnTo>
                <a:lnTo>
                  <a:pt x="6327160" y="2528899"/>
                </a:lnTo>
                <a:lnTo>
                  <a:pt x="6325191" y="2528336"/>
                </a:lnTo>
                <a:lnTo>
                  <a:pt x="6313381" y="2536772"/>
                </a:lnTo>
                <a:lnTo>
                  <a:pt x="6313381" y="2544644"/>
                </a:lnTo>
                <a:lnTo>
                  <a:pt x="6325189" y="2558420"/>
                </a:lnTo>
                <a:lnTo>
                  <a:pt x="6305509" y="2558420"/>
                </a:lnTo>
                <a:lnTo>
                  <a:pt x="6295669" y="2546612"/>
                </a:lnTo>
                <a:lnTo>
                  <a:pt x="6295669" y="2546612"/>
                </a:lnTo>
                <a:lnTo>
                  <a:pt x="6242535" y="2554483"/>
                </a:lnTo>
                <a:lnTo>
                  <a:pt x="6242455" y="2554448"/>
                </a:lnTo>
                <a:lnTo>
                  <a:pt x="6242533" y="2554485"/>
                </a:lnTo>
                <a:lnTo>
                  <a:pt x="6295669" y="2546613"/>
                </a:lnTo>
                <a:lnTo>
                  <a:pt x="6305509" y="2558421"/>
                </a:lnTo>
                <a:lnTo>
                  <a:pt x="6323221" y="2558421"/>
                </a:lnTo>
                <a:lnTo>
                  <a:pt x="6336997" y="2570229"/>
                </a:lnTo>
                <a:lnTo>
                  <a:pt x="6340934" y="2582037"/>
                </a:lnTo>
                <a:lnTo>
                  <a:pt x="6354710" y="2589909"/>
                </a:lnTo>
                <a:lnTo>
                  <a:pt x="6370454" y="2623366"/>
                </a:lnTo>
                <a:lnTo>
                  <a:pt x="6382262" y="2625334"/>
                </a:lnTo>
                <a:lnTo>
                  <a:pt x="6378326" y="2650918"/>
                </a:lnTo>
                <a:lnTo>
                  <a:pt x="6399974" y="2682406"/>
                </a:lnTo>
                <a:lnTo>
                  <a:pt x="6407846" y="2694214"/>
                </a:lnTo>
                <a:lnTo>
                  <a:pt x="6411782" y="2694870"/>
                </a:lnTo>
                <a:lnTo>
                  <a:pt x="6409814" y="2694214"/>
                </a:lnTo>
                <a:lnTo>
                  <a:pt x="6401942" y="2682406"/>
                </a:lnTo>
                <a:lnTo>
                  <a:pt x="6409814" y="2666662"/>
                </a:lnTo>
                <a:lnTo>
                  <a:pt x="6405878" y="2650917"/>
                </a:lnTo>
                <a:lnTo>
                  <a:pt x="6409814" y="2639109"/>
                </a:lnTo>
                <a:lnTo>
                  <a:pt x="6425558" y="2643045"/>
                </a:lnTo>
                <a:lnTo>
                  <a:pt x="6429494" y="2674534"/>
                </a:lnTo>
                <a:lnTo>
                  <a:pt x="6421622" y="2698150"/>
                </a:lnTo>
                <a:lnTo>
                  <a:pt x="6431462" y="2707990"/>
                </a:lnTo>
                <a:lnTo>
                  <a:pt x="6427526" y="2719798"/>
                </a:lnTo>
                <a:lnTo>
                  <a:pt x="6445238" y="2743415"/>
                </a:lnTo>
                <a:lnTo>
                  <a:pt x="6453131" y="2744022"/>
                </a:lnTo>
                <a:lnTo>
                  <a:pt x="6447206" y="2743414"/>
                </a:lnTo>
                <a:lnTo>
                  <a:pt x="6429494" y="2719798"/>
                </a:lnTo>
                <a:lnTo>
                  <a:pt x="6433430" y="2709958"/>
                </a:lnTo>
                <a:lnTo>
                  <a:pt x="6451142" y="2713894"/>
                </a:lnTo>
                <a:lnTo>
                  <a:pt x="6462950" y="2713894"/>
                </a:lnTo>
                <a:lnTo>
                  <a:pt x="6490503" y="2709958"/>
                </a:lnTo>
                <a:lnTo>
                  <a:pt x="6504279" y="2694214"/>
                </a:lnTo>
                <a:lnTo>
                  <a:pt x="6531831" y="2672565"/>
                </a:lnTo>
                <a:lnTo>
                  <a:pt x="6547575" y="2656821"/>
                </a:lnTo>
                <a:lnTo>
                  <a:pt x="6563319" y="2668629"/>
                </a:lnTo>
                <a:lnTo>
                  <a:pt x="6563319" y="2676501"/>
                </a:lnTo>
                <a:lnTo>
                  <a:pt x="6560039" y="2676829"/>
                </a:lnTo>
                <a:lnTo>
                  <a:pt x="6563319" y="2688310"/>
                </a:lnTo>
                <a:lnTo>
                  <a:pt x="6575127" y="2704054"/>
                </a:lnTo>
                <a:lnTo>
                  <a:pt x="6598744" y="2715862"/>
                </a:lnTo>
                <a:lnTo>
                  <a:pt x="6620392" y="2715862"/>
                </a:lnTo>
                <a:lnTo>
                  <a:pt x="6622360" y="2727671"/>
                </a:lnTo>
                <a:lnTo>
                  <a:pt x="6644008" y="2745383"/>
                </a:lnTo>
                <a:lnTo>
                  <a:pt x="6655816" y="2749319"/>
                </a:lnTo>
                <a:lnTo>
                  <a:pt x="6661720" y="2765063"/>
                </a:lnTo>
                <a:lnTo>
                  <a:pt x="6645976" y="2784743"/>
                </a:lnTo>
                <a:lnTo>
                  <a:pt x="6622360" y="2810327"/>
                </a:lnTo>
                <a:lnTo>
                  <a:pt x="6608584" y="2818199"/>
                </a:lnTo>
                <a:lnTo>
                  <a:pt x="6598744" y="2831976"/>
                </a:lnTo>
                <a:lnTo>
                  <a:pt x="6592840" y="2851656"/>
                </a:lnTo>
                <a:lnTo>
                  <a:pt x="6567255" y="2875272"/>
                </a:lnTo>
                <a:lnTo>
                  <a:pt x="6567255" y="2885112"/>
                </a:lnTo>
                <a:lnTo>
                  <a:pt x="6557415" y="2892984"/>
                </a:lnTo>
                <a:lnTo>
                  <a:pt x="6533799" y="2896920"/>
                </a:lnTo>
                <a:lnTo>
                  <a:pt x="6525927" y="2916600"/>
                </a:lnTo>
                <a:lnTo>
                  <a:pt x="6484600" y="2918568"/>
                </a:lnTo>
                <a:lnTo>
                  <a:pt x="6486567" y="2920536"/>
                </a:lnTo>
                <a:lnTo>
                  <a:pt x="6462951" y="2926440"/>
                </a:lnTo>
                <a:lnTo>
                  <a:pt x="6443271" y="2946120"/>
                </a:lnTo>
                <a:lnTo>
                  <a:pt x="6443271" y="2953992"/>
                </a:lnTo>
                <a:lnTo>
                  <a:pt x="6435399" y="2965800"/>
                </a:lnTo>
                <a:lnTo>
                  <a:pt x="6413751" y="2969736"/>
                </a:lnTo>
                <a:lnTo>
                  <a:pt x="6394070" y="2977608"/>
                </a:lnTo>
                <a:lnTo>
                  <a:pt x="6372422" y="2979577"/>
                </a:lnTo>
                <a:lnTo>
                  <a:pt x="6360614" y="2987449"/>
                </a:lnTo>
                <a:lnTo>
                  <a:pt x="6348806" y="2991385"/>
                </a:lnTo>
                <a:lnTo>
                  <a:pt x="6340934" y="3003193"/>
                </a:lnTo>
                <a:lnTo>
                  <a:pt x="6291733" y="3018937"/>
                </a:lnTo>
                <a:lnTo>
                  <a:pt x="6275989" y="3026809"/>
                </a:lnTo>
                <a:lnTo>
                  <a:pt x="6252373" y="3026809"/>
                </a:lnTo>
                <a:lnTo>
                  <a:pt x="6244501" y="3036649"/>
                </a:lnTo>
                <a:lnTo>
                  <a:pt x="6203173" y="3048457"/>
                </a:lnTo>
                <a:lnTo>
                  <a:pt x="6199237" y="3040585"/>
                </a:lnTo>
                <a:lnTo>
                  <a:pt x="6185460" y="3032713"/>
                </a:lnTo>
                <a:lnTo>
                  <a:pt x="6185460" y="3007129"/>
                </a:lnTo>
                <a:lnTo>
                  <a:pt x="6169716" y="2977608"/>
                </a:lnTo>
                <a:lnTo>
                  <a:pt x="6169716" y="2965800"/>
                </a:lnTo>
                <a:lnTo>
                  <a:pt x="6165780" y="2934312"/>
                </a:lnTo>
                <a:lnTo>
                  <a:pt x="6165780" y="2920536"/>
                </a:lnTo>
                <a:lnTo>
                  <a:pt x="6146100" y="2894952"/>
                </a:lnTo>
                <a:lnTo>
                  <a:pt x="6130356" y="2883144"/>
                </a:lnTo>
                <a:lnTo>
                  <a:pt x="6116580" y="2845751"/>
                </a:lnTo>
                <a:lnTo>
                  <a:pt x="6112644" y="2833943"/>
                </a:lnTo>
                <a:lnTo>
                  <a:pt x="6092963" y="2826071"/>
                </a:lnTo>
                <a:lnTo>
                  <a:pt x="6079187" y="2802455"/>
                </a:lnTo>
                <a:lnTo>
                  <a:pt x="6067379" y="2784743"/>
                </a:lnTo>
                <a:lnTo>
                  <a:pt x="6067379" y="2749319"/>
                </a:lnTo>
                <a:lnTo>
                  <a:pt x="6055571" y="2731606"/>
                </a:lnTo>
                <a:lnTo>
                  <a:pt x="6039827" y="2719798"/>
                </a:lnTo>
                <a:lnTo>
                  <a:pt x="6026051" y="2707990"/>
                </a:lnTo>
                <a:lnTo>
                  <a:pt x="6010307" y="2690278"/>
                </a:lnTo>
                <a:lnTo>
                  <a:pt x="6010307" y="2662726"/>
                </a:lnTo>
                <a:lnTo>
                  <a:pt x="5990627" y="2646982"/>
                </a:lnTo>
                <a:lnTo>
                  <a:pt x="5982755" y="2633206"/>
                </a:lnTo>
                <a:lnTo>
                  <a:pt x="5968978" y="2601717"/>
                </a:lnTo>
                <a:lnTo>
                  <a:pt x="5965042" y="2593845"/>
                </a:lnTo>
                <a:lnTo>
                  <a:pt x="5949298" y="2589909"/>
                </a:lnTo>
                <a:lnTo>
                  <a:pt x="5949298" y="2550549"/>
                </a:lnTo>
                <a:lnTo>
                  <a:pt x="5949298" y="2548581"/>
                </a:lnTo>
                <a:lnTo>
                  <a:pt x="5982755" y="2544645"/>
                </a:lnTo>
                <a:lnTo>
                  <a:pt x="6002435" y="2521029"/>
                </a:lnTo>
                <a:lnTo>
                  <a:pt x="6028019" y="2521029"/>
                </a:lnTo>
                <a:lnTo>
                  <a:pt x="6031955" y="2513157"/>
                </a:lnTo>
                <a:lnTo>
                  <a:pt x="6031955" y="2513156"/>
                </a:lnTo>
                <a:lnTo>
                  <a:pt x="6028019" y="2521028"/>
                </a:lnTo>
                <a:lnTo>
                  <a:pt x="6002435" y="2521028"/>
                </a:lnTo>
                <a:lnTo>
                  <a:pt x="5982755" y="2542676"/>
                </a:lnTo>
                <a:lnTo>
                  <a:pt x="5949298" y="2546612"/>
                </a:lnTo>
                <a:lnTo>
                  <a:pt x="5949298" y="2534804"/>
                </a:lnTo>
                <a:lnTo>
                  <a:pt x="5947330" y="2534804"/>
                </a:lnTo>
                <a:lnTo>
                  <a:pt x="5939458" y="2509220"/>
                </a:lnTo>
                <a:lnTo>
                  <a:pt x="5935523" y="2493477"/>
                </a:lnTo>
                <a:lnTo>
                  <a:pt x="5935522" y="2493477"/>
                </a:lnTo>
                <a:lnTo>
                  <a:pt x="5931586" y="2487573"/>
                </a:lnTo>
                <a:lnTo>
                  <a:pt x="5939458" y="2475765"/>
                </a:lnTo>
                <a:lnTo>
                  <a:pt x="5939460" y="2475767"/>
                </a:lnTo>
                <a:lnTo>
                  <a:pt x="5939458" y="2475764"/>
                </a:lnTo>
                <a:lnTo>
                  <a:pt x="5947330" y="2460020"/>
                </a:lnTo>
                <a:lnTo>
                  <a:pt x="5951266" y="2448211"/>
                </a:lnTo>
                <a:lnTo>
                  <a:pt x="5957170" y="2434435"/>
                </a:lnTo>
                <a:lnTo>
                  <a:pt x="5961106" y="2418691"/>
                </a:lnTo>
                <a:lnTo>
                  <a:pt x="5967010" y="2406883"/>
                </a:lnTo>
                <a:lnTo>
                  <a:pt x="5976850" y="2410819"/>
                </a:lnTo>
                <a:lnTo>
                  <a:pt x="5980635" y="2399465"/>
                </a:lnTo>
                <a:lnTo>
                  <a:pt x="5978818" y="2399011"/>
                </a:lnTo>
                <a:lnTo>
                  <a:pt x="5974882" y="2408851"/>
                </a:lnTo>
                <a:lnTo>
                  <a:pt x="5965042" y="2404915"/>
                </a:lnTo>
                <a:lnTo>
                  <a:pt x="5968978" y="2399011"/>
                </a:lnTo>
                <a:lnTo>
                  <a:pt x="5972914" y="2387203"/>
                </a:lnTo>
                <a:lnTo>
                  <a:pt x="5974882" y="2330130"/>
                </a:lnTo>
                <a:lnTo>
                  <a:pt x="5977836" y="2328161"/>
                </a:lnTo>
                <a:lnTo>
                  <a:pt x="5980787" y="2322259"/>
                </a:lnTo>
                <a:lnTo>
                  <a:pt x="5980787" y="2308483"/>
                </a:lnTo>
                <a:lnTo>
                  <a:pt x="5980787" y="2296675"/>
                </a:lnTo>
                <a:lnTo>
                  <a:pt x="5949299" y="2296675"/>
                </a:lnTo>
                <a:lnTo>
                  <a:pt x="5941426" y="2300611"/>
                </a:lnTo>
                <a:lnTo>
                  <a:pt x="5931586" y="2304547"/>
                </a:lnTo>
                <a:lnTo>
                  <a:pt x="5919778" y="2312419"/>
                </a:lnTo>
                <a:lnTo>
                  <a:pt x="5896162" y="2316355"/>
                </a:lnTo>
                <a:lnTo>
                  <a:pt x="5882386" y="2316355"/>
                </a:lnTo>
                <a:lnTo>
                  <a:pt x="5850898" y="2292739"/>
                </a:lnTo>
                <a:lnTo>
                  <a:pt x="5844994" y="2284867"/>
                </a:lnTo>
                <a:lnTo>
                  <a:pt x="5829249" y="2292739"/>
                </a:lnTo>
                <a:lnTo>
                  <a:pt x="5833185" y="2304547"/>
                </a:lnTo>
                <a:lnTo>
                  <a:pt x="5817441" y="2304547"/>
                </a:lnTo>
                <a:lnTo>
                  <a:pt x="5793825" y="2312419"/>
                </a:lnTo>
                <a:lnTo>
                  <a:pt x="5787921" y="2300611"/>
                </a:lnTo>
                <a:lnTo>
                  <a:pt x="5780049" y="2296675"/>
                </a:lnTo>
                <a:lnTo>
                  <a:pt x="5768241" y="2308483"/>
                </a:lnTo>
                <a:lnTo>
                  <a:pt x="5764305" y="2316355"/>
                </a:lnTo>
                <a:lnTo>
                  <a:pt x="5748561" y="2322259"/>
                </a:lnTo>
                <a:lnTo>
                  <a:pt x="5748561" y="2316355"/>
                </a:lnTo>
                <a:lnTo>
                  <a:pt x="5756433" y="2304547"/>
                </a:lnTo>
                <a:lnTo>
                  <a:pt x="5760369" y="2292739"/>
                </a:lnTo>
                <a:lnTo>
                  <a:pt x="5752497" y="2284867"/>
                </a:lnTo>
                <a:lnTo>
                  <a:pt x="5742657" y="2292739"/>
                </a:lnTo>
                <a:lnTo>
                  <a:pt x="5734784" y="2296675"/>
                </a:lnTo>
                <a:lnTo>
                  <a:pt x="5734784" y="2284867"/>
                </a:lnTo>
                <a:lnTo>
                  <a:pt x="5744625" y="2280931"/>
                </a:lnTo>
                <a:lnTo>
                  <a:pt x="5748561" y="2276995"/>
                </a:lnTo>
                <a:lnTo>
                  <a:pt x="5738721" y="2273059"/>
                </a:lnTo>
                <a:lnTo>
                  <a:pt x="5738721" y="2255346"/>
                </a:lnTo>
                <a:lnTo>
                  <a:pt x="5730848" y="2247474"/>
                </a:lnTo>
                <a:lnTo>
                  <a:pt x="5719040" y="2247474"/>
                </a:lnTo>
                <a:lnTo>
                  <a:pt x="5711168" y="2239602"/>
                </a:lnTo>
                <a:lnTo>
                  <a:pt x="5715104" y="2231730"/>
                </a:lnTo>
                <a:lnTo>
                  <a:pt x="5726912" y="2235666"/>
                </a:lnTo>
                <a:lnTo>
                  <a:pt x="5730848" y="2227794"/>
                </a:lnTo>
                <a:lnTo>
                  <a:pt x="5730848" y="2219922"/>
                </a:lnTo>
                <a:lnTo>
                  <a:pt x="5726912" y="2206146"/>
                </a:lnTo>
                <a:lnTo>
                  <a:pt x="5730848" y="2198274"/>
                </a:lnTo>
                <a:lnTo>
                  <a:pt x="5715104" y="2198274"/>
                </a:lnTo>
                <a:lnTo>
                  <a:pt x="5715104" y="2190402"/>
                </a:lnTo>
                <a:lnTo>
                  <a:pt x="5726912" y="2172690"/>
                </a:lnTo>
                <a:lnTo>
                  <a:pt x="5738721" y="2164818"/>
                </a:lnTo>
                <a:lnTo>
                  <a:pt x="5752497" y="2164818"/>
                </a:lnTo>
                <a:lnTo>
                  <a:pt x="5772177" y="2156946"/>
                </a:lnTo>
                <a:lnTo>
                  <a:pt x="5787921" y="2160882"/>
                </a:lnTo>
                <a:lnTo>
                  <a:pt x="5801697" y="2156946"/>
                </a:lnTo>
                <a:lnTo>
                  <a:pt x="5805633" y="2149074"/>
                </a:lnTo>
                <a:lnTo>
                  <a:pt x="5791857" y="2141201"/>
                </a:lnTo>
                <a:lnTo>
                  <a:pt x="5793825" y="2129393"/>
                </a:lnTo>
                <a:lnTo>
                  <a:pt x="5801697" y="2125457"/>
                </a:lnTo>
                <a:lnTo>
                  <a:pt x="5833185" y="2125457"/>
                </a:lnTo>
                <a:lnTo>
                  <a:pt x="5844994" y="2133329"/>
                </a:lnTo>
                <a:lnTo>
                  <a:pt x="5870578" y="2115617"/>
                </a:lnTo>
                <a:lnTo>
                  <a:pt x="5904034" y="2103809"/>
                </a:lnTo>
                <a:lnTo>
                  <a:pt x="5935522" y="2103809"/>
                </a:lnTo>
                <a:lnTo>
                  <a:pt x="5949299" y="2099873"/>
                </a:lnTo>
                <a:lnTo>
                  <a:pt x="5961107" y="2119553"/>
                </a:lnTo>
                <a:lnTo>
                  <a:pt x="5984723" y="2115617"/>
                </a:lnTo>
                <a:lnTo>
                  <a:pt x="6006371" y="2133329"/>
                </a:lnTo>
                <a:lnTo>
                  <a:pt x="6018179" y="2133329"/>
                </a:lnTo>
                <a:lnTo>
                  <a:pt x="6043763" y="2141201"/>
                </a:lnTo>
                <a:lnTo>
                  <a:pt x="6063444" y="2137265"/>
                </a:lnTo>
                <a:lnTo>
                  <a:pt x="6083124" y="2141201"/>
                </a:lnTo>
                <a:lnTo>
                  <a:pt x="6104772" y="2141201"/>
                </a:lnTo>
                <a:lnTo>
                  <a:pt x="6140196" y="2123489"/>
                </a:lnTo>
                <a:lnTo>
                  <a:pt x="6140196" y="2111681"/>
                </a:lnTo>
                <a:lnTo>
                  <a:pt x="6161845" y="2119553"/>
                </a:lnTo>
                <a:lnTo>
                  <a:pt x="6181525" y="2119553"/>
                </a:lnTo>
                <a:lnTo>
                  <a:pt x="6181526" y="2119555"/>
                </a:lnTo>
                <a:lnTo>
                  <a:pt x="6214981" y="2131362"/>
                </a:lnTo>
                <a:lnTo>
                  <a:pt x="6215033" y="2131379"/>
                </a:lnTo>
                <a:lnTo>
                  <a:pt x="6214980" y="2131361"/>
                </a:lnTo>
                <a:lnTo>
                  <a:pt x="6181524" y="2117585"/>
                </a:lnTo>
                <a:lnTo>
                  <a:pt x="6161844" y="2117585"/>
                </a:lnTo>
                <a:lnTo>
                  <a:pt x="6140196" y="2109713"/>
                </a:lnTo>
                <a:lnTo>
                  <a:pt x="6144132" y="2099873"/>
                </a:lnTo>
                <a:lnTo>
                  <a:pt x="6132324" y="2084129"/>
                </a:lnTo>
                <a:lnTo>
                  <a:pt x="6132324" y="2072320"/>
                </a:lnTo>
                <a:lnTo>
                  <a:pt x="6124452" y="2064448"/>
                </a:lnTo>
                <a:lnTo>
                  <a:pt x="6108707" y="2062480"/>
                </a:lnTo>
                <a:lnTo>
                  <a:pt x="6092301" y="2047565"/>
                </a:lnTo>
                <a:lnTo>
                  <a:pt x="6087059" y="2046737"/>
                </a:lnTo>
                <a:lnTo>
                  <a:pt x="6071315" y="2034929"/>
                </a:lnTo>
                <a:lnTo>
                  <a:pt x="6047699" y="2003441"/>
                </a:lnTo>
                <a:lnTo>
                  <a:pt x="6033923" y="2003441"/>
                </a:lnTo>
                <a:lnTo>
                  <a:pt x="6022115" y="1991633"/>
                </a:lnTo>
                <a:lnTo>
                  <a:pt x="6012275" y="1989665"/>
                </a:lnTo>
                <a:lnTo>
                  <a:pt x="6006371" y="1979825"/>
                </a:lnTo>
                <a:lnTo>
                  <a:pt x="6004403" y="1969985"/>
                </a:lnTo>
                <a:lnTo>
                  <a:pt x="6022115" y="1969985"/>
                </a:lnTo>
                <a:lnTo>
                  <a:pt x="6022115" y="1960145"/>
                </a:lnTo>
                <a:lnTo>
                  <a:pt x="6037859" y="1946369"/>
                </a:lnTo>
                <a:lnTo>
                  <a:pt x="6039827" y="1940465"/>
                </a:lnTo>
                <a:lnTo>
                  <a:pt x="6031955" y="1922752"/>
                </a:lnTo>
                <a:lnTo>
                  <a:pt x="6057539" y="1908976"/>
                </a:lnTo>
                <a:lnTo>
                  <a:pt x="6053603" y="1905040"/>
                </a:lnTo>
                <a:lnTo>
                  <a:pt x="6026051" y="1912912"/>
                </a:lnTo>
                <a:lnTo>
                  <a:pt x="6043763" y="1883392"/>
                </a:lnTo>
                <a:lnTo>
                  <a:pt x="6063443" y="1863712"/>
                </a:lnTo>
                <a:lnTo>
                  <a:pt x="6075251" y="1863712"/>
                </a:lnTo>
                <a:lnTo>
                  <a:pt x="6079187" y="1830256"/>
                </a:lnTo>
                <a:lnTo>
                  <a:pt x="6096899" y="1810575"/>
                </a:lnTo>
                <a:lnTo>
                  <a:pt x="6079262" y="1795651"/>
                </a:lnTo>
                <a:lnTo>
                  <a:pt x="6094931" y="1810574"/>
                </a:lnTo>
                <a:lnTo>
                  <a:pt x="6077219" y="1830255"/>
                </a:lnTo>
                <a:lnTo>
                  <a:pt x="6073283" y="1863711"/>
                </a:lnTo>
                <a:lnTo>
                  <a:pt x="6061475" y="1863711"/>
                </a:lnTo>
                <a:lnTo>
                  <a:pt x="6043763" y="1881423"/>
                </a:lnTo>
                <a:lnTo>
                  <a:pt x="6024083" y="1912911"/>
                </a:lnTo>
                <a:lnTo>
                  <a:pt x="6006371" y="1912911"/>
                </a:lnTo>
                <a:lnTo>
                  <a:pt x="5994562" y="1924719"/>
                </a:lnTo>
                <a:lnTo>
                  <a:pt x="5959138" y="1924719"/>
                </a:lnTo>
                <a:lnTo>
                  <a:pt x="5957170" y="1934560"/>
                </a:lnTo>
                <a:lnTo>
                  <a:pt x="5953234" y="1938496"/>
                </a:lnTo>
                <a:lnTo>
                  <a:pt x="5921746" y="1946368"/>
                </a:lnTo>
                <a:lnTo>
                  <a:pt x="5921746" y="1948336"/>
                </a:lnTo>
                <a:lnTo>
                  <a:pt x="5945362" y="1958176"/>
                </a:lnTo>
                <a:lnTo>
                  <a:pt x="5953234" y="1969984"/>
                </a:lnTo>
                <a:lnTo>
                  <a:pt x="5978818" y="1971952"/>
                </a:lnTo>
                <a:lnTo>
                  <a:pt x="5986690" y="1971952"/>
                </a:lnTo>
                <a:lnTo>
                  <a:pt x="5986690" y="1983760"/>
                </a:lnTo>
                <a:lnTo>
                  <a:pt x="5967010" y="1987696"/>
                </a:lnTo>
                <a:lnTo>
                  <a:pt x="5953234" y="1989664"/>
                </a:lnTo>
                <a:lnTo>
                  <a:pt x="5933554" y="2005408"/>
                </a:lnTo>
                <a:lnTo>
                  <a:pt x="5915842" y="2005408"/>
                </a:lnTo>
                <a:lnTo>
                  <a:pt x="5907970" y="1993600"/>
                </a:lnTo>
                <a:lnTo>
                  <a:pt x="5911906" y="1981792"/>
                </a:lnTo>
                <a:lnTo>
                  <a:pt x="5888290" y="1971952"/>
                </a:lnTo>
                <a:lnTo>
                  <a:pt x="5888290" y="1964080"/>
                </a:lnTo>
                <a:lnTo>
                  <a:pt x="5896162" y="1960144"/>
                </a:lnTo>
                <a:lnTo>
                  <a:pt x="5915842" y="1954240"/>
                </a:lnTo>
                <a:lnTo>
                  <a:pt x="5915842" y="1946368"/>
                </a:lnTo>
                <a:lnTo>
                  <a:pt x="5900098" y="1938496"/>
                </a:lnTo>
                <a:lnTo>
                  <a:pt x="5880417" y="1938496"/>
                </a:lnTo>
                <a:lnTo>
                  <a:pt x="5870577" y="1934560"/>
                </a:lnTo>
                <a:lnTo>
                  <a:pt x="5858769" y="1924719"/>
                </a:lnTo>
                <a:lnTo>
                  <a:pt x="5850897" y="1924719"/>
                </a:lnTo>
                <a:lnTo>
                  <a:pt x="5843025" y="1930623"/>
                </a:lnTo>
                <a:lnTo>
                  <a:pt x="5823345" y="1934560"/>
                </a:lnTo>
                <a:lnTo>
                  <a:pt x="5823345" y="1946368"/>
                </a:lnTo>
                <a:lnTo>
                  <a:pt x="5803216" y="1968327"/>
                </a:lnTo>
                <a:lnTo>
                  <a:pt x="5809568" y="1977856"/>
                </a:lnTo>
                <a:lnTo>
                  <a:pt x="5780048" y="2009345"/>
                </a:lnTo>
                <a:lnTo>
                  <a:pt x="5776112" y="2034929"/>
                </a:lnTo>
                <a:lnTo>
                  <a:pt x="5736752" y="2019185"/>
                </a:lnTo>
                <a:lnTo>
                  <a:pt x="5721008" y="2019185"/>
                </a:lnTo>
                <a:lnTo>
                  <a:pt x="5699359" y="2034929"/>
                </a:lnTo>
                <a:lnTo>
                  <a:pt x="5667871" y="2038865"/>
                </a:lnTo>
                <a:lnTo>
                  <a:pt x="5638351" y="2030993"/>
                </a:lnTo>
                <a:lnTo>
                  <a:pt x="5618671" y="2019185"/>
                </a:lnTo>
                <a:lnTo>
                  <a:pt x="5616309" y="2027058"/>
                </a:lnTo>
                <a:lnTo>
                  <a:pt x="5618671" y="2021152"/>
                </a:lnTo>
                <a:lnTo>
                  <a:pt x="5638351" y="2032960"/>
                </a:lnTo>
                <a:lnTo>
                  <a:pt x="5667872" y="2040832"/>
                </a:lnTo>
                <a:lnTo>
                  <a:pt x="5697392" y="2036896"/>
                </a:lnTo>
                <a:lnTo>
                  <a:pt x="5721008" y="2021152"/>
                </a:lnTo>
                <a:lnTo>
                  <a:pt x="5736752" y="2021152"/>
                </a:lnTo>
                <a:lnTo>
                  <a:pt x="5774144" y="2036896"/>
                </a:lnTo>
                <a:lnTo>
                  <a:pt x="5770208" y="2052640"/>
                </a:lnTo>
                <a:lnTo>
                  <a:pt x="5758400" y="2058544"/>
                </a:lnTo>
                <a:lnTo>
                  <a:pt x="5758400" y="2090033"/>
                </a:lnTo>
                <a:lnTo>
                  <a:pt x="5751602" y="2103630"/>
                </a:lnTo>
                <a:lnTo>
                  <a:pt x="5752497" y="2103809"/>
                </a:lnTo>
                <a:lnTo>
                  <a:pt x="5787921" y="2133330"/>
                </a:lnTo>
                <a:lnTo>
                  <a:pt x="5783985" y="2145138"/>
                </a:lnTo>
                <a:lnTo>
                  <a:pt x="5768241" y="2145138"/>
                </a:lnTo>
                <a:lnTo>
                  <a:pt x="5750529" y="2141202"/>
                </a:lnTo>
                <a:lnTo>
                  <a:pt x="5746593" y="2153010"/>
                </a:lnTo>
                <a:lnTo>
                  <a:pt x="5726912" y="2156946"/>
                </a:lnTo>
                <a:lnTo>
                  <a:pt x="5711168" y="2168754"/>
                </a:lnTo>
                <a:lnTo>
                  <a:pt x="5711168" y="2164818"/>
                </a:lnTo>
                <a:lnTo>
                  <a:pt x="5715104" y="2156946"/>
                </a:lnTo>
                <a:lnTo>
                  <a:pt x="5707232" y="2153010"/>
                </a:lnTo>
                <a:lnTo>
                  <a:pt x="5721008" y="2133330"/>
                </a:lnTo>
                <a:lnTo>
                  <a:pt x="5724944" y="2117585"/>
                </a:lnTo>
                <a:lnTo>
                  <a:pt x="5721008" y="2133329"/>
                </a:lnTo>
                <a:lnTo>
                  <a:pt x="5705264" y="2153010"/>
                </a:lnTo>
                <a:lnTo>
                  <a:pt x="5691488" y="2145138"/>
                </a:lnTo>
                <a:lnTo>
                  <a:pt x="5679680" y="2149074"/>
                </a:lnTo>
                <a:lnTo>
                  <a:pt x="5671808" y="2145138"/>
                </a:lnTo>
                <a:lnTo>
                  <a:pt x="5660000" y="2149074"/>
                </a:lnTo>
                <a:lnTo>
                  <a:pt x="5646223" y="2153010"/>
                </a:lnTo>
                <a:lnTo>
                  <a:pt x="5646223" y="2164818"/>
                </a:lnTo>
                <a:lnTo>
                  <a:pt x="5658032" y="2170722"/>
                </a:lnTo>
                <a:lnTo>
                  <a:pt x="5654095" y="2174658"/>
                </a:lnTo>
                <a:lnTo>
                  <a:pt x="5646223" y="2174658"/>
                </a:lnTo>
                <a:lnTo>
                  <a:pt x="5650159" y="2182530"/>
                </a:lnTo>
                <a:lnTo>
                  <a:pt x="5646223" y="2182530"/>
                </a:lnTo>
                <a:lnTo>
                  <a:pt x="5642287" y="2170722"/>
                </a:lnTo>
                <a:lnTo>
                  <a:pt x="5634415" y="2170722"/>
                </a:lnTo>
                <a:lnTo>
                  <a:pt x="5638351" y="2182530"/>
                </a:lnTo>
                <a:lnTo>
                  <a:pt x="5634415" y="2182530"/>
                </a:lnTo>
                <a:lnTo>
                  <a:pt x="5626543" y="2170722"/>
                </a:lnTo>
                <a:lnTo>
                  <a:pt x="5622607" y="2164818"/>
                </a:lnTo>
                <a:lnTo>
                  <a:pt x="5614735" y="2160882"/>
                </a:lnTo>
                <a:lnTo>
                  <a:pt x="5606863" y="2164818"/>
                </a:lnTo>
                <a:lnTo>
                  <a:pt x="5606863" y="2178594"/>
                </a:lnTo>
                <a:lnTo>
                  <a:pt x="5622607" y="2202210"/>
                </a:lnTo>
                <a:lnTo>
                  <a:pt x="5618671" y="2225826"/>
                </a:lnTo>
                <a:lnTo>
                  <a:pt x="5638351" y="2233698"/>
                </a:lnTo>
                <a:lnTo>
                  <a:pt x="5654095" y="2247475"/>
                </a:lnTo>
                <a:lnTo>
                  <a:pt x="5654095" y="2259283"/>
                </a:lnTo>
                <a:lnTo>
                  <a:pt x="5634415" y="2259283"/>
                </a:lnTo>
                <a:lnTo>
                  <a:pt x="5634415" y="2278963"/>
                </a:lnTo>
                <a:lnTo>
                  <a:pt x="5622607" y="2275027"/>
                </a:lnTo>
                <a:lnTo>
                  <a:pt x="5618671" y="2278963"/>
                </a:lnTo>
                <a:lnTo>
                  <a:pt x="5626543" y="2286835"/>
                </a:lnTo>
                <a:lnTo>
                  <a:pt x="5626543" y="2306515"/>
                </a:lnTo>
                <a:lnTo>
                  <a:pt x="5614735" y="2306515"/>
                </a:lnTo>
                <a:lnTo>
                  <a:pt x="5606863" y="2306515"/>
                </a:lnTo>
                <a:lnTo>
                  <a:pt x="5600959" y="2294707"/>
                </a:lnTo>
                <a:lnTo>
                  <a:pt x="5589151" y="2294707"/>
                </a:lnTo>
                <a:lnTo>
                  <a:pt x="5585215" y="2290771"/>
                </a:lnTo>
                <a:lnTo>
                  <a:pt x="5589151" y="2275027"/>
                </a:lnTo>
                <a:lnTo>
                  <a:pt x="5577343" y="2263219"/>
                </a:lnTo>
                <a:lnTo>
                  <a:pt x="5577343" y="2251411"/>
                </a:lnTo>
                <a:lnTo>
                  <a:pt x="5593087" y="2247475"/>
                </a:lnTo>
                <a:lnTo>
                  <a:pt x="5622607" y="2247475"/>
                </a:lnTo>
                <a:lnTo>
                  <a:pt x="5614735" y="2239602"/>
                </a:lnTo>
                <a:lnTo>
                  <a:pt x="5593087" y="2239602"/>
                </a:lnTo>
                <a:lnTo>
                  <a:pt x="5577343" y="2243539"/>
                </a:lnTo>
                <a:lnTo>
                  <a:pt x="5561598" y="2229762"/>
                </a:lnTo>
                <a:lnTo>
                  <a:pt x="5557662" y="2214018"/>
                </a:lnTo>
                <a:lnTo>
                  <a:pt x="5547822" y="2202210"/>
                </a:lnTo>
                <a:lnTo>
                  <a:pt x="5543886" y="2190402"/>
                </a:lnTo>
                <a:lnTo>
                  <a:pt x="5543894" y="2190396"/>
                </a:lnTo>
                <a:lnTo>
                  <a:pt x="5543886" y="2190401"/>
                </a:lnTo>
                <a:lnTo>
                  <a:pt x="5526174" y="2166785"/>
                </a:lnTo>
                <a:lnTo>
                  <a:pt x="5522238" y="2145137"/>
                </a:lnTo>
                <a:lnTo>
                  <a:pt x="5526174" y="2127425"/>
                </a:lnTo>
                <a:lnTo>
                  <a:pt x="5526174" y="2115616"/>
                </a:lnTo>
                <a:lnTo>
                  <a:pt x="5514366" y="2099872"/>
                </a:lnTo>
                <a:lnTo>
                  <a:pt x="5522238" y="2090032"/>
                </a:lnTo>
                <a:lnTo>
                  <a:pt x="5534046" y="2082160"/>
                </a:lnTo>
                <a:lnTo>
                  <a:pt x="5551758" y="2086096"/>
                </a:lnTo>
                <a:lnTo>
                  <a:pt x="5563566" y="2103808"/>
                </a:lnTo>
                <a:lnTo>
                  <a:pt x="5555694" y="2123489"/>
                </a:lnTo>
                <a:lnTo>
                  <a:pt x="5555694" y="2123489"/>
                </a:lnTo>
                <a:lnTo>
                  <a:pt x="5563566" y="2103808"/>
                </a:lnTo>
                <a:lnTo>
                  <a:pt x="5563567" y="2103808"/>
                </a:lnTo>
                <a:lnTo>
                  <a:pt x="5551759" y="2084128"/>
                </a:lnTo>
                <a:lnTo>
                  <a:pt x="5534047" y="2080192"/>
                </a:lnTo>
                <a:lnTo>
                  <a:pt x="5522238" y="2088064"/>
                </a:lnTo>
                <a:lnTo>
                  <a:pt x="5514366" y="2099872"/>
                </a:lnTo>
                <a:lnTo>
                  <a:pt x="5490750" y="2088064"/>
                </a:lnTo>
                <a:lnTo>
                  <a:pt x="5490750" y="2088065"/>
                </a:lnTo>
                <a:lnTo>
                  <a:pt x="5471070" y="2080193"/>
                </a:lnTo>
                <a:lnTo>
                  <a:pt x="5465166" y="2064449"/>
                </a:lnTo>
                <a:lnTo>
                  <a:pt x="5441550" y="2052641"/>
                </a:lnTo>
                <a:lnTo>
                  <a:pt x="5417934" y="2038865"/>
                </a:lnTo>
                <a:lnTo>
                  <a:pt x="5404158" y="2023121"/>
                </a:lnTo>
                <a:lnTo>
                  <a:pt x="5400222" y="2007377"/>
                </a:lnTo>
                <a:lnTo>
                  <a:pt x="5392349" y="1997537"/>
                </a:lnTo>
                <a:lnTo>
                  <a:pt x="5384477" y="1981792"/>
                </a:lnTo>
                <a:lnTo>
                  <a:pt x="5372669" y="1989665"/>
                </a:lnTo>
                <a:lnTo>
                  <a:pt x="5370701" y="1997537"/>
                </a:lnTo>
                <a:lnTo>
                  <a:pt x="5359838" y="1984863"/>
                </a:lnTo>
                <a:lnTo>
                  <a:pt x="5358893" y="1987696"/>
                </a:lnTo>
                <a:lnTo>
                  <a:pt x="5358893" y="1983761"/>
                </a:lnTo>
                <a:lnTo>
                  <a:pt x="5358893" y="1969984"/>
                </a:lnTo>
                <a:lnTo>
                  <a:pt x="5329373" y="1971952"/>
                </a:lnTo>
                <a:lnTo>
                  <a:pt x="5317565" y="1983760"/>
                </a:lnTo>
                <a:lnTo>
                  <a:pt x="5319533" y="1989664"/>
                </a:lnTo>
                <a:lnTo>
                  <a:pt x="5317565" y="2017216"/>
                </a:lnTo>
                <a:lnTo>
                  <a:pt x="5347085" y="2040832"/>
                </a:lnTo>
                <a:lnTo>
                  <a:pt x="5358893" y="2058544"/>
                </a:lnTo>
                <a:lnTo>
                  <a:pt x="5372669" y="2090033"/>
                </a:lnTo>
                <a:lnTo>
                  <a:pt x="5398253" y="2103809"/>
                </a:lnTo>
                <a:lnTo>
                  <a:pt x="5421870" y="2111681"/>
                </a:lnTo>
                <a:lnTo>
                  <a:pt x="5429742" y="2127425"/>
                </a:lnTo>
                <a:lnTo>
                  <a:pt x="5437614" y="2135297"/>
                </a:lnTo>
                <a:lnTo>
                  <a:pt x="5459262" y="2139233"/>
                </a:lnTo>
                <a:lnTo>
                  <a:pt x="5459262" y="2147105"/>
                </a:lnTo>
                <a:lnTo>
                  <a:pt x="5478942" y="2153009"/>
                </a:lnTo>
                <a:lnTo>
                  <a:pt x="5496654" y="2168753"/>
                </a:lnTo>
                <a:lnTo>
                  <a:pt x="5496654" y="2180561"/>
                </a:lnTo>
                <a:lnTo>
                  <a:pt x="5492718" y="2184497"/>
                </a:lnTo>
                <a:lnTo>
                  <a:pt x="5475006" y="2172689"/>
                </a:lnTo>
                <a:lnTo>
                  <a:pt x="5463198" y="2168753"/>
                </a:lnTo>
                <a:lnTo>
                  <a:pt x="5447454" y="2168753"/>
                </a:lnTo>
                <a:lnTo>
                  <a:pt x="5443518" y="2192370"/>
                </a:lnTo>
                <a:lnTo>
                  <a:pt x="5459262" y="2208114"/>
                </a:lnTo>
                <a:lnTo>
                  <a:pt x="5459262" y="2221890"/>
                </a:lnTo>
                <a:lnTo>
                  <a:pt x="5447454" y="2229762"/>
                </a:lnTo>
                <a:lnTo>
                  <a:pt x="5441550" y="2245506"/>
                </a:lnTo>
                <a:lnTo>
                  <a:pt x="5421870" y="2261250"/>
                </a:lnTo>
                <a:lnTo>
                  <a:pt x="5413998" y="2253378"/>
                </a:lnTo>
                <a:lnTo>
                  <a:pt x="5417934" y="2241570"/>
                </a:lnTo>
                <a:lnTo>
                  <a:pt x="5433678" y="2221890"/>
                </a:lnTo>
                <a:lnTo>
                  <a:pt x="5425806" y="2208114"/>
                </a:lnTo>
                <a:lnTo>
                  <a:pt x="5425806" y="2192370"/>
                </a:lnTo>
                <a:lnTo>
                  <a:pt x="5417934" y="2180561"/>
                </a:lnTo>
                <a:lnTo>
                  <a:pt x="5406125" y="2180561"/>
                </a:lnTo>
                <a:lnTo>
                  <a:pt x="5398253" y="2176625"/>
                </a:lnTo>
                <a:lnTo>
                  <a:pt x="5396285" y="2160881"/>
                </a:lnTo>
                <a:lnTo>
                  <a:pt x="5384477" y="2156945"/>
                </a:lnTo>
                <a:lnTo>
                  <a:pt x="5376605" y="2153009"/>
                </a:lnTo>
                <a:lnTo>
                  <a:pt x="5370701" y="2153009"/>
                </a:lnTo>
                <a:lnTo>
                  <a:pt x="5358893" y="2139233"/>
                </a:lnTo>
                <a:lnTo>
                  <a:pt x="5349053" y="2139233"/>
                </a:lnTo>
                <a:lnTo>
                  <a:pt x="5325437" y="2123489"/>
                </a:lnTo>
                <a:lnTo>
                  <a:pt x="5319533" y="2111681"/>
                </a:lnTo>
                <a:lnTo>
                  <a:pt x="5307725" y="2111681"/>
                </a:lnTo>
                <a:lnTo>
                  <a:pt x="5295916" y="2095937"/>
                </a:lnTo>
                <a:lnTo>
                  <a:pt x="5290012" y="2082161"/>
                </a:lnTo>
                <a:lnTo>
                  <a:pt x="5272300" y="2070352"/>
                </a:lnTo>
                <a:lnTo>
                  <a:pt x="5272300" y="2042800"/>
                </a:lnTo>
                <a:lnTo>
                  <a:pt x="5254588" y="2017216"/>
                </a:lnTo>
                <a:lnTo>
                  <a:pt x="5242780" y="2013280"/>
                </a:lnTo>
                <a:lnTo>
                  <a:pt x="5215228" y="2017216"/>
                </a:lnTo>
                <a:lnTo>
                  <a:pt x="5197516" y="2036896"/>
                </a:lnTo>
                <a:lnTo>
                  <a:pt x="5197513" y="2036892"/>
                </a:lnTo>
                <a:lnTo>
                  <a:pt x="5181778" y="2044759"/>
                </a:lnTo>
                <a:lnTo>
                  <a:pt x="5168002" y="2052631"/>
                </a:lnTo>
                <a:lnTo>
                  <a:pt x="5156194" y="2058535"/>
                </a:lnTo>
                <a:lnTo>
                  <a:pt x="5136513" y="2062471"/>
                </a:lnTo>
                <a:lnTo>
                  <a:pt x="5124705" y="2058535"/>
                </a:lnTo>
                <a:lnTo>
                  <a:pt x="5110929" y="2058535"/>
                </a:lnTo>
                <a:lnTo>
                  <a:pt x="5087313" y="2052631"/>
                </a:lnTo>
                <a:lnTo>
                  <a:pt x="5065665" y="2062471"/>
                </a:lnTo>
                <a:lnTo>
                  <a:pt x="5057793" y="2086087"/>
                </a:lnTo>
                <a:lnTo>
                  <a:pt x="5056552" y="2086087"/>
                </a:lnTo>
                <a:lnTo>
                  <a:pt x="5061722" y="2099874"/>
                </a:lnTo>
                <a:lnTo>
                  <a:pt x="5053850" y="2123490"/>
                </a:lnTo>
                <a:lnTo>
                  <a:pt x="5026298" y="2133330"/>
                </a:lnTo>
                <a:lnTo>
                  <a:pt x="5012522" y="2137266"/>
                </a:lnTo>
                <a:lnTo>
                  <a:pt x="4992842" y="2153010"/>
                </a:lnTo>
                <a:lnTo>
                  <a:pt x="4992842" y="2160882"/>
                </a:lnTo>
                <a:lnTo>
                  <a:pt x="4977098" y="2174659"/>
                </a:lnTo>
                <a:lnTo>
                  <a:pt x="4977098" y="2202211"/>
                </a:lnTo>
                <a:lnTo>
                  <a:pt x="4981034" y="2231731"/>
                </a:lnTo>
                <a:lnTo>
                  <a:pt x="4965289" y="2247475"/>
                </a:lnTo>
                <a:lnTo>
                  <a:pt x="4963321" y="2267156"/>
                </a:lnTo>
                <a:lnTo>
                  <a:pt x="4943641" y="2275028"/>
                </a:lnTo>
                <a:lnTo>
                  <a:pt x="4931833" y="2284868"/>
                </a:lnTo>
                <a:lnTo>
                  <a:pt x="4920025" y="2288804"/>
                </a:lnTo>
                <a:lnTo>
                  <a:pt x="4916089" y="2300612"/>
                </a:lnTo>
                <a:lnTo>
                  <a:pt x="4902313" y="2312420"/>
                </a:lnTo>
                <a:lnTo>
                  <a:pt x="4882633" y="2308484"/>
                </a:lnTo>
                <a:lnTo>
                  <a:pt x="4866889" y="2304548"/>
                </a:lnTo>
                <a:lnTo>
                  <a:pt x="4841304" y="2312420"/>
                </a:lnTo>
                <a:lnTo>
                  <a:pt x="4825560" y="2326196"/>
                </a:lnTo>
                <a:lnTo>
                  <a:pt x="4809816" y="2324228"/>
                </a:lnTo>
                <a:lnTo>
                  <a:pt x="4805880" y="2320292"/>
                </a:lnTo>
                <a:lnTo>
                  <a:pt x="4796039" y="2312420"/>
                </a:lnTo>
                <a:lnTo>
                  <a:pt x="4784231" y="2288804"/>
                </a:lnTo>
                <a:lnTo>
                  <a:pt x="4772423" y="2284868"/>
                </a:lnTo>
                <a:lnTo>
                  <a:pt x="4764551" y="2290772"/>
                </a:lnTo>
                <a:lnTo>
                  <a:pt x="4768487" y="2271092"/>
                </a:lnTo>
                <a:lnTo>
                  <a:pt x="4776359" y="2259283"/>
                </a:lnTo>
                <a:lnTo>
                  <a:pt x="4768487" y="2271091"/>
                </a:lnTo>
                <a:lnTo>
                  <a:pt x="4764551" y="2290771"/>
                </a:lnTo>
                <a:lnTo>
                  <a:pt x="4752743" y="2298643"/>
                </a:lnTo>
                <a:lnTo>
                  <a:pt x="4738967" y="2294707"/>
                </a:lnTo>
                <a:lnTo>
                  <a:pt x="4723223" y="2294707"/>
                </a:lnTo>
                <a:lnTo>
                  <a:pt x="4727159" y="2278963"/>
                </a:lnTo>
                <a:lnTo>
                  <a:pt x="4727159" y="2249443"/>
                </a:lnTo>
                <a:lnTo>
                  <a:pt x="4723223" y="2241571"/>
                </a:lnTo>
                <a:lnTo>
                  <a:pt x="4715351" y="2241571"/>
                </a:lnTo>
                <a:lnTo>
                  <a:pt x="4715351" y="2212050"/>
                </a:lnTo>
                <a:lnTo>
                  <a:pt x="4723223" y="2204178"/>
                </a:lnTo>
                <a:lnTo>
                  <a:pt x="4723223" y="2188434"/>
                </a:lnTo>
                <a:lnTo>
                  <a:pt x="4731095" y="2180562"/>
                </a:lnTo>
                <a:lnTo>
                  <a:pt x="4735031" y="2154978"/>
                </a:lnTo>
                <a:lnTo>
                  <a:pt x="4731095" y="2135297"/>
                </a:lnTo>
                <a:lnTo>
                  <a:pt x="4727159" y="2121521"/>
                </a:lnTo>
                <a:lnTo>
                  <a:pt x="4731095" y="2113649"/>
                </a:lnTo>
                <a:lnTo>
                  <a:pt x="4746839" y="2117585"/>
                </a:lnTo>
                <a:lnTo>
                  <a:pt x="4772423" y="2113649"/>
                </a:lnTo>
                <a:lnTo>
                  <a:pt x="4784232" y="2109713"/>
                </a:lnTo>
                <a:lnTo>
                  <a:pt x="4796031" y="2123480"/>
                </a:lnTo>
                <a:lnTo>
                  <a:pt x="4784231" y="2107746"/>
                </a:lnTo>
                <a:lnTo>
                  <a:pt x="4772423" y="2111682"/>
                </a:lnTo>
                <a:lnTo>
                  <a:pt x="4744871" y="2115618"/>
                </a:lnTo>
                <a:lnTo>
                  <a:pt x="4731095" y="2111682"/>
                </a:lnTo>
                <a:lnTo>
                  <a:pt x="4731095" y="2095938"/>
                </a:lnTo>
                <a:lnTo>
                  <a:pt x="4715351" y="2072321"/>
                </a:lnTo>
                <a:lnTo>
                  <a:pt x="4723223" y="2058545"/>
                </a:lnTo>
                <a:lnTo>
                  <a:pt x="4742903" y="2050673"/>
                </a:lnTo>
                <a:lnTo>
                  <a:pt x="4744871" y="2038865"/>
                </a:lnTo>
                <a:lnTo>
                  <a:pt x="4760615" y="2038865"/>
                </a:lnTo>
                <a:lnTo>
                  <a:pt x="4764551" y="2046737"/>
                </a:lnTo>
                <a:lnTo>
                  <a:pt x="4801944" y="2046737"/>
                </a:lnTo>
                <a:lnTo>
                  <a:pt x="4809816" y="2042801"/>
                </a:lnTo>
                <a:lnTo>
                  <a:pt x="4825560" y="2042801"/>
                </a:lnTo>
                <a:lnTo>
                  <a:pt x="4851144" y="2050673"/>
                </a:lnTo>
                <a:lnTo>
                  <a:pt x="4870825" y="2046737"/>
                </a:lnTo>
                <a:lnTo>
                  <a:pt x="4902313" y="2054609"/>
                </a:lnTo>
                <a:lnTo>
                  <a:pt x="4931833" y="2054609"/>
                </a:lnTo>
                <a:lnTo>
                  <a:pt x="4932708" y="2055120"/>
                </a:lnTo>
                <a:lnTo>
                  <a:pt x="4943647" y="2036887"/>
                </a:lnTo>
                <a:lnTo>
                  <a:pt x="4947583" y="2013271"/>
                </a:lnTo>
                <a:lnTo>
                  <a:pt x="4947583" y="1995559"/>
                </a:lnTo>
                <a:lnTo>
                  <a:pt x="4959392" y="2003431"/>
                </a:lnTo>
                <a:lnTo>
                  <a:pt x="4955455" y="1991623"/>
                </a:lnTo>
                <a:lnTo>
                  <a:pt x="4947583" y="1987687"/>
                </a:lnTo>
                <a:lnTo>
                  <a:pt x="4943647" y="1971942"/>
                </a:lnTo>
                <a:lnTo>
                  <a:pt x="4939711" y="1954230"/>
                </a:lnTo>
                <a:lnTo>
                  <a:pt x="4947583" y="1948326"/>
                </a:lnTo>
                <a:lnTo>
                  <a:pt x="4943647" y="1940454"/>
                </a:lnTo>
                <a:lnTo>
                  <a:pt x="4916095" y="1920774"/>
                </a:lnTo>
                <a:lnTo>
                  <a:pt x="4923967" y="1908966"/>
                </a:lnTo>
                <a:lnTo>
                  <a:pt x="4910191" y="1895190"/>
                </a:lnTo>
                <a:lnTo>
                  <a:pt x="4902319" y="1895190"/>
                </a:lnTo>
                <a:lnTo>
                  <a:pt x="4894447" y="1887318"/>
                </a:lnTo>
                <a:lnTo>
                  <a:pt x="4882639" y="1887318"/>
                </a:lnTo>
                <a:lnTo>
                  <a:pt x="4862958" y="1879446"/>
                </a:lnTo>
                <a:lnTo>
                  <a:pt x="4853118" y="1871574"/>
                </a:lnTo>
                <a:lnTo>
                  <a:pt x="4853118" y="1863702"/>
                </a:lnTo>
                <a:lnTo>
                  <a:pt x="4845246" y="1855830"/>
                </a:lnTo>
                <a:lnTo>
                  <a:pt x="4853118" y="1845990"/>
                </a:lnTo>
                <a:lnTo>
                  <a:pt x="4866894" y="1847958"/>
                </a:lnTo>
                <a:lnTo>
                  <a:pt x="4878703" y="1838118"/>
                </a:lnTo>
                <a:lnTo>
                  <a:pt x="4890511" y="1838118"/>
                </a:lnTo>
                <a:lnTo>
                  <a:pt x="4910191" y="1847958"/>
                </a:lnTo>
                <a:lnTo>
                  <a:pt x="4916095" y="1845990"/>
                </a:lnTo>
                <a:lnTo>
                  <a:pt x="4927903" y="1847958"/>
                </a:lnTo>
                <a:lnTo>
                  <a:pt x="4939711" y="1838118"/>
                </a:lnTo>
                <a:lnTo>
                  <a:pt x="4931839" y="1826310"/>
                </a:lnTo>
                <a:lnTo>
                  <a:pt x="4920031" y="1806630"/>
                </a:lnTo>
                <a:lnTo>
                  <a:pt x="4920031" y="1798757"/>
                </a:lnTo>
                <a:lnTo>
                  <a:pt x="4939711" y="1798757"/>
                </a:lnTo>
                <a:lnTo>
                  <a:pt x="4951519" y="1810566"/>
                </a:lnTo>
                <a:lnTo>
                  <a:pt x="4973168" y="1810566"/>
                </a:lnTo>
                <a:lnTo>
                  <a:pt x="4973168" y="1802693"/>
                </a:lnTo>
                <a:lnTo>
                  <a:pt x="4988912" y="1794821"/>
                </a:lnTo>
                <a:lnTo>
                  <a:pt x="5012528" y="1777109"/>
                </a:lnTo>
                <a:lnTo>
                  <a:pt x="5022368" y="1743653"/>
                </a:lnTo>
                <a:lnTo>
                  <a:pt x="5045984" y="1737749"/>
                </a:lnTo>
                <a:lnTo>
                  <a:pt x="5045985" y="1737750"/>
                </a:lnTo>
                <a:lnTo>
                  <a:pt x="5055818" y="1727917"/>
                </a:lnTo>
                <a:lnTo>
                  <a:pt x="5061722" y="1723981"/>
                </a:lnTo>
                <a:lnTo>
                  <a:pt x="5075499" y="1727917"/>
                </a:lnTo>
                <a:lnTo>
                  <a:pt x="5091243" y="1723981"/>
                </a:lnTo>
                <a:lnTo>
                  <a:pt x="5101083" y="1716109"/>
                </a:lnTo>
                <a:lnTo>
                  <a:pt x="5108955" y="1722013"/>
                </a:lnTo>
                <a:lnTo>
                  <a:pt x="5124699" y="1722013"/>
                </a:lnTo>
                <a:lnTo>
                  <a:pt x="5128631" y="1739705"/>
                </a:lnTo>
                <a:lnTo>
                  <a:pt x="5124699" y="1720045"/>
                </a:lnTo>
                <a:lnTo>
                  <a:pt x="5108955" y="1720045"/>
                </a:lnTo>
                <a:lnTo>
                  <a:pt x="5101083" y="1716109"/>
                </a:lnTo>
                <a:lnTo>
                  <a:pt x="5091243" y="1723981"/>
                </a:lnTo>
                <a:lnTo>
                  <a:pt x="5075498" y="1727917"/>
                </a:lnTo>
                <a:lnTo>
                  <a:pt x="5061722" y="1723981"/>
                </a:lnTo>
                <a:lnTo>
                  <a:pt x="5071562" y="1720045"/>
                </a:lnTo>
                <a:lnTo>
                  <a:pt x="5079434" y="1720045"/>
                </a:lnTo>
                <a:lnTo>
                  <a:pt x="5087306" y="1712173"/>
                </a:lnTo>
                <a:lnTo>
                  <a:pt x="5083370" y="1708237"/>
                </a:lnTo>
                <a:lnTo>
                  <a:pt x="5087306" y="1696428"/>
                </a:lnTo>
                <a:lnTo>
                  <a:pt x="5099115" y="1682652"/>
                </a:lnTo>
                <a:lnTo>
                  <a:pt x="5105019" y="1655100"/>
                </a:lnTo>
                <a:lnTo>
                  <a:pt x="5116827" y="1655100"/>
                </a:lnTo>
                <a:lnTo>
                  <a:pt x="5124699" y="1659036"/>
                </a:lnTo>
                <a:lnTo>
                  <a:pt x="5116827" y="1666908"/>
                </a:lnTo>
                <a:lnTo>
                  <a:pt x="5120763" y="1678716"/>
                </a:lnTo>
                <a:lnTo>
                  <a:pt x="5132571" y="1666908"/>
                </a:lnTo>
                <a:lnTo>
                  <a:pt x="5136507" y="1659036"/>
                </a:lnTo>
                <a:lnTo>
                  <a:pt x="5124699" y="1647228"/>
                </a:lnTo>
                <a:lnTo>
                  <a:pt x="5124699" y="1641324"/>
                </a:lnTo>
                <a:lnTo>
                  <a:pt x="5140443" y="1629516"/>
                </a:lnTo>
                <a:lnTo>
                  <a:pt x="5169963" y="1629516"/>
                </a:lnTo>
                <a:lnTo>
                  <a:pt x="5173462" y="1636514"/>
                </a:lnTo>
                <a:lnTo>
                  <a:pt x="5173900" y="1635421"/>
                </a:lnTo>
                <a:lnTo>
                  <a:pt x="5169964" y="1629516"/>
                </a:lnTo>
                <a:lnTo>
                  <a:pt x="5175868" y="1613772"/>
                </a:lnTo>
                <a:lnTo>
                  <a:pt x="5191612" y="1613772"/>
                </a:lnTo>
                <a:lnTo>
                  <a:pt x="5203420" y="1617708"/>
                </a:lnTo>
                <a:lnTo>
                  <a:pt x="5211292" y="1613772"/>
                </a:lnTo>
                <a:lnTo>
                  <a:pt x="5223100" y="1605900"/>
                </a:lnTo>
                <a:lnTo>
                  <a:pt x="5223100" y="1586220"/>
                </a:lnTo>
                <a:lnTo>
                  <a:pt x="5215228" y="1564572"/>
                </a:lnTo>
                <a:lnTo>
                  <a:pt x="5227036" y="1560636"/>
                </a:lnTo>
                <a:lnTo>
                  <a:pt x="5215227" y="1564572"/>
                </a:lnTo>
                <a:lnTo>
                  <a:pt x="5215227" y="1542924"/>
                </a:lnTo>
                <a:lnTo>
                  <a:pt x="5199483" y="1527180"/>
                </a:lnTo>
                <a:lnTo>
                  <a:pt x="5197515" y="1503563"/>
                </a:lnTo>
                <a:lnTo>
                  <a:pt x="5199483" y="1481915"/>
                </a:lnTo>
                <a:lnTo>
                  <a:pt x="5219163" y="1470107"/>
                </a:lnTo>
                <a:lnTo>
                  <a:pt x="5230972" y="1470107"/>
                </a:lnTo>
                <a:lnTo>
                  <a:pt x="5242780" y="1454363"/>
                </a:lnTo>
                <a:lnTo>
                  <a:pt x="5258524" y="1454363"/>
                </a:lnTo>
                <a:lnTo>
                  <a:pt x="5266396" y="1474043"/>
                </a:lnTo>
                <a:lnTo>
                  <a:pt x="5282140" y="1477979"/>
                </a:lnTo>
                <a:lnTo>
                  <a:pt x="5290012" y="1481915"/>
                </a:lnTo>
                <a:lnTo>
                  <a:pt x="5282140" y="1493723"/>
                </a:lnTo>
                <a:lnTo>
                  <a:pt x="5262460" y="1497659"/>
                </a:lnTo>
                <a:lnTo>
                  <a:pt x="5262460" y="1507499"/>
                </a:lnTo>
                <a:lnTo>
                  <a:pt x="5242780" y="1523243"/>
                </a:lnTo>
                <a:lnTo>
                  <a:pt x="5238844" y="1542924"/>
                </a:lnTo>
                <a:lnTo>
                  <a:pt x="5248684" y="1560636"/>
                </a:lnTo>
                <a:lnTo>
                  <a:pt x="5248684" y="1560636"/>
                </a:lnTo>
                <a:lnTo>
                  <a:pt x="5248684" y="1564572"/>
                </a:lnTo>
                <a:lnTo>
                  <a:pt x="5260492" y="1580316"/>
                </a:lnTo>
                <a:lnTo>
                  <a:pt x="5278204" y="1582284"/>
                </a:lnTo>
                <a:lnTo>
                  <a:pt x="5284108" y="1586220"/>
                </a:lnTo>
                <a:lnTo>
                  <a:pt x="5305757" y="1590156"/>
                </a:lnTo>
                <a:lnTo>
                  <a:pt x="5319533" y="1574412"/>
                </a:lnTo>
                <a:lnTo>
                  <a:pt x="5352989" y="1568508"/>
                </a:lnTo>
                <a:lnTo>
                  <a:pt x="5352989" y="1586220"/>
                </a:lnTo>
                <a:lnTo>
                  <a:pt x="5360861" y="1586220"/>
                </a:lnTo>
                <a:lnTo>
                  <a:pt x="5372669" y="1601964"/>
                </a:lnTo>
                <a:lnTo>
                  <a:pt x="5376474" y="1624793"/>
                </a:lnTo>
                <a:lnTo>
                  <a:pt x="5376605" y="1623612"/>
                </a:lnTo>
                <a:lnTo>
                  <a:pt x="5372669" y="1601964"/>
                </a:lnTo>
                <a:lnTo>
                  <a:pt x="5394317" y="1590156"/>
                </a:lnTo>
                <a:lnTo>
                  <a:pt x="5412030" y="1590156"/>
                </a:lnTo>
                <a:lnTo>
                  <a:pt x="5435646" y="1572444"/>
                </a:lnTo>
                <a:lnTo>
                  <a:pt x="5457294" y="1564572"/>
                </a:lnTo>
                <a:lnTo>
                  <a:pt x="5465166" y="1556700"/>
                </a:lnTo>
                <a:lnTo>
                  <a:pt x="5496655" y="1560636"/>
                </a:lnTo>
                <a:lnTo>
                  <a:pt x="5498623" y="1578348"/>
                </a:lnTo>
                <a:lnTo>
                  <a:pt x="5518303" y="1582284"/>
                </a:lnTo>
                <a:lnTo>
                  <a:pt x="5534047" y="1572444"/>
                </a:lnTo>
                <a:lnTo>
                  <a:pt x="5541918" y="1574412"/>
                </a:lnTo>
                <a:lnTo>
                  <a:pt x="5536014" y="1572444"/>
                </a:lnTo>
                <a:lnTo>
                  <a:pt x="5539950" y="1562604"/>
                </a:lnTo>
                <a:lnTo>
                  <a:pt x="5536014" y="1556700"/>
                </a:lnTo>
                <a:lnTo>
                  <a:pt x="5537982" y="1546860"/>
                </a:lnTo>
                <a:lnTo>
                  <a:pt x="5569471" y="1544892"/>
                </a:lnTo>
                <a:lnTo>
                  <a:pt x="5573135" y="1541228"/>
                </a:lnTo>
                <a:lnTo>
                  <a:pt x="5565534" y="1493724"/>
                </a:lnTo>
                <a:lnTo>
                  <a:pt x="5566847" y="1492412"/>
                </a:lnTo>
                <a:lnTo>
                  <a:pt x="5559630" y="1477979"/>
                </a:lnTo>
                <a:lnTo>
                  <a:pt x="5563566" y="1462234"/>
                </a:lnTo>
                <a:lnTo>
                  <a:pt x="5575374" y="1450426"/>
                </a:lnTo>
                <a:lnTo>
                  <a:pt x="5575374" y="1420906"/>
                </a:lnTo>
                <a:lnTo>
                  <a:pt x="5595055" y="1416970"/>
                </a:lnTo>
                <a:lnTo>
                  <a:pt x="5612767" y="1409098"/>
                </a:lnTo>
                <a:lnTo>
                  <a:pt x="5620639" y="1424842"/>
                </a:lnTo>
                <a:lnTo>
                  <a:pt x="5640319" y="1446490"/>
                </a:lnTo>
                <a:lnTo>
                  <a:pt x="5658031" y="1442554"/>
                </a:lnTo>
                <a:lnTo>
                  <a:pt x="5665903" y="1409098"/>
                </a:lnTo>
                <a:lnTo>
                  <a:pt x="5661967" y="1397290"/>
                </a:lnTo>
                <a:lnTo>
                  <a:pt x="5661967" y="1393354"/>
                </a:lnTo>
                <a:lnTo>
                  <a:pt x="5654095" y="1381547"/>
                </a:lnTo>
                <a:lnTo>
                  <a:pt x="5642287" y="1375643"/>
                </a:lnTo>
                <a:lnTo>
                  <a:pt x="5642287" y="1352026"/>
                </a:lnTo>
                <a:lnTo>
                  <a:pt x="5630479" y="1346122"/>
                </a:lnTo>
                <a:lnTo>
                  <a:pt x="5630479" y="1336282"/>
                </a:lnTo>
                <a:lnTo>
                  <a:pt x="5661968" y="1316602"/>
                </a:lnTo>
                <a:lnTo>
                  <a:pt x="5683616" y="1316602"/>
                </a:lnTo>
                <a:lnTo>
                  <a:pt x="5703296" y="1306762"/>
                </a:lnTo>
                <a:lnTo>
                  <a:pt x="5715104" y="1312666"/>
                </a:lnTo>
                <a:lnTo>
                  <a:pt x="5746592" y="1318570"/>
                </a:lnTo>
                <a:lnTo>
                  <a:pt x="5736752" y="1361866"/>
                </a:lnTo>
                <a:lnTo>
                  <a:pt x="5748560" y="1385483"/>
                </a:lnTo>
                <a:lnTo>
                  <a:pt x="5748560" y="1407131"/>
                </a:lnTo>
                <a:lnTo>
                  <a:pt x="5719239" y="1409086"/>
                </a:lnTo>
                <a:lnTo>
                  <a:pt x="5750528" y="1407130"/>
                </a:lnTo>
                <a:lnTo>
                  <a:pt x="5748560" y="1436650"/>
                </a:lnTo>
                <a:lnTo>
                  <a:pt x="5748687" y="1436841"/>
                </a:lnTo>
                <a:lnTo>
                  <a:pt x="5750528" y="1411068"/>
                </a:lnTo>
                <a:lnTo>
                  <a:pt x="5750528" y="1407130"/>
                </a:lnTo>
                <a:lnTo>
                  <a:pt x="5750528" y="1389419"/>
                </a:lnTo>
                <a:lnTo>
                  <a:pt x="5738720" y="1363835"/>
                </a:lnTo>
                <a:lnTo>
                  <a:pt x="5748560" y="1318571"/>
                </a:lnTo>
                <a:lnTo>
                  <a:pt x="5764304" y="1304795"/>
                </a:lnTo>
                <a:lnTo>
                  <a:pt x="5760368" y="1296923"/>
                </a:lnTo>
                <a:lnTo>
                  <a:pt x="5780049" y="1296923"/>
                </a:lnTo>
                <a:lnTo>
                  <a:pt x="5783985" y="1289051"/>
                </a:lnTo>
                <a:lnTo>
                  <a:pt x="5813505" y="1292987"/>
                </a:lnTo>
                <a:lnTo>
                  <a:pt x="5817441" y="1273306"/>
                </a:lnTo>
                <a:lnTo>
                  <a:pt x="5803665" y="1271338"/>
                </a:lnTo>
                <a:lnTo>
                  <a:pt x="5783985" y="1271338"/>
                </a:lnTo>
                <a:lnTo>
                  <a:pt x="5770209" y="1265434"/>
                </a:lnTo>
                <a:lnTo>
                  <a:pt x="5772177" y="1245754"/>
                </a:lnTo>
                <a:lnTo>
                  <a:pt x="5772262" y="1245435"/>
                </a:lnTo>
                <a:lnTo>
                  <a:pt x="5748560" y="1255593"/>
                </a:lnTo>
                <a:lnTo>
                  <a:pt x="5738720" y="1251657"/>
                </a:lnTo>
                <a:lnTo>
                  <a:pt x="5730848" y="1255593"/>
                </a:lnTo>
                <a:lnTo>
                  <a:pt x="5703296" y="1263465"/>
                </a:lnTo>
                <a:lnTo>
                  <a:pt x="5699360" y="1271337"/>
                </a:lnTo>
                <a:lnTo>
                  <a:pt x="5681647" y="1271337"/>
                </a:lnTo>
                <a:lnTo>
                  <a:pt x="5665903" y="1281177"/>
                </a:lnTo>
                <a:lnTo>
                  <a:pt x="5654095" y="1277241"/>
                </a:lnTo>
                <a:lnTo>
                  <a:pt x="5648191" y="1285113"/>
                </a:lnTo>
                <a:lnTo>
                  <a:pt x="5632447" y="1289049"/>
                </a:lnTo>
                <a:lnTo>
                  <a:pt x="5620639" y="1285113"/>
                </a:lnTo>
                <a:lnTo>
                  <a:pt x="5620639" y="1271337"/>
                </a:lnTo>
                <a:lnTo>
                  <a:pt x="5602927" y="1271337"/>
                </a:lnTo>
                <a:lnTo>
                  <a:pt x="5598991" y="1259529"/>
                </a:lnTo>
                <a:lnTo>
                  <a:pt x="5583247" y="1259529"/>
                </a:lnTo>
                <a:lnTo>
                  <a:pt x="5579310" y="1214264"/>
                </a:lnTo>
                <a:lnTo>
                  <a:pt x="5587183" y="1206392"/>
                </a:lnTo>
                <a:lnTo>
                  <a:pt x="5579310" y="1184744"/>
                </a:lnTo>
                <a:lnTo>
                  <a:pt x="5571438" y="1149320"/>
                </a:lnTo>
                <a:lnTo>
                  <a:pt x="5571438" y="1123735"/>
                </a:lnTo>
                <a:lnTo>
                  <a:pt x="5587183" y="1107991"/>
                </a:lnTo>
                <a:lnTo>
                  <a:pt x="5587183" y="1096183"/>
                </a:lnTo>
                <a:lnTo>
                  <a:pt x="5602927" y="1092247"/>
                </a:lnTo>
                <a:lnTo>
                  <a:pt x="5606863" y="1078471"/>
                </a:lnTo>
                <a:lnTo>
                  <a:pt x="5616703" y="1066663"/>
                </a:lnTo>
                <a:lnTo>
                  <a:pt x="5628511" y="1062727"/>
                </a:lnTo>
                <a:lnTo>
                  <a:pt x="5632447" y="1043047"/>
                </a:lnTo>
                <a:lnTo>
                  <a:pt x="5648191" y="1039111"/>
                </a:lnTo>
                <a:lnTo>
                  <a:pt x="5661967" y="1021399"/>
                </a:lnTo>
                <a:lnTo>
                  <a:pt x="5673775" y="984006"/>
                </a:lnTo>
                <a:lnTo>
                  <a:pt x="5685584" y="984006"/>
                </a:lnTo>
                <a:lnTo>
                  <a:pt x="5693456" y="972198"/>
                </a:lnTo>
                <a:lnTo>
                  <a:pt x="5693456" y="960390"/>
                </a:lnTo>
                <a:lnTo>
                  <a:pt x="5693456" y="948582"/>
                </a:lnTo>
                <a:lnTo>
                  <a:pt x="5669839" y="926934"/>
                </a:lnTo>
                <a:lnTo>
                  <a:pt x="5652127" y="919062"/>
                </a:lnTo>
                <a:lnTo>
                  <a:pt x="5648191" y="897413"/>
                </a:lnTo>
                <a:lnTo>
                  <a:pt x="5648191" y="848213"/>
                </a:lnTo>
                <a:lnTo>
                  <a:pt x="5646223" y="847032"/>
                </a:lnTo>
                <a:lnTo>
                  <a:pt x="5646223" y="865926"/>
                </a:lnTo>
                <a:lnTo>
                  <a:pt x="5646223" y="895446"/>
                </a:lnTo>
                <a:lnTo>
                  <a:pt x="5650159" y="919062"/>
                </a:lnTo>
                <a:lnTo>
                  <a:pt x="5624575" y="930870"/>
                </a:lnTo>
                <a:lnTo>
                  <a:pt x="5604895" y="926934"/>
                </a:lnTo>
                <a:lnTo>
                  <a:pt x="5600959" y="938743"/>
                </a:lnTo>
                <a:lnTo>
                  <a:pt x="5585215" y="952519"/>
                </a:lnTo>
                <a:lnTo>
                  <a:pt x="5585215" y="964327"/>
                </a:lnTo>
                <a:lnTo>
                  <a:pt x="5571439" y="989911"/>
                </a:lnTo>
                <a:lnTo>
                  <a:pt x="5575375" y="997783"/>
                </a:lnTo>
                <a:lnTo>
                  <a:pt x="5577343" y="1013527"/>
                </a:lnTo>
                <a:lnTo>
                  <a:pt x="5559630" y="1039111"/>
                </a:lnTo>
                <a:lnTo>
                  <a:pt x="5536014" y="1062728"/>
                </a:lnTo>
                <a:lnTo>
                  <a:pt x="5518302" y="1078472"/>
                </a:lnTo>
                <a:lnTo>
                  <a:pt x="5502558" y="1096184"/>
                </a:lnTo>
                <a:lnTo>
                  <a:pt x="5482878" y="1107992"/>
                </a:lnTo>
                <a:lnTo>
                  <a:pt x="5478942" y="1141448"/>
                </a:lnTo>
                <a:lnTo>
                  <a:pt x="5463198" y="1153256"/>
                </a:lnTo>
                <a:lnTo>
                  <a:pt x="5463198" y="1176873"/>
                </a:lnTo>
                <a:lnTo>
                  <a:pt x="5467134" y="1184745"/>
                </a:lnTo>
                <a:lnTo>
                  <a:pt x="5461230" y="1194585"/>
                </a:lnTo>
                <a:lnTo>
                  <a:pt x="5461230" y="1237881"/>
                </a:lnTo>
                <a:lnTo>
                  <a:pt x="5482878" y="1251657"/>
                </a:lnTo>
                <a:lnTo>
                  <a:pt x="5502558" y="1275274"/>
                </a:lnTo>
                <a:lnTo>
                  <a:pt x="5502558" y="1316602"/>
                </a:lnTo>
                <a:lnTo>
                  <a:pt x="5482878" y="1340218"/>
                </a:lnTo>
                <a:lnTo>
                  <a:pt x="5475006" y="1340218"/>
                </a:lnTo>
                <a:lnTo>
                  <a:pt x="5463198" y="1348090"/>
                </a:lnTo>
                <a:lnTo>
                  <a:pt x="5463198" y="1359898"/>
                </a:lnTo>
                <a:lnTo>
                  <a:pt x="5453358" y="1355962"/>
                </a:lnTo>
                <a:lnTo>
                  <a:pt x="5441549" y="1371706"/>
                </a:lnTo>
                <a:lnTo>
                  <a:pt x="5445486" y="1416971"/>
                </a:lnTo>
                <a:lnTo>
                  <a:pt x="5437613" y="1446491"/>
                </a:lnTo>
                <a:lnTo>
                  <a:pt x="5421869" y="1481915"/>
                </a:lnTo>
                <a:lnTo>
                  <a:pt x="5412029" y="1491756"/>
                </a:lnTo>
                <a:lnTo>
                  <a:pt x="5392349" y="1491756"/>
                </a:lnTo>
                <a:lnTo>
                  <a:pt x="5372669" y="1519308"/>
                </a:lnTo>
                <a:lnTo>
                  <a:pt x="5364797" y="1523244"/>
                </a:lnTo>
                <a:lnTo>
                  <a:pt x="5352989" y="1523244"/>
                </a:lnTo>
                <a:lnTo>
                  <a:pt x="5343149" y="1515372"/>
                </a:lnTo>
                <a:lnTo>
                  <a:pt x="5335277" y="1495692"/>
                </a:lnTo>
                <a:lnTo>
                  <a:pt x="5335277" y="1470107"/>
                </a:lnTo>
                <a:lnTo>
                  <a:pt x="5319532" y="1458299"/>
                </a:lnTo>
                <a:lnTo>
                  <a:pt x="5317564" y="1438619"/>
                </a:lnTo>
                <a:lnTo>
                  <a:pt x="5307724" y="1428779"/>
                </a:lnTo>
                <a:lnTo>
                  <a:pt x="5313628" y="1389419"/>
                </a:lnTo>
                <a:lnTo>
                  <a:pt x="5295916" y="1375642"/>
                </a:lnTo>
                <a:lnTo>
                  <a:pt x="5297491" y="1371865"/>
                </a:lnTo>
                <a:lnTo>
                  <a:pt x="5290012" y="1359898"/>
                </a:lnTo>
                <a:lnTo>
                  <a:pt x="5290012" y="1340218"/>
                </a:lnTo>
                <a:lnTo>
                  <a:pt x="5276236" y="1330378"/>
                </a:lnTo>
                <a:lnTo>
                  <a:pt x="5278204" y="1312666"/>
                </a:lnTo>
                <a:lnTo>
                  <a:pt x="5276236" y="1306762"/>
                </a:lnTo>
                <a:lnTo>
                  <a:pt x="5266395" y="1316602"/>
                </a:lnTo>
                <a:lnTo>
                  <a:pt x="5266395" y="1330378"/>
                </a:lnTo>
                <a:lnTo>
                  <a:pt x="5254587" y="1340218"/>
                </a:lnTo>
                <a:lnTo>
                  <a:pt x="5242779" y="1346122"/>
                </a:lnTo>
                <a:lnTo>
                  <a:pt x="5242779" y="1336282"/>
                </a:lnTo>
                <a:lnTo>
                  <a:pt x="5230971" y="1346122"/>
                </a:lnTo>
                <a:lnTo>
                  <a:pt x="5230971" y="1352026"/>
                </a:lnTo>
                <a:lnTo>
                  <a:pt x="5213259" y="1379579"/>
                </a:lnTo>
                <a:lnTo>
                  <a:pt x="5201451" y="1385483"/>
                </a:lnTo>
                <a:lnTo>
                  <a:pt x="5185707" y="1397291"/>
                </a:lnTo>
                <a:lnTo>
                  <a:pt x="5167995" y="1405163"/>
                </a:lnTo>
                <a:lnTo>
                  <a:pt x="5156187" y="1389419"/>
                </a:lnTo>
                <a:lnTo>
                  <a:pt x="5167995" y="1375643"/>
                </a:lnTo>
                <a:lnTo>
                  <a:pt x="5160123" y="1375643"/>
                </a:lnTo>
                <a:lnTo>
                  <a:pt x="5152251" y="1379579"/>
                </a:lnTo>
                <a:lnTo>
                  <a:pt x="5140442" y="1379579"/>
                </a:lnTo>
                <a:lnTo>
                  <a:pt x="5140442" y="1367770"/>
                </a:lnTo>
                <a:lnTo>
                  <a:pt x="5132570" y="1363834"/>
                </a:lnTo>
                <a:lnTo>
                  <a:pt x="5124698" y="1352026"/>
                </a:lnTo>
                <a:lnTo>
                  <a:pt x="5124698" y="1346122"/>
                </a:lnTo>
                <a:lnTo>
                  <a:pt x="5140442" y="1340218"/>
                </a:lnTo>
                <a:lnTo>
                  <a:pt x="5140442" y="1330378"/>
                </a:lnTo>
                <a:lnTo>
                  <a:pt x="5148315" y="1318570"/>
                </a:lnTo>
                <a:lnTo>
                  <a:pt x="5136506" y="1316602"/>
                </a:lnTo>
                <a:lnTo>
                  <a:pt x="5132570" y="1324474"/>
                </a:lnTo>
                <a:lnTo>
                  <a:pt x="5122730" y="1328410"/>
                </a:lnTo>
                <a:lnTo>
                  <a:pt x="5122730" y="1316602"/>
                </a:lnTo>
                <a:lnTo>
                  <a:pt x="5124698" y="1304794"/>
                </a:lnTo>
                <a:lnTo>
                  <a:pt x="5136506" y="1300858"/>
                </a:lnTo>
                <a:lnTo>
                  <a:pt x="5140442" y="1289050"/>
                </a:lnTo>
                <a:lnTo>
                  <a:pt x="5156187" y="1271338"/>
                </a:lnTo>
                <a:lnTo>
                  <a:pt x="5156187" y="1259529"/>
                </a:lnTo>
                <a:lnTo>
                  <a:pt x="5152251" y="1263466"/>
                </a:lnTo>
                <a:lnTo>
                  <a:pt x="5140442" y="1275274"/>
                </a:lnTo>
                <a:lnTo>
                  <a:pt x="5128634" y="1275274"/>
                </a:lnTo>
                <a:lnTo>
                  <a:pt x="5122730" y="1271338"/>
                </a:lnTo>
                <a:lnTo>
                  <a:pt x="5128634" y="1263466"/>
                </a:lnTo>
                <a:lnTo>
                  <a:pt x="5128634" y="1251657"/>
                </a:lnTo>
                <a:lnTo>
                  <a:pt x="5118794" y="1247721"/>
                </a:lnTo>
                <a:lnTo>
                  <a:pt x="5118794" y="1239849"/>
                </a:lnTo>
                <a:lnTo>
                  <a:pt x="5136506" y="1233945"/>
                </a:lnTo>
                <a:lnTo>
                  <a:pt x="5144378" y="1237881"/>
                </a:lnTo>
                <a:lnTo>
                  <a:pt x="5156187" y="1233945"/>
                </a:lnTo>
                <a:lnTo>
                  <a:pt x="5167995" y="1230009"/>
                </a:lnTo>
                <a:lnTo>
                  <a:pt x="5177835" y="1226073"/>
                </a:lnTo>
                <a:lnTo>
                  <a:pt x="5177835" y="1218201"/>
                </a:lnTo>
                <a:lnTo>
                  <a:pt x="5167995" y="1222137"/>
                </a:lnTo>
                <a:lnTo>
                  <a:pt x="5160123" y="1226073"/>
                </a:lnTo>
                <a:lnTo>
                  <a:pt x="5132570" y="1226073"/>
                </a:lnTo>
                <a:lnTo>
                  <a:pt x="5124698" y="1230009"/>
                </a:lnTo>
                <a:lnTo>
                  <a:pt x="5114858" y="1226073"/>
                </a:lnTo>
                <a:lnTo>
                  <a:pt x="5114858" y="1206393"/>
                </a:lnTo>
                <a:lnTo>
                  <a:pt x="5114858" y="1188681"/>
                </a:lnTo>
                <a:lnTo>
                  <a:pt x="5118794" y="1184745"/>
                </a:lnTo>
                <a:lnTo>
                  <a:pt x="5118794" y="1176873"/>
                </a:lnTo>
                <a:lnTo>
                  <a:pt x="5124698" y="1169001"/>
                </a:lnTo>
                <a:lnTo>
                  <a:pt x="5132570" y="1165065"/>
                </a:lnTo>
                <a:lnTo>
                  <a:pt x="5144378" y="1149320"/>
                </a:lnTo>
                <a:lnTo>
                  <a:pt x="5167995" y="1147352"/>
                </a:lnTo>
                <a:lnTo>
                  <a:pt x="5167995" y="1141448"/>
                </a:lnTo>
                <a:lnTo>
                  <a:pt x="5160123" y="1139480"/>
                </a:lnTo>
                <a:lnTo>
                  <a:pt x="5160123" y="1131608"/>
                </a:lnTo>
                <a:lnTo>
                  <a:pt x="5171931" y="1127672"/>
                </a:lnTo>
                <a:lnTo>
                  <a:pt x="5171931" y="1119800"/>
                </a:lnTo>
                <a:lnTo>
                  <a:pt x="5185707" y="1107992"/>
                </a:lnTo>
                <a:lnTo>
                  <a:pt x="5197515" y="1107992"/>
                </a:lnTo>
                <a:lnTo>
                  <a:pt x="5201451" y="1100120"/>
                </a:lnTo>
                <a:lnTo>
                  <a:pt x="5217195" y="1090280"/>
                </a:lnTo>
                <a:lnTo>
                  <a:pt x="5227035" y="1090280"/>
                </a:lnTo>
                <a:lnTo>
                  <a:pt x="5230971" y="1082408"/>
                </a:lnTo>
                <a:lnTo>
                  <a:pt x="5238843" y="1078472"/>
                </a:lnTo>
                <a:lnTo>
                  <a:pt x="5242779" y="1054856"/>
                </a:lnTo>
                <a:lnTo>
                  <a:pt x="5284108" y="1017463"/>
                </a:lnTo>
                <a:lnTo>
                  <a:pt x="5284108" y="1005655"/>
                </a:lnTo>
                <a:lnTo>
                  <a:pt x="5307724" y="976135"/>
                </a:lnTo>
                <a:lnTo>
                  <a:pt x="5319532" y="976135"/>
                </a:lnTo>
                <a:lnTo>
                  <a:pt x="5329372" y="960391"/>
                </a:lnTo>
                <a:lnTo>
                  <a:pt x="5319532" y="964327"/>
                </a:lnTo>
                <a:lnTo>
                  <a:pt x="5319532" y="956455"/>
                </a:lnTo>
                <a:lnTo>
                  <a:pt x="5325436" y="948583"/>
                </a:lnTo>
                <a:lnTo>
                  <a:pt x="5331340" y="926934"/>
                </a:lnTo>
                <a:lnTo>
                  <a:pt x="5331340" y="907254"/>
                </a:lnTo>
                <a:lnTo>
                  <a:pt x="5352988" y="903318"/>
                </a:lnTo>
                <a:lnTo>
                  <a:pt x="5364796" y="895446"/>
                </a:lnTo>
                <a:lnTo>
                  <a:pt x="5354956" y="889542"/>
                </a:lnTo>
                <a:lnTo>
                  <a:pt x="5341180" y="893478"/>
                </a:lnTo>
                <a:lnTo>
                  <a:pt x="5341180" y="877734"/>
                </a:lnTo>
                <a:lnTo>
                  <a:pt x="5347084" y="873798"/>
                </a:lnTo>
                <a:lnTo>
                  <a:pt x="5364796" y="858054"/>
                </a:lnTo>
                <a:lnTo>
                  <a:pt x="5376604" y="850182"/>
                </a:lnTo>
                <a:lnTo>
                  <a:pt x="5388413" y="850182"/>
                </a:lnTo>
                <a:lnTo>
                  <a:pt x="5400221" y="844278"/>
                </a:lnTo>
                <a:lnTo>
                  <a:pt x="5384476" y="840342"/>
                </a:lnTo>
                <a:lnTo>
                  <a:pt x="5400221" y="836406"/>
                </a:lnTo>
                <a:lnTo>
                  <a:pt x="5412029" y="836406"/>
                </a:lnTo>
                <a:lnTo>
                  <a:pt x="5415965" y="828533"/>
                </a:lnTo>
                <a:lnTo>
                  <a:pt x="5392349" y="828533"/>
                </a:lnTo>
                <a:lnTo>
                  <a:pt x="5417933" y="804917"/>
                </a:lnTo>
                <a:lnTo>
                  <a:pt x="5425805" y="812789"/>
                </a:lnTo>
                <a:lnTo>
                  <a:pt x="5433677" y="812789"/>
                </a:lnTo>
                <a:lnTo>
                  <a:pt x="5433677" y="799013"/>
                </a:lnTo>
                <a:lnTo>
                  <a:pt x="5457293" y="799013"/>
                </a:lnTo>
                <a:lnTo>
                  <a:pt x="5457293" y="791141"/>
                </a:lnTo>
                <a:lnTo>
                  <a:pt x="5445485" y="791141"/>
                </a:lnTo>
                <a:lnTo>
                  <a:pt x="5429741" y="791141"/>
                </a:lnTo>
                <a:lnTo>
                  <a:pt x="5441549" y="779333"/>
                </a:lnTo>
                <a:lnTo>
                  <a:pt x="5457293" y="783269"/>
                </a:lnTo>
                <a:lnTo>
                  <a:pt x="5469101" y="775397"/>
                </a:lnTo>
                <a:lnTo>
                  <a:pt x="5463197" y="767525"/>
                </a:lnTo>
                <a:lnTo>
                  <a:pt x="5475005" y="755717"/>
                </a:lnTo>
                <a:lnTo>
                  <a:pt x="5486813" y="753749"/>
                </a:lnTo>
                <a:lnTo>
                  <a:pt x="5490749" y="759653"/>
                </a:lnTo>
                <a:lnTo>
                  <a:pt x="5498621" y="753749"/>
                </a:lnTo>
                <a:lnTo>
                  <a:pt x="5502557" y="745877"/>
                </a:lnTo>
                <a:lnTo>
                  <a:pt x="5510430" y="749813"/>
                </a:lnTo>
                <a:lnTo>
                  <a:pt x="5516334" y="749813"/>
                </a:lnTo>
                <a:lnTo>
                  <a:pt x="5514366" y="741941"/>
                </a:lnTo>
                <a:lnTo>
                  <a:pt x="5506493" y="738005"/>
                </a:lnTo>
                <a:lnTo>
                  <a:pt x="5510430" y="730133"/>
                </a:lnTo>
                <a:lnTo>
                  <a:pt x="5520270" y="730133"/>
                </a:lnTo>
                <a:lnTo>
                  <a:pt x="5524206" y="738005"/>
                </a:lnTo>
                <a:lnTo>
                  <a:pt x="5532078" y="726196"/>
                </a:lnTo>
                <a:lnTo>
                  <a:pt x="5539950" y="722260"/>
                </a:lnTo>
                <a:lnTo>
                  <a:pt x="5547822" y="722260"/>
                </a:lnTo>
                <a:lnTo>
                  <a:pt x="5539950" y="730133"/>
                </a:lnTo>
                <a:lnTo>
                  <a:pt x="5539950" y="741941"/>
                </a:lnTo>
                <a:lnTo>
                  <a:pt x="5539950" y="749813"/>
                </a:lnTo>
                <a:lnTo>
                  <a:pt x="5547822" y="749813"/>
                </a:lnTo>
                <a:lnTo>
                  <a:pt x="5555694" y="741941"/>
                </a:lnTo>
                <a:lnTo>
                  <a:pt x="5555694" y="730133"/>
                </a:lnTo>
                <a:lnTo>
                  <a:pt x="5563566" y="722260"/>
                </a:lnTo>
                <a:lnTo>
                  <a:pt x="5581278" y="722260"/>
                </a:lnTo>
                <a:lnTo>
                  <a:pt x="5585214" y="726196"/>
                </a:lnTo>
                <a:lnTo>
                  <a:pt x="5593086" y="726196"/>
                </a:lnTo>
                <a:lnTo>
                  <a:pt x="5597022" y="718324"/>
                </a:lnTo>
                <a:lnTo>
                  <a:pt x="5569470" y="710452"/>
                </a:lnTo>
                <a:lnTo>
                  <a:pt x="5573406" y="704548"/>
                </a:lnTo>
                <a:lnTo>
                  <a:pt x="5585214" y="700614"/>
                </a:lnTo>
                <a:lnTo>
                  <a:pt x="5600958" y="704548"/>
                </a:lnTo>
                <a:lnTo>
                  <a:pt x="5616702" y="716356"/>
                </a:lnTo>
                <a:lnTo>
                  <a:pt x="5618670" y="718324"/>
                </a:lnTo>
                <a:lnTo>
                  <a:pt x="5638351" y="718324"/>
                </a:lnTo>
                <a:lnTo>
                  <a:pt x="5634415" y="706516"/>
                </a:lnTo>
                <a:lnTo>
                  <a:pt x="5646223" y="700614"/>
                </a:lnTo>
                <a:lnTo>
                  <a:pt x="5658031" y="698647"/>
                </a:lnTo>
                <a:lnTo>
                  <a:pt x="5665903" y="688806"/>
                </a:lnTo>
                <a:lnTo>
                  <a:pt x="5671807" y="686838"/>
                </a:lnTo>
                <a:lnTo>
                  <a:pt x="5665903" y="676998"/>
                </a:lnTo>
                <a:lnTo>
                  <a:pt x="5667871" y="671093"/>
                </a:lnTo>
                <a:lnTo>
                  <a:pt x="5675743" y="671093"/>
                </a:lnTo>
                <a:lnTo>
                  <a:pt x="5691488" y="671093"/>
                </a:lnTo>
                <a:lnTo>
                  <a:pt x="5699359" y="671093"/>
                </a:lnTo>
                <a:lnTo>
                  <a:pt x="5703295" y="676998"/>
                </a:lnTo>
                <a:lnTo>
                  <a:pt x="5687551" y="686838"/>
                </a:lnTo>
                <a:lnTo>
                  <a:pt x="5679679" y="698647"/>
                </a:lnTo>
                <a:lnTo>
                  <a:pt x="5675743" y="710452"/>
                </a:lnTo>
                <a:lnTo>
                  <a:pt x="5699359" y="700614"/>
                </a:lnTo>
                <a:lnTo>
                  <a:pt x="5703295" y="692741"/>
                </a:lnTo>
                <a:lnTo>
                  <a:pt x="5715103" y="675029"/>
                </a:lnTo>
                <a:lnTo>
                  <a:pt x="5728879" y="675029"/>
                </a:lnTo>
                <a:lnTo>
                  <a:pt x="5721007" y="682902"/>
                </a:lnTo>
                <a:lnTo>
                  <a:pt x="5728879" y="688806"/>
                </a:lnTo>
                <a:lnTo>
                  <a:pt x="5736751" y="675029"/>
                </a:lnTo>
                <a:lnTo>
                  <a:pt x="5732815" y="663221"/>
                </a:lnTo>
                <a:lnTo>
                  <a:pt x="5760368" y="665190"/>
                </a:lnTo>
                <a:lnTo>
                  <a:pt x="5772176" y="675029"/>
                </a:lnTo>
                <a:lnTo>
                  <a:pt x="5760368" y="682902"/>
                </a:lnTo>
                <a:lnTo>
                  <a:pt x="5772176" y="688806"/>
                </a:lnTo>
                <a:lnTo>
                  <a:pt x="5778080" y="676998"/>
                </a:lnTo>
                <a:lnTo>
                  <a:pt x="5793824" y="675029"/>
                </a:lnTo>
                <a:lnTo>
                  <a:pt x="5831216" y="698647"/>
                </a:lnTo>
                <a:lnTo>
                  <a:pt x="5813504" y="710452"/>
                </a:lnTo>
                <a:lnTo>
                  <a:pt x="5782016" y="706516"/>
                </a:lnTo>
                <a:lnTo>
                  <a:pt x="5778080" y="710452"/>
                </a:lnTo>
                <a:lnTo>
                  <a:pt x="5805632" y="722260"/>
                </a:lnTo>
                <a:lnTo>
                  <a:pt x="5805632" y="726196"/>
                </a:lnTo>
                <a:lnTo>
                  <a:pt x="5813504" y="730133"/>
                </a:lnTo>
                <a:lnTo>
                  <a:pt x="5827280" y="722260"/>
                </a:lnTo>
                <a:lnTo>
                  <a:pt x="5839088" y="730133"/>
                </a:lnTo>
                <a:lnTo>
                  <a:pt x="5826616" y="735384"/>
                </a:lnTo>
                <a:lnTo>
                  <a:pt x="5839089" y="732102"/>
                </a:lnTo>
                <a:lnTo>
                  <a:pt x="5856801" y="732102"/>
                </a:lnTo>
                <a:lnTo>
                  <a:pt x="5856801" y="720294"/>
                </a:lnTo>
                <a:lnTo>
                  <a:pt x="5872545" y="720294"/>
                </a:lnTo>
                <a:lnTo>
                  <a:pt x="5894194" y="728166"/>
                </a:lnTo>
                <a:lnTo>
                  <a:pt x="5894194" y="734070"/>
                </a:lnTo>
                <a:lnTo>
                  <a:pt x="5874513" y="736038"/>
                </a:lnTo>
                <a:lnTo>
                  <a:pt x="5880417" y="745878"/>
                </a:lnTo>
                <a:lnTo>
                  <a:pt x="5898130" y="747846"/>
                </a:lnTo>
                <a:lnTo>
                  <a:pt x="5911906" y="753750"/>
                </a:lnTo>
                <a:lnTo>
                  <a:pt x="5939458" y="751782"/>
                </a:lnTo>
                <a:lnTo>
                  <a:pt x="5980786" y="759654"/>
                </a:lnTo>
                <a:lnTo>
                  <a:pt x="6022115" y="783270"/>
                </a:lnTo>
                <a:lnTo>
                  <a:pt x="6057539" y="793110"/>
                </a:lnTo>
                <a:lnTo>
                  <a:pt x="6073283" y="800982"/>
                </a:lnTo>
                <a:lnTo>
                  <a:pt x="6083123" y="810822"/>
                </a:lnTo>
                <a:lnTo>
                  <a:pt x="6096899" y="810822"/>
                </a:lnTo>
                <a:lnTo>
                  <a:pt x="6112644" y="818694"/>
                </a:lnTo>
                <a:lnTo>
                  <a:pt x="6124452" y="828535"/>
                </a:lnTo>
                <a:lnTo>
                  <a:pt x="6124452" y="865927"/>
                </a:lnTo>
                <a:lnTo>
                  <a:pt x="6065411" y="907255"/>
                </a:lnTo>
                <a:lnTo>
                  <a:pt x="6031955" y="903319"/>
                </a:lnTo>
                <a:lnTo>
                  <a:pt x="5990626" y="889543"/>
                </a:lnTo>
                <a:lnTo>
                  <a:pt x="5955202" y="877735"/>
                </a:lnTo>
                <a:lnTo>
                  <a:pt x="5927650" y="865927"/>
                </a:lnTo>
                <a:lnTo>
                  <a:pt x="5909938" y="865927"/>
                </a:lnTo>
                <a:lnTo>
                  <a:pt x="5876481" y="846247"/>
                </a:lnTo>
                <a:lnTo>
                  <a:pt x="5874513" y="858055"/>
                </a:lnTo>
                <a:lnTo>
                  <a:pt x="5909938" y="881671"/>
                </a:lnTo>
                <a:lnTo>
                  <a:pt x="5941426" y="915127"/>
                </a:lnTo>
                <a:lnTo>
                  <a:pt x="5945362" y="934807"/>
                </a:lnTo>
                <a:lnTo>
                  <a:pt x="5929618" y="958424"/>
                </a:lnTo>
                <a:lnTo>
                  <a:pt x="5945362" y="976136"/>
                </a:lnTo>
                <a:lnTo>
                  <a:pt x="5941426" y="1011560"/>
                </a:lnTo>
                <a:lnTo>
                  <a:pt x="5943394" y="1027304"/>
                </a:lnTo>
                <a:lnTo>
                  <a:pt x="5965042" y="1021400"/>
                </a:lnTo>
                <a:lnTo>
                  <a:pt x="5992594" y="1050920"/>
                </a:lnTo>
                <a:lnTo>
                  <a:pt x="6028019" y="1045016"/>
                </a:lnTo>
                <a:lnTo>
                  <a:pt x="6035891" y="1033208"/>
                </a:lnTo>
                <a:lnTo>
                  <a:pt x="6022115" y="1023368"/>
                </a:lnTo>
                <a:lnTo>
                  <a:pt x="6010307" y="1019432"/>
                </a:lnTo>
                <a:lnTo>
                  <a:pt x="5990626" y="991880"/>
                </a:lnTo>
                <a:lnTo>
                  <a:pt x="6000467" y="966296"/>
                </a:lnTo>
                <a:lnTo>
                  <a:pt x="6012275" y="968264"/>
                </a:lnTo>
                <a:lnTo>
                  <a:pt x="6022115" y="984008"/>
                </a:lnTo>
                <a:lnTo>
                  <a:pt x="6063443" y="1001720"/>
                </a:lnTo>
                <a:lnTo>
                  <a:pt x="6094931" y="999752"/>
                </a:lnTo>
                <a:lnTo>
                  <a:pt x="6100835" y="984008"/>
                </a:lnTo>
                <a:lnTo>
                  <a:pt x="6081155" y="940712"/>
                </a:lnTo>
                <a:lnTo>
                  <a:pt x="6116580" y="911191"/>
                </a:lnTo>
                <a:lnTo>
                  <a:pt x="6142164" y="895447"/>
                </a:lnTo>
                <a:lnTo>
                  <a:pt x="6142164" y="875767"/>
                </a:lnTo>
                <a:lnTo>
                  <a:pt x="6169716" y="877735"/>
                </a:lnTo>
                <a:lnTo>
                  <a:pt x="6203172" y="899383"/>
                </a:lnTo>
                <a:lnTo>
                  <a:pt x="6220885" y="854119"/>
                </a:lnTo>
                <a:lnTo>
                  <a:pt x="6199236" y="844279"/>
                </a:lnTo>
                <a:lnTo>
                  <a:pt x="6199236" y="834439"/>
                </a:lnTo>
                <a:lnTo>
                  <a:pt x="6209076" y="828535"/>
                </a:lnTo>
                <a:lnTo>
                  <a:pt x="6209076" y="804918"/>
                </a:lnTo>
                <a:lnTo>
                  <a:pt x="6199236" y="797046"/>
                </a:lnTo>
                <a:lnTo>
                  <a:pt x="6181524" y="787206"/>
                </a:lnTo>
                <a:lnTo>
                  <a:pt x="6181524" y="781302"/>
                </a:lnTo>
                <a:lnTo>
                  <a:pt x="6195300" y="779334"/>
                </a:lnTo>
                <a:lnTo>
                  <a:pt x="6230725" y="783270"/>
                </a:lnTo>
                <a:lnTo>
                  <a:pt x="6264181" y="793110"/>
                </a:lnTo>
                <a:lnTo>
                  <a:pt x="6283861" y="814758"/>
                </a:lnTo>
                <a:lnTo>
                  <a:pt x="6244501" y="820662"/>
                </a:lnTo>
                <a:lnTo>
                  <a:pt x="6242533" y="828535"/>
                </a:lnTo>
                <a:lnTo>
                  <a:pt x="6230725" y="834439"/>
                </a:lnTo>
                <a:lnTo>
                  <a:pt x="6246469" y="844279"/>
                </a:lnTo>
                <a:lnTo>
                  <a:pt x="6250405" y="852151"/>
                </a:lnTo>
                <a:lnTo>
                  <a:pt x="6283861" y="861991"/>
                </a:lnTo>
                <a:lnTo>
                  <a:pt x="6309445" y="852151"/>
                </a:lnTo>
                <a:lnTo>
                  <a:pt x="6311413" y="836407"/>
                </a:lnTo>
                <a:lnTo>
                  <a:pt x="6309445" y="822630"/>
                </a:lnTo>
                <a:lnTo>
                  <a:pt x="6319285" y="820662"/>
                </a:lnTo>
                <a:lnTo>
                  <a:pt x="6329125" y="828535"/>
                </a:lnTo>
                <a:lnTo>
                  <a:pt x="6338966" y="828535"/>
                </a:lnTo>
                <a:lnTo>
                  <a:pt x="6338966" y="816726"/>
                </a:lnTo>
                <a:lnTo>
                  <a:pt x="6362582" y="816726"/>
                </a:lnTo>
                <a:lnTo>
                  <a:pt x="6380294" y="804918"/>
                </a:lnTo>
                <a:lnTo>
                  <a:pt x="6396038" y="793110"/>
                </a:lnTo>
                <a:lnTo>
                  <a:pt x="6421622" y="787206"/>
                </a:lnTo>
                <a:lnTo>
                  <a:pt x="6433430" y="787206"/>
                </a:lnTo>
                <a:lnTo>
                  <a:pt x="6435398" y="793110"/>
                </a:lnTo>
                <a:lnTo>
                  <a:pt x="6447207" y="789174"/>
                </a:lnTo>
                <a:lnTo>
                  <a:pt x="6445238" y="781302"/>
                </a:lnTo>
                <a:lnTo>
                  <a:pt x="6459015" y="779334"/>
                </a:lnTo>
                <a:lnTo>
                  <a:pt x="6474759" y="769494"/>
                </a:lnTo>
                <a:lnTo>
                  <a:pt x="6494439" y="767526"/>
                </a:lnTo>
                <a:lnTo>
                  <a:pt x="6482631" y="775398"/>
                </a:lnTo>
                <a:lnTo>
                  <a:pt x="6490503" y="787206"/>
                </a:lnTo>
                <a:lnTo>
                  <a:pt x="6474759" y="797046"/>
                </a:lnTo>
                <a:lnTo>
                  <a:pt x="6482631" y="802950"/>
                </a:lnTo>
                <a:lnTo>
                  <a:pt x="6498375" y="797046"/>
                </a:lnTo>
                <a:lnTo>
                  <a:pt x="6502311" y="800982"/>
                </a:lnTo>
                <a:lnTo>
                  <a:pt x="6521991" y="800982"/>
                </a:lnTo>
                <a:lnTo>
                  <a:pt x="6518055" y="793110"/>
                </a:lnTo>
                <a:lnTo>
                  <a:pt x="6531831" y="783270"/>
                </a:lnTo>
                <a:lnTo>
                  <a:pt x="6547575" y="783270"/>
                </a:lnTo>
                <a:lnTo>
                  <a:pt x="6549543" y="787206"/>
                </a:lnTo>
                <a:lnTo>
                  <a:pt x="6573160" y="787206"/>
                </a:lnTo>
                <a:lnTo>
                  <a:pt x="6588904" y="775398"/>
                </a:lnTo>
                <a:lnTo>
                  <a:pt x="6604648" y="775398"/>
                </a:lnTo>
                <a:lnTo>
                  <a:pt x="6622360" y="765558"/>
                </a:lnTo>
                <a:lnTo>
                  <a:pt x="6638104" y="771462"/>
                </a:lnTo>
                <a:lnTo>
                  <a:pt x="6636136" y="787206"/>
                </a:lnTo>
                <a:lnTo>
                  <a:pt x="6647944" y="793110"/>
                </a:lnTo>
                <a:lnTo>
                  <a:pt x="6659752" y="787206"/>
                </a:lnTo>
                <a:lnTo>
                  <a:pt x="6657784" y="779334"/>
                </a:lnTo>
                <a:lnTo>
                  <a:pt x="6683369" y="775398"/>
                </a:lnTo>
                <a:lnTo>
                  <a:pt x="6683369" y="753750"/>
                </a:lnTo>
                <a:lnTo>
                  <a:pt x="6671560" y="741942"/>
                </a:lnTo>
                <a:lnTo>
                  <a:pt x="6693209" y="728166"/>
                </a:lnTo>
                <a:lnTo>
                  <a:pt x="6767993" y="736038"/>
                </a:lnTo>
                <a:lnTo>
                  <a:pt x="6803418" y="753750"/>
                </a:lnTo>
                <a:lnTo>
                  <a:pt x="6817194" y="759654"/>
                </a:lnTo>
                <a:lnTo>
                  <a:pt x="6836874" y="765558"/>
                </a:lnTo>
                <a:lnTo>
                  <a:pt x="6850650" y="775398"/>
                </a:lnTo>
                <a:lnTo>
                  <a:pt x="6864426" y="775398"/>
                </a:lnTo>
                <a:lnTo>
                  <a:pt x="6884106" y="787206"/>
                </a:lnTo>
                <a:lnTo>
                  <a:pt x="6886074" y="797046"/>
                </a:lnTo>
                <a:lnTo>
                  <a:pt x="6893946" y="800982"/>
                </a:lnTo>
                <a:lnTo>
                  <a:pt x="6921499" y="787206"/>
                </a:lnTo>
                <a:lnTo>
                  <a:pt x="6921499" y="769494"/>
                </a:lnTo>
                <a:lnTo>
                  <a:pt x="6905755" y="767526"/>
                </a:lnTo>
                <a:lnTo>
                  <a:pt x="6886074" y="753750"/>
                </a:lnTo>
                <a:lnTo>
                  <a:pt x="6890010" y="745878"/>
                </a:lnTo>
                <a:lnTo>
                  <a:pt x="6872298" y="734070"/>
                </a:lnTo>
                <a:lnTo>
                  <a:pt x="6862458" y="739974"/>
                </a:lnTo>
                <a:lnTo>
                  <a:pt x="6856554" y="720294"/>
                </a:lnTo>
                <a:lnTo>
                  <a:pt x="6862458" y="718326"/>
                </a:lnTo>
                <a:lnTo>
                  <a:pt x="6862458" y="684871"/>
                </a:lnTo>
                <a:lnTo>
                  <a:pt x="6858522" y="676999"/>
                </a:lnTo>
                <a:lnTo>
                  <a:pt x="6864426" y="661255"/>
                </a:lnTo>
                <a:lnTo>
                  <a:pt x="6891978" y="639610"/>
                </a:lnTo>
                <a:lnTo>
                  <a:pt x="6915595" y="610089"/>
                </a:lnTo>
                <a:lnTo>
                  <a:pt x="6927403" y="562854"/>
                </a:lnTo>
                <a:lnTo>
                  <a:pt x="6951019" y="554982"/>
                </a:lnTo>
                <a:lnTo>
                  <a:pt x="6968731" y="562854"/>
                </a:lnTo>
                <a:lnTo>
                  <a:pt x="7000219" y="560890"/>
                </a:lnTo>
                <a:lnTo>
                  <a:pt x="7027772" y="576630"/>
                </a:lnTo>
                <a:lnTo>
                  <a:pt x="7021868" y="596312"/>
                </a:lnTo>
                <a:lnTo>
                  <a:pt x="7029740" y="598280"/>
                </a:lnTo>
                <a:lnTo>
                  <a:pt x="7027772" y="612054"/>
                </a:lnTo>
                <a:lnTo>
                  <a:pt x="6996283" y="637640"/>
                </a:lnTo>
                <a:lnTo>
                  <a:pt x="6994315" y="651415"/>
                </a:lnTo>
                <a:lnTo>
                  <a:pt x="7017932" y="655351"/>
                </a:lnTo>
                <a:lnTo>
                  <a:pt x="7019900" y="688809"/>
                </a:lnTo>
                <a:lnTo>
                  <a:pt x="7033676" y="692743"/>
                </a:lnTo>
                <a:lnTo>
                  <a:pt x="7015964" y="706517"/>
                </a:lnTo>
                <a:lnTo>
                  <a:pt x="7015964" y="741942"/>
                </a:lnTo>
                <a:lnTo>
                  <a:pt x="7025804" y="747846"/>
                </a:lnTo>
                <a:lnTo>
                  <a:pt x="7015964" y="765558"/>
                </a:lnTo>
                <a:lnTo>
                  <a:pt x="7033676" y="781302"/>
                </a:lnTo>
                <a:lnTo>
                  <a:pt x="7053356" y="783270"/>
                </a:lnTo>
                <a:lnTo>
                  <a:pt x="7031708" y="799014"/>
                </a:lnTo>
                <a:lnTo>
                  <a:pt x="7037612" y="806886"/>
                </a:lnTo>
                <a:lnTo>
                  <a:pt x="7025804" y="828535"/>
                </a:lnTo>
                <a:lnTo>
                  <a:pt x="7002187" y="844279"/>
                </a:lnTo>
                <a:lnTo>
                  <a:pt x="7002187" y="850183"/>
                </a:lnTo>
                <a:lnTo>
                  <a:pt x="6990379" y="858055"/>
                </a:lnTo>
                <a:lnTo>
                  <a:pt x="6990379" y="865927"/>
                </a:lnTo>
                <a:lnTo>
                  <a:pt x="6968731" y="875767"/>
                </a:lnTo>
                <a:lnTo>
                  <a:pt x="6952987" y="861991"/>
                </a:lnTo>
                <a:lnTo>
                  <a:pt x="6941179" y="858055"/>
                </a:lnTo>
                <a:lnTo>
                  <a:pt x="6925435" y="861991"/>
                </a:lnTo>
                <a:lnTo>
                  <a:pt x="6905755" y="861991"/>
                </a:lnTo>
                <a:lnTo>
                  <a:pt x="6899850" y="865927"/>
                </a:lnTo>
                <a:lnTo>
                  <a:pt x="6903787" y="869863"/>
                </a:lnTo>
                <a:lnTo>
                  <a:pt x="6923467" y="871831"/>
                </a:lnTo>
                <a:lnTo>
                  <a:pt x="6943147" y="889543"/>
                </a:lnTo>
                <a:lnTo>
                  <a:pt x="6998251" y="889543"/>
                </a:lnTo>
                <a:lnTo>
                  <a:pt x="7006123" y="897415"/>
                </a:lnTo>
                <a:lnTo>
                  <a:pt x="7019900" y="877735"/>
                </a:lnTo>
                <a:lnTo>
                  <a:pt x="7045484" y="863959"/>
                </a:lnTo>
                <a:lnTo>
                  <a:pt x="7063196" y="838375"/>
                </a:lnTo>
                <a:lnTo>
                  <a:pt x="7080908" y="830503"/>
                </a:lnTo>
                <a:lnTo>
                  <a:pt x="7084844" y="816726"/>
                </a:lnTo>
                <a:lnTo>
                  <a:pt x="7069100" y="793110"/>
                </a:lnTo>
                <a:lnTo>
                  <a:pt x="7063196" y="783270"/>
                </a:lnTo>
                <a:lnTo>
                  <a:pt x="7112396" y="765558"/>
                </a:lnTo>
                <a:lnTo>
                  <a:pt x="7132077" y="767526"/>
                </a:lnTo>
                <a:lnTo>
                  <a:pt x="7139949" y="775398"/>
                </a:lnTo>
                <a:lnTo>
                  <a:pt x="7155693" y="793110"/>
                </a:lnTo>
                <a:lnTo>
                  <a:pt x="7145853" y="822630"/>
                </a:lnTo>
                <a:lnTo>
                  <a:pt x="7159629" y="830503"/>
                </a:lnTo>
                <a:lnTo>
                  <a:pt x="7185213" y="834439"/>
                </a:lnTo>
                <a:lnTo>
                  <a:pt x="7202925" y="830503"/>
                </a:lnTo>
                <a:lnTo>
                  <a:pt x="7189149" y="824598"/>
                </a:lnTo>
                <a:lnTo>
                  <a:pt x="7177341" y="828535"/>
                </a:lnTo>
                <a:lnTo>
                  <a:pt x="7163565" y="818694"/>
                </a:lnTo>
                <a:lnTo>
                  <a:pt x="7161597" y="806886"/>
                </a:lnTo>
                <a:lnTo>
                  <a:pt x="7181277" y="797046"/>
                </a:lnTo>
                <a:lnTo>
                  <a:pt x="7163565" y="775398"/>
                </a:lnTo>
                <a:lnTo>
                  <a:pt x="7147821" y="769494"/>
                </a:lnTo>
                <a:lnTo>
                  <a:pt x="7139949" y="757686"/>
                </a:lnTo>
                <a:lnTo>
                  <a:pt x="7102556" y="753750"/>
                </a:lnTo>
                <a:lnTo>
                  <a:pt x="7084844" y="759654"/>
                </a:lnTo>
                <a:lnTo>
                  <a:pt x="7057292" y="753750"/>
                </a:lnTo>
                <a:lnTo>
                  <a:pt x="7051388" y="741942"/>
                </a:lnTo>
                <a:lnTo>
                  <a:pt x="7043516" y="724230"/>
                </a:lnTo>
                <a:lnTo>
                  <a:pt x="7045484" y="710454"/>
                </a:lnTo>
                <a:lnTo>
                  <a:pt x="7061228" y="698648"/>
                </a:lnTo>
                <a:lnTo>
                  <a:pt x="7073036" y="688809"/>
                </a:lnTo>
                <a:lnTo>
                  <a:pt x="7063196" y="665191"/>
                </a:lnTo>
                <a:lnTo>
                  <a:pt x="7037612" y="645511"/>
                </a:lnTo>
                <a:lnTo>
                  <a:pt x="7049420" y="623863"/>
                </a:lnTo>
                <a:lnTo>
                  <a:pt x="7094684" y="606151"/>
                </a:lnTo>
                <a:lnTo>
                  <a:pt x="7096652" y="590410"/>
                </a:lnTo>
                <a:lnTo>
                  <a:pt x="7092716" y="582534"/>
                </a:lnTo>
                <a:lnTo>
                  <a:pt x="7088780" y="572695"/>
                </a:lnTo>
                <a:lnTo>
                  <a:pt x="7075004" y="562854"/>
                </a:lnTo>
                <a:lnTo>
                  <a:pt x="7080908" y="560890"/>
                </a:lnTo>
                <a:lnTo>
                  <a:pt x="7092716" y="562854"/>
                </a:lnTo>
                <a:lnTo>
                  <a:pt x="7110428" y="576630"/>
                </a:lnTo>
                <a:lnTo>
                  <a:pt x="7112396" y="600249"/>
                </a:lnTo>
                <a:lnTo>
                  <a:pt x="7098620" y="614022"/>
                </a:lnTo>
                <a:lnTo>
                  <a:pt x="7098620" y="625831"/>
                </a:lnTo>
                <a:lnTo>
                  <a:pt x="7110428" y="631734"/>
                </a:lnTo>
                <a:lnTo>
                  <a:pt x="7102556" y="647479"/>
                </a:lnTo>
                <a:lnTo>
                  <a:pt x="7143885" y="659289"/>
                </a:lnTo>
                <a:lnTo>
                  <a:pt x="7165533" y="659289"/>
                </a:lnTo>
                <a:lnTo>
                  <a:pt x="7185213" y="671095"/>
                </a:lnTo>
                <a:lnTo>
                  <a:pt x="7204893" y="673063"/>
                </a:lnTo>
                <a:lnTo>
                  <a:pt x="7204893" y="663223"/>
                </a:lnTo>
                <a:lnTo>
                  <a:pt x="7191117" y="661255"/>
                </a:lnTo>
                <a:lnTo>
                  <a:pt x="7179309" y="655351"/>
                </a:lnTo>
                <a:lnTo>
                  <a:pt x="7179309" y="645511"/>
                </a:lnTo>
                <a:lnTo>
                  <a:pt x="7163565" y="647479"/>
                </a:lnTo>
                <a:lnTo>
                  <a:pt x="7132077" y="637640"/>
                </a:lnTo>
                <a:lnTo>
                  <a:pt x="7120268" y="623863"/>
                </a:lnTo>
                <a:lnTo>
                  <a:pt x="7128141" y="612054"/>
                </a:lnTo>
                <a:lnTo>
                  <a:pt x="7143885" y="610089"/>
                </a:lnTo>
                <a:lnTo>
                  <a:pt x="7161597" y="621895"/>
                </a:lnTo>
                <a:lnTo>
                  <a:pt x="7177341" y="621895"/>
                </a:lnTo>
                <a:lnTo>
                  <a:pt x="7177341" y="606151"/>
                </a:lnTo>
                <a:lnTo>
                  <a:pt x="7163565" y="608120"/>
                </a:lnTo>
                <a:lnTo>
                  <a:pt x="7155693" y="608120"/>
                </a:lnTo>
                <a:lnTo>
                  <a:pt x="7155693" y="600249"/>
                </a:lnTo>
                <a:lnTo>
                  <a:pt x="7179309" y="592374"/>
                </a:lnTo>
                <a:lnTo>
                  <a:pt x="7204893" y="592374"/>
                </a:lnTo>
                <a:lnTo>
                  <a:pt x="7248190" y="610089"/>
                </a:lnTo>
                <a:lnTo>
                  <a:pt x="7283614" y="629769"/>
                </a:lnTo>
                <a:lnTo>
                  <a:pt x="7317070" y="627800"/>
                </a:lnTo>
                <a:lnTo>
                  <a:pt x="7321006" y="631734"/>
                </a:lnTo>
                <a:lnTo>
                  <a:pt x="7311166" y="645511"/>
                </a:lnTo>
                <a:lnTo>
                  <a:pt x="7299358" y="645511"/>
                </a:lnTo>
                <a:lnTo>
                  <a:pt x="7285582" y="655351"/>
                </a:lnTo>
                <a:lnTo>
                  <a:pt x="7297390" y="659289"/>
                </a:lnTo>
                <a:lnTo>
                  <a:pt x="7299358" y="675031"/>
                </a:lnTo>
                <a:lnTo>
                  <a:pt x="7322974" y="671095"/>
                </a:lnTo>
                <a:lnTo>
                  <a:pt x="7322974" y="688809"/>
                </a:lnTo>
                <a:lnTo>
                  <a:pt x="7303294" y="704549"/>
                </a:lnTo>
                <a:lnTo>
                  <a:pt x="7332814" y="722262"/>
                </a:lnTo>
                <a:lnTo>
                  <a:pt x="7344622" y="734070"/>
                </a:lnTo>
                <a:lnTo>
                  <a:pt x="7354463" y="736038"/>
                </a:lnTo>
                <a:lnTo>
                  <a:pt x="7364303" y="732102"/>
                </a:lnTo>
                <a:lnTo>
                  <a:pt x="7360367" y="728166"/>
                </a:lnTo>
                <a:lnTo>
                  <a:pt x="7322974" y="704549"/>
                </a:lnTo>
                <a:lnTo>
                  <a:pt x="7340686" y="696680"/>
                </a:lnTo>
                <a:lnTo>
                  <a:pt x="7344622" y="686840"/>
                </a:lnTo>
                <a:lnTo>
                  <a:pt x="7322974" y="663223"/>
                </a:lnTo>
                <a:lnTo>
                  <a:pt x="7322974" y="651415"/>
                </a:lnTo>
                <a:lnTo>
                  <a:pt x="7334782" y="633702"/>
                </a:lnTo>
                <a:lnTo>
                  <a:pt x="7328878" y="619929"/>
                </a:lnTo>
                <a:lnTo>
                  <a:pt x="7299358" y="612054"/>
                </a:lnTo>
                <a:lnTo>
                  <a:pt x="7299358" y="598280"/>
                </a:lnTo>
                <a:lnTo>
                  <a:pt x="7258030" y="586471"/>
                </a:lnTo>
                <a:lnTo>
                  <a:pt x="7261966" y="576630"/>
                </a:lnTo>
                <a:lnTo>
                  <a:pt x="7250158" y="568760"/>
                </a:lnTo>
                <a:lnTo>
                  <a:pt x="7252126" y="547111"/>
                </a:lnTo>
                <a:lnTo>
                  <a:pt x="7242286" y="537272"/>
                </a:lnTo>
                <a:lnTo>
                  <a:pt x="7258030" y="519560"/>
                </a:lnTo>
                <a:lnTo>
                  <a:pt x="7271806" y="519560"/>
                </a:lnTo>
                <a:lnTo>
                  <a:pt x="7319038" y="515622"/>
                </a:lnTo>
                <a:lnTo>
                  <a:pt x="7348558" y="509721"/>
                </a:lnTo>
                <a:lnTo>
                  <a:pt x="7362335" y="513654"/>
                </a:lnTo>
                <a:lnTo>
                  <a:pt x="7382015" y="513654"/>
                </a:lnTo>
                <a:lnTo>
                  <a:pt x="7393823" y="503813"/>
                </a:lnTo>
                <a:lnTo>
                  <a:pt x="7421375" y="503813"/>
                </a:lnTo>
                <a:lnTo>
                  <a:pt x="7431215" y="513654"/>
                </a:lnTo>
                <a:lnTo>
                  <a:pt x="7433183" y="501846"/>
                </a:lnTo>
                <a:lnTo>
                  <a:pt x="7425311" y="493973"/>
                </a:lnTo>
                <a:lnTo>
                  <a:pt x="7425311" y="486103"/>
                </a:lnTo>
                <a:lnTo>
                  <a:pt x="7413503" y="478231"/>
                </a:lnTo>
                <a:lnTo>
                  <a:pt x="7399727" y="478231"/>
                </a:lnTo>
                <a:lnTo>
                  <a:pt x="7405631" y="468391"/>
                </a:lnTo>
                <a:lnTo>
                  <a:pt x="7425311" y="470361"/>
                </a:lnTo>
                <a:lnTo>
                  <a:pt x="7427279" y="464453"/>
                </a:lnTo>
                <a:lnTo>
                  <a:pt x="7413503" y="460520"/>
                </a:lnTo>
                <a:lnTo>
                  <a:pt x="7399727" y="462485"/>
                </a:lnTo>
                <a:lnTo>
                  <a:pt x="7393823" y="452645"/>
                </a:lnTo>
                <a:lnTo>
                  <a:pt x="7405631" y="444773"/>
                </a:lnTo>
                <a:lnTo>
                  <a:pt x="7423343" y="452645"/>
                </a:lnTo>
                <a:lnTo>
                  <a:pt x="7431215" y="442805"/>
                </a:lnTo>
                <a:lnTo>
                  <a:pt x="7444991" y="434933"/>
                </a:lnTo>
                <a:lnTo>
                  <a:pt x="7446959" y="429031"/>
                </a:lnTo>
                <a:lnTo>
                  <a:pt x="7433183" y="429031"/>
                </a:lnTo>
                <a:lnTo>
                  <a:pt x="7425311" y="425093"/>
                </a:lnTo>
                <a:lnTo>
                  <a:pt x="7429247" y="421156"/>
                </a:lnTo>
                <a:lnTo>
                  <a:pt x="7444991" y="421156"/>
                </a:lnTo>
                <a:lnTo>
                  <a:pt x="7460735" y="421156"/>
                </a:lnTo>
                <a:lnTo>
                  <a:pt x="7484352" y="407382"/>
                </a:lnTo>
                <a:lnTo>
                  <a:pt x="7509936" y="405413"/>
                </a:lnTo>
                <a:lnTo>
                  <a:pt x="7533552" y="401477"/>
                </a:lnTo>
                <a:lnTo>
                  <a:pt x="7549296" y="401477"/>
                </a:lnTo>
                <a:lnTo>
                  <a:pt x="7559136" y="397542"/>
                </a:lnTo>
                <a:lnTo>
                  <a:pt x="7600465" y="395573"/>
                </a:lnTo>
                <a:lnTo>
                  <a:pt x="7626049" y="391636"/>
                </a:lnTo>
                <a:lnTo>
                  <a:pt x="7629985" y="387702"/>
                </a:lnTo>
                <a:lnTo>
                  <a:pt x="7614241" y="387702"/>
                </a:lnTo>
                <a:lnTo>
                  <a:pt x="7602433" y="385733"/>
                </a:lnTo>
                <a:lnTo>
                  <a:pt x="7596529" y="381797"/>
                </a:lnTo>
                <a:lnTo>
                  <a:pt x="7610305" y="375894"/>
                </a:lnTo>
                <a:lnTo>
                  <a:pt x="7643761" y="375894"/>
                </a:lnTo>
                <a:lnTo>
                  <a:pt x="7661473" y="373924"/>
                </a:lnTo>
                <a:lnTo>
                  <a:pt x="7690993" y="379832"/>
                </a:lnTo>
                <a:lnTo>
                  <a:pt x="7671313" y="389671"/>
                </a:lnTo>
                <a:lnTo>
                  <a:pt x="7681153" y="391636"/>
                </a:lnTo>
                <a:lnTo>
                  <a:pt x="7692961" y="385733"/>
                </a:lnTo>
                <a:lnTo>
                  <a:pt x="7706737" y="385733"/>
                </a:lnTo>
                <a:lnTo>
                  <a:pt x="7706737" y="391636"/>
                </a:lnTo>
                <a:lnTo>
                  <a:pt x="7738226" y="381797"/>
                </a:lnTo>
                <a:lnTo>
                  <a:pt x="7748066" y="373924"/>
                </a:lnTo>
                <a:lnTo>
                  <a:pt x="7763810" y="368022"/>
                </a:lnTo>
                <a:lnTo>
                  <a:pt x="7791362" y="379832"/>
                </a:lnTo>
                <a:lnTo>
                  <a:pt x="7779554" y="385733"/>
                </a:lnTo>
                <a:lnTo>
                  <a:pt x="7787426" y="397542"/>
                </a:lnTo>
                <a:lnTo>
                  <a:pt x="7807106" y="391636"/>
                </a:lnTo>
                <a:lnTo>
                  <a:pt x="7811042" y="379832"/>
                </a:lnTo>
                <a:lnTo>
                  <a:pt x="7807106" y="371956"/>
                </a:lnTo>
                <a:lnTo>
                  <a:pt x="7777586" y="360151"/>
                </a:lnTo>
                <a:lnTo>
                  <a:pt x="7769714" y="356213"/>
                </a:lnTo>
                <a:lnTo>
                  <a:pt x="7775618" y="354244"/>
                </a:lnTo>
                <a:lnTo>
                  <a:pt x="7795298" y="358183"/>
                </a:lnTo>
                <a:lnTo>
                  <a:pt x="7822851" y="356213"/>
                </a:lnTo>
                <a:lnTo>
                  <a:pt x="7840563" y="360151"/>
                </a:lnTo>
                <a:lnTo>
                  <a:pt x="7854339" y="360151"/>
                </a:lnTo>
                <a:lnTo>
                  <a:pt x="7881891" y="366053"/>
                </a:lnTo>
                <a:lnTo>
                  <a:pt x="7909443" y="360151"/>
                </a:lnTo>
                <a:lnTo>
                  <a:pt x="7905507" y="356213"/>
                </a:lnTo>
                <a:lnTo>
                  <a:pt x="7872051" y="360151"/>
                </a:lnTo>
                <a:lnTo>
                  <a:pt x="7858275" y="356213"/>
                </a:lnTo>
                <a:lnTo>
                  <a:pt x="7842531" y="354244"/>
                </a:lnTo>
                <a:lnTo>
                  <a:pt x="7834659" y="348343"/>
                </a:lnTo>
                <a:lnTo>
                  <a:pt x="7842531" y="346373"/>
                </a:lnTo>
                <a:lnTo>
                  <a:pt x="7830723" y="340468"/>
                </a:lnTo>
                <a:lnTo>
                  <a:pt x="7826787" y="334564"/>
                </a:lnTo>
                <a:lnTo>
                  <a:pt x="7842531" y="324724"/>
                </a:lnTo>
                <a:lnTo>
                  <a:pt x="7844499" y="316854"/>
                </a:lnTo>
                <a:lnTo>
                  <a:pt x="7870083" y="305044"/>
                </a:lnTo>
                <a:lnTo>
                  <a:pt x="7877955" y="299143"/>
                </a:lnTo>
                <a:close/>
                <a:moveTo>
                  <a:pt x="7980292" y="253875"/>
                </a:moveTo>
                <a:lnTo>
                  <a:pt x="7990132" y="255844"/>
                </a:lnTo>
                <a:lnTo>
                  <a:pt x="7982260" y="257814"/>
                </a:lnTo>
                <a:lnTo>
                  <a:pt x="7976356" y="255844"/>
                </a:lnTo>
                <a:close/>
                <a:moveTo>
                  <a:pt x="7999972" y="246004"/>
                </a:moveTo>
                <a:lnTo>
                  <a:pt x="8003908" y="247974"/>
                </a:lnTo>
                <a:lnTo>
                  <a:pt x="8003908" y="253875"/>
                </a:lnTo>
                <a:lnTo>
                  <a:pt x="7992100" y="251907"/>
                </a:lnTo>
                <a:lnTo>
                  <a:pt x="7992100" y="247974"/>
                </a:lnTo>
                <a:close/>
                <a:moveTo>
                  <a:pt x="7852371" y="184994"/>
                </a:moveTo>
                <a:lnTo>
                  <a:pt x="7866147" y="186964"/>
                </a:lnTo>
                <a:lnTo>
                  <a:pt x="7868115" y="194836"/>
                </a:lnTo>
                <a:lnTo>
                  <a:pt x="7872051" y="194836"/>
                </a:lnTo>
                <a:lnTo>
                  <a:pt x="7875987" y="184994"/>
                </a:lnTo>
                <a:lnTo>
                  <a:pt x="7891731" y="184994"/>
                </a:lnTo>
                <a:lnTo>
                  <a:pt x="7895667" y="194836"/>
                </a:lnTo>
                <a:lnTo>
                  <a:pt x="7885827" y="196804"/>
                </a:lnTo>
                <a:lnTo>
                  <a:pt x="7887795" y="210580"/>
                </a:lnTo>
                <a:lnTo>
                  <a:pt x="7899603" y="206644"/>
                </a:lnTo>
                <a:lnTo>
                  <a:pt x="7905507" y="196804"/>
                </a:lnTo>
                <a:lnTo>
                  <a:pt x="7919284" y="198773"/>
                </a:lnTo>
                <a:lnTo>
                  <a:pt x="7923220" y="206644"/>
                </a:lnTo>
                <a:lnTo>
                  <a:pt x="7942900" y="216485"/>
                </a:lnTo>
                <a:lnTo>
                  <a:pt x="7942900" y="224355"/>
                </a:lnTo>
                <a:lnTo>
                  <a:pt x="7956676" y="232228"/>
                </a:lnTo>
                <a:lnTo>
                  <a:pt x="7952740" y="246004"/>
                </a:lnTo>
                <a:lnTo>
                  <a:pt x="7919284" y="261748"/>
                </a:lnTo>
                <a:lnTo>
                  <a:pt x="7901571" y="261748"/>
                </a:lnTo>
                <a:lnTo>
                  <a:pt x="7885827" y="265684"/>
                </a:lnTo>
                <a:lnTo>
                  <a:pt x="7879923" y="259783"/>
                </a:lnTo>
                <a:lnTo>
                  <a:pt x="7864179" y="259783"/>
                </a:lnTo>
                <a:lnTo>
                  <a:pt x="7844499" y="263716"/>
                </a:lnTo>
                <a:lnTo>
                  <a:pt x="7816946" y="267654"/>
                </a:lnTo>
                <a:lnTo>
                  <a:pt x="7803170" y="277493"/>
                </a:lnTo>
                <a:lnTo>
                  <a:pt x="7787426" y="267654"/>
                </a:lnTo>
                <a:lnTo>
                  <a:pt x="7787426" y="261748"/>
                </a:lnTo>
                <a:lnTo>
                  <a:pt x="7809074" y="251908"/>
                </a:lnTo>
                <a:lnTo>
                  <a:pt x="7805138" y="244036"/>
                </a:lnTo>
                <a:lnTo>
                  <a:pt x="7809074" y="242067"/>
                </a:lnTo>
                <a:lnTo>
                  <a:pt x="7811042" y="224355"/>
                </a:lnTo>
                <a:lnTo>
                  <a:pt x="7830723" y="220419"/>
                </a:lnTo>
                <a:lnTo>
                  <a:pt x="7830723" y="214516"/>
                </a:lnTo>
                <a:lnTo>
                  <a:pt x="7836627" y="206644"/>
                </a:lnTo>
                <a:lnTo>
                  <a:pt x="7834659" y="200739"/>
                </a:lnTo>
                <a:lnTo>
                  <a:pt x="7840563" y="196804"/>
                </a:lnTo>
                <a:lnTo>
                  <a:pt x="7856307" y="194836"/>
                </a:lnTo>
                <a:lnTo>
                  <a:pt x="7848435" y="188934"/>
                </a:lnTo>
                <a:close/>
                <a:moveTo>
                  <a:pt x="7594560" y="179094"/>
                </a:moveTo>
                <a:lnTo>
                  <a:pt x="7596528" y="181059"/>
                </a:lnTo>
                <a:lnTo>
                  <a:pt x="7580784" y="183027"/>
                </a:lnTo>
                <a:lnTo>
                  <a:pt x="7576848" y="181059"/>
                </a:lnTo>
                <a:close/>
                <a:moveTo>
                  <a:pt x="7555200" y="179094"/>
                </a:moveTo>
                <a:lnTo>
                  <a:pt x="7561104" y="179094"/>
                </a:lnTo>
                <a:lnTo>
                  <a:pt x="7563072" y="181059"/>
                </a:lnTo>
                <a:lnTo>
                  <a:pt x="7555200" y="181059"/>
                </a:lnTo>
                <a:close/>
                <a:moveTo>
                  <a:pt x="7604400" y="173187"/>
                </a:moveTo>
                <a:lnTo>
                  <a:pt x="7610304" y="179094"/>
                </a:lnTo>
                <a:lnTo>
                  <a:pt x="7604400" y="179094"/>
                </a:lnTo>
                <a:lnTo>
                  <a:pt x="7600464" y="175154"/>
                </a:lnTo>
                <a:close/>
                <a:moveTo>
                  <a:pt x="7531584" y="173187"/>
                </a:moveTo>
                <a:lnTo>
                  <a:pt x="7541424" y="173187"/>
                </a:lnTo>
                <a:lnTo>
                  <a:pt x="7551264" y="177125"/>
                </a:lnTo>
                <a:lnTo>
                  <a:pt x="7539456" y="175154"/>
                </a:lnTo>
                <a:close/>
                <a:moveTo>
                  <a:pt x="7122236" y="171218"/>
                </a:moveTo>
                <a:lnTo>
                  <a:pt x="7151756" y="171218"/>
                </a:lnTo>
                <a:lnTo>
                  <a:pt x="7161596" y="175154"/>
                </a:lnTo>
                <a:lnTo>
                  <a:pt x="7155692" y="177125"/>
                </a:lnTo>
                <a:lnTo>
                  <a:pt x="7134044" y="175154"/>
                </a:lnTo>
                <a:close/>
                <a:moveTo>
                  <a:pt x="6604648" y="147605"/>
                </a:moveTo>
                <a:lnTo>
                  <a:pt x="6622360" y="149570"/>
                </a:lnTo>
                <a:lnTo>
                  <a:pt x="6622360" y="151538"/>
                </a:lnTo>
                <a:lnTo>
                  <a:pt x="6604648" y="151538"/>
                </a:lnTo>
                <a:lnTo>
                  <a:pt x="6596776" y="149570"/>
                </a:lnTo>
                <a:close/>
                <a:moveTo>
                  <a:pt x="7545360" y="139729"/>
                </a:moveTo>
                <a:lnTo>
                  <a:pt x="7572913" y="139729"/>
                </a:lnTo>
                <a:lnTo>
                  <a:pt x="7594561" y="145635"/>
                </a:lnTo>
                <a:lnTo>
                  <a:pt x="7606369" y="145635"/>
                </a:lnTo>
                <a:lnTo>
                  <a:pt x="7618177" y="151538"/>
                </a:lnTo>
                <a:lnTo>
                  <a:pt x="7600465" y="161377"/>
                </a:lnTo>
                <a:lnTo>
                  <a:pt x="7580785" y="169250"/>
                </a:lnTo>
                <a:lnTo>
                  <a:pt x="7574881" y="167284"/>
                </a:lnTo>
                <a:lnTo>
                  <a:pt x="7586689" y="165315"/>
                </a:lnTo>
                <a:lnTo>
                  <a:pt x="7572913" y="159410"/>
                </a:lnTo>
                <a:lnTo>
                  <a:pt x="7559136" y="159410"/>
                </a:lnTo>
                <a:lnTo>
                  <a:pt x="7559136" y="147605"/>
                </a:lnTo>
                <a:lnTo>
                  <a:pt x="7547328" y="143666"/>
                </a:lnTo>
                <a:close/>
                <a:moveTo>
                  <a:pt x="6401942" y="137764"/>
                </a:moveTo>
                <a:lnTo>
                  <a:pt x="6409814" y="139729"/>
                </a:lnTo>
                <a:lnTo>
                  <a:pt x="6411782" y="147605"/>
                </a:lnTo>
                <a:lnTo>
                  <a:pt x="6398006" y="147605"/>
                </a:lnTo>
                <a:lnTo>
                  <a:pt x="6380294" y="141698"/>
                </a:lnTo>
                <a:lnTo>
                  <a:pt x="6396038" y="139729"/>
                </a:lnTo>
                <a:close/>
                <a:moveTo>
                  <a:pt x="6352741" y="137764"/>
                </a:moveTo>
                <a:lnTo>
                  <a:pt x="6364549" y="141698"/>
                </a:lnTo>
                <a:lnTo>
                  <a:pt x="6344869" y="145635"/>
                </a:lnTo>
                <a:lnTo>
                  <a:pt x="6346837" y="141698"/>
                </a:lnTo>
                <a:close/>
                <a:moveTo>
                  <a:pt x="6644008" y="135795"/>
                </a:moveTo>
                <a:lnTo>
                  <a:pt x="6649912" y="137764"/>
                </a:lnTo>
                <a:lnTo>
                  <a:pt x="6649912" y="143666"/>
                </a:lnTo>
                <a:lnTo>
                  <a:pt x="6640072" y="147605"/>
                </a:lnTo>
                <a:lnTo>
                  <a:pt x="6628264" y="145635"/>
                </a:lnTo>
                <a:lnTo>
                  <a:pt x="6622360" y="139729"/>
                </a:lnTo>
                <a:lnTo>
                  <a:pt x="6622360" y="137764"/>
                </a:lnTo>
                <a:close/>
                <a:moveTo>
                  <a:pt x="7732322" y="131858"/>
                </a:moveTo>
                <a:lnTo>
                  <a:pt x="7746098" y="141698"/>
                </a:lnTo>
                <a:lnTo>
                  <a:pt x="7734290" y="151538"/>
                </a:lnTo>
                <a:lnTo>
                  <a:pt x="7738226" y="155475"/>
                </a:lnTo>
                <a:lnTo>
                  <a:pt x="7753970" y="151538"/>
                </a:lnTo>
                <a:lnTo>
                  <a:pt x="7767747" y="141698"/>
                </a:lnTo>
                <a:lnTo>
                  <a:pt x="7783491" y="143666"/>
                </a:lnTo>
                <a:lnTo>
                  <a:pt x="7807107" y="161377"/>
                </a:lnTo>
                <a:lnTo>
                  <a:pt x="7797267" y="188934"/>
                </a:lnTo>
                <a:lnTo>
                  <a:pt x="7785459" y="192866"/>
                </a:lnTo>
                <a:lnTo>
                  <a:pt x="7767747" y="190898"/>
                </a:lnTo>
                <a:lnTo>
                  <a:pt x="7767747" y="196804"/>
                </a:lnTo>
                <a:lnTo>
                  <a:pt x="7801203" y="210580"/>
                </a:lnTo>
                <a:lnTo>
                  <a:pt x="7801203" y="216485"/>
                </a:lnTo>
                <a:lnTo>
                  <a:pt x="7738226" y="226325"/>
                </a:lnTo>
                <a:lnTo>
                  <a:pt x="7728386" y="226325"/>
                </a:lnTo>
                <a:lnTo>
                  <a:pt x="7724450" y="216485"/>
                </a:lnTo>
                <a:lnTo>
                  <a:pt x="7673282" y="206644"/>
                </a:lnTo>
                <a:lnTo>
                  <a:pt x="7661474" y="208613"/>
                </a:lnTo>
                <a:lnTo>
                  <a:pt x="7643762" y="202707"/>
                </a:lnTo>
                <a:lnTo>
                  <a:pt x="7637858" y="192866"/>
                </a:lnTo>
                <a:lnTo>
                  <a:pt x="7641794" y="181059"/>
                </a:lnTo>
                <a:lnTo>
                  <a:pt x="7628017" y="181059"/>
                </a:lnTo>
                <a:lnTo>
                  <a:pt x="7612273" y="173186"/>
                </a:lnTo>
                <a:lnTo>
                  <a:pt x="7618177" y="171218"/>
                </a:lnTo>
                <a:lnTo>
                  <a:pt x="7624081" y="161377"/>
                </a:lnTo>
                <a:lnTo>
                  <a:pt x="7641794" y="159410"/>
                </a:lnTo>
                <a:lnTo>
                  <a:pt x="7643762" y="147605"/>
                </a:lnTo>
                <a:lnTo>
                  <a:pt x="7655570" y="139730"/>
                </a:lnTo>
                <a:lnTo>
                  <a:pt x="7663442" y="141698"/>
                </a:lnTo>
                <a:lnTo>
                  <a:pt x="7690994" y="133825"/>
                </a:lnTo>
                <a:close/>
                <a:moveTo>
                  <a:pt x="6378325" y="125956"/>
                </a:moveTo>
                <a:lnTo>
                  <a:pt x="6388165" y="137764"/>
                </a:lnTo>
                <a:lnTo>
                  <a:pt x="6366517" y="137764"/>
                </a:lnTo>
                <a:lnTo>
                  <a:pt x="6364549" y="135795"/>
                </a:lnTo>
                <a:lnTo>
                  <a:pt x="6364549" y="127924"/>
                </a:lnTo>
                <a:close/>
                <a:moveTo>
                  <a:pt x="6484599" y="120050"/>
                </a:moveTo>
                <a:lnTo>
                  <a:pt x="6488535" y="120050"/>
                </a:lnTo>
                <a:lnTo>
                  <a:pt x="6490503" y="123986"/>
                </a:lnTo>
                <a:lnTo>
                  <a:pt x="6490503" y="125956"/>
                </a:lnTo>
                <a:lnTo>
                  <a:pt x="6486567" y="123986"/>
                </a:lnTo>
                <a:close/>
                <a:moveTo>
                  <a:pt x="6563319" y="118085"/>
                </a:moveTo>
                <a:lnTo>
                  <a:pt x="6569223" y="122017"/>
                </a:lnTo>
                <a:lnTo>
                  <a:pt x="6565287" y="133825"/>
                </a:lnTo>
                <a:lnTo>
                  <a:pt x="6543639" y="133825"/>
                </a:lnTo>
                <a:lnTo>
                  <a:pt x="6539703" y="127924"/>
                </a:lnTo>
                <a:lnTo>
                  <a:pt x="6545607" y="120050"/>
                </a:lnTo>
                <a:close/>
                <a:moveTo>
                  <a:pt x="6533799" y="118085"/>
                </a:moveTo>
                <a:lnTo>
                  <a:pt x="6529863" y="122017"/>
                </a:lnTo>
                <a:lnTo>
                  <a:pt x="6521991" y="123986"/>
                </a:lnTo>
                <a:lnTo>
                  <a:pt x="6514119" y="123986"/>
                </a:lnTo>
                <a:lnTo>
                  <a:pt x="6516087" y="120050"/>
                </a:lnTo>
                <a:lnTo>
                  <a:pt x="6523959" y="120050"/>
                </a:lnTo>
                <a:close/>
                <a:moveTo>
                  <a:pt x="6460982" y="118085"/>
                </a:moveTo>
                <a:lnTo>
                  <a:pt x="6468854" y="118085"/>
                </a:lnTo>
                <a:lnTo>
                  <a:pt x="6476726" y="122017"/>
                </a:lnTo>
                <a:lnTo>
                  <a:pt x="6472790" y="127924"/>
                </a:lnTo>
                <a:lnTo>
                  <a:pt x="6455078" y="129890"/>
                </a:lnTo>
                <a:lnTo>
                  <a:pt x="6439334" y="123986"/>
                </a:lnTo>
                <a:close/>
                <a:moveTo>
                  <a:pt x="6581031" y="108244"/>
                </a:moveTo>
                <a:lnTo>
                  <a:pt x="6604647" y="108244"/>
                </a:lnTo>
                <a:lnTo>
                  <a:pt x="6616455" y="110210"/>
                </a:lnTo>
                <a:lnTo>
                  <a:pt x="6634167" y="114146"/>
                </a:lnTo>
                <a:lnTo>
                  <a:pt x="6634167" y="118085"/>
                </a:lnTo>
                <a:lnTo>
                  <a:pt x="6620391" y="118085"/>
                </a:lnTo>
                <a:lnTo>
                  <a:pt x="6598743" y="123986"/>
                </a:lnTo>
                <a:lnTo>
                  <a:pt x="6598743" y="133825"/>
                </a:lnTo>
                <a:lnTo>
                  <a:pt x="6586935" y="133825"/>
                </a:lnTo>
                <a:lnTo>
                  <a:pt x="6584967" y="123986"/>
                </a:lnTo>
                <a:lnTo>
                  <a:pt x="6586935" y="116115"/>
                </a:lnTo>
                <a:close/>
                <a:moveTo>
                  <a:pt x="6508215" y="104307"/>
                </a:moveTo>
                <a:lnTo>
                  <a:pt x="6514119" y="104307"/>
                </a:lnTo>
                <a:lnTo>
                  <a:pt x="6521991" y="108244"/>
                </a:lnTo>
                <a:lnTo>
                  <a:pt x="6516087" y="112178"/>
                </a:lnTo>
                <a:lnTo>
                  <a:pt x="6502311" y="114146"/>
                </a:lnTo>
                <a:lnTo>
                  <a:pt x="6502311" y="112178"/>
                </a:lnTo>
                <a:lnTo>
                  <a:pt x="6510183" y="108244"/>
                </a:lnTo>
                <a:close/>
                <a:moveTo>
                  <a:pt x="6581031" y="98405"/>
                </a:moveTo>
                <a:lnTo>
                  <a:pt x="6586935" y="98405"/>
                </a:lnTo>
                <a:lnTo>
                  <a:pt x="6610551" y="98405"/>
                </a:lnTo>
                <a:lnTo>
                  <a:pt x="6596775" y="100371"/>
                </a:lnTo>
                <a:close/>
                <a:moveTo>
                  <a:pt x="6484599" y="98405"/>
                </a:moveTo>
                <a:lnTo>
                  <a:pt x="6488535" y="98405"/>
                </a:lnTo>
                <a:lnTo>
                  <a:pt x="6496407" y="104307"/>
                </a:lnTo>
                <a:lnTo>
                  <a:pt x="6492471" y="106275"/>
                </a:lnTo>
                <a:lnTo>
                  <a:pt x="6484599" y="106275"/>
                </a:lnTo>
                <a:close/>
                <a:moveTo>
                  <a:pt x="6541671" y="88565"/>
                </a:moveTo>
                <a:lnTo>
                  <a:pt x="6559383" y="90530"/>
                </a:lnTo>
                <a:lnTo>
                  <a:pt x="6563319" y="94467"/>
                </a:lnTo>
                <a:lnTo>
                  <a:pt x="6551511" y="98405"/>
                </a:lnTo>
                <a:lnTo>
                  <a:pt x="6527895" y="96435"/>
                </a:lnTo>
                <a:close/>
                <a:moveTo>
                  <a:pt x="6706985" y="80690"/>
                </a:moveTo>
                <a:lnTo>
                  <a:pt x="6718793" y="80690"/>
                </a:lnTo>
                <a:lnTo>
                  <a:pt x="6718793" y="90530"/>
                </a:lnTo>
                <a:lnTo>
                  <a:pt x="6697145" y="90530"/>
                </a:lnTo>
                <a:lnTo>
                  <a:pt x="6695177" y="96435"/>
                </a:lnTo>
                <a:lnTo>
                  <a:pt x="6706985" y="104307"/>
                </a:lnTo>
                <a:lnTo>
                  <a:pt x="6701081" y="110210"/>
                </a:lnTo>
                <a:lnTo>
                  <a:pt x="6657784" y="108244"/>
                </a:lnTo>
                <a:lnTo>
                  <a:pt x="6645976" y="104307"/>
                </a:lnTo>
                <a:lnTo>
                  <a:pt x="6645976" y="96435"/>
                </a:lnTo>
                <a:lnTo>
                  <a:pt x="6655816" y="92498"/>
                </a:lnTo>
                <a:lnTo>
                  <a:pt x="6655816" y="82658"/>
                </a:lnTo>
                <a:lnTo>
                  <a:pt x="6697145" y="82658"/>
                </a:lnTo>
                <a:close/>
                <a:moveTo>
                  <a:pt x="6620392" y="76755"/>
                </a:moveTo>
                <a:lnTo>
                  <a:pt x="6626296" y="82658"/>
                </a:lnTo>
                <a:lnTo>
                  <a:pt x="6620392" y="86596"/>
                </a:lnTo>
                <a:lnTo>
                  <a:pt x="6610552" y="82658"/>
                </a:lnTo>
                <a:close/>
                <a:moveTo>
                  <a:pt x="7204893" y="74786"/>
                </a:moveTo>
                <a:lnTo>
                  <a:pt x="7216701" y="78725"/>
                </a:lnTo>
                <a:lnTo>
                  <a:pt x="7226541" y="82658"/>
                </a:lnTo>
                <a:lnTo>
                  <a:pt x="7224573" y="86596"/>
                </a:lnTo>
                <a:lnTo>
                  <a:pt x="7202925" y="88565"/>
                </a:lnTo>
                <a:lnTo>
                  <a:pt x="7193085" y="84626"/>
                </a:lnTo>
                <a:close/>
                <a:moveTo>
                  <a:pt x="6492471" y="74786"/>
                </a:moveTo>
                <a:lnTo>
                  <a:pt x="6508215" y="78725"/>
                </a:lnTo>
                <a:lnTo>
                  <a:pt x="6521991" y="80690"/>
                </a:lnTo>
                <a:lnTo>
                  <a:pt x="6527895" y="82658"/>
                </a:lnTo>
                <a:lnTo>
                  <a:pt x="6523959" y="86596"/>
                </a:lnTo>
                <a:lnTo>
                  <a:pt x="6508215" y="88565"/>
                </a:lnTo>
                <a:lnTo>
                  <a:pt x="6494439" y="82658"/>
                </a:lnTo>
                <a:close/>
                <a:moveTo>
                  <a:pt x="6364550" y="74786"/>
                </a:moveTo>
                <a:lnTo>
                  <a:pt x="6368486" y="74786"/>
                </a:lnTo>
                <a:lnTo>
                  <a:pt x="6398006" y="74786"/>
                </a:lnTo>
                <a:lnTo>
                  <a:pt x="6401942" y="78725"/>
                </a:lnTo>
                <a:lnTo>
                  <a:pt x="6384230" y="84626"/>
                </a:lnTo>
                <a:lnTo>
                  <a:pt x="6386198" y="88565"/>
                </a:lnTo>
                <a:lnTo>
                  <a:pt x="6411782" y="86596"/>
                </a:lnTo>
                <a:lnTo>
                  <a:pt x="6413750" y="90530"/>
                </a:lnTo>
                <a:lnTo>
                  <a:pt x="6413750" y="100371"/>
                </a:lnTo>
                <a:lnTo>
                  <a:pt x="6405878" y="104307"/>
                </a:lnTo>
                <a:lnTo>
                  <a:pt x="6384230" y="104307"/>
                </a:lnTo>
                <a:lnTo>
                  <a:pt x="6372422" y="108244"/>
                </a:lnTo>
                <a:lnTo>
                  <a:pt x="6376358" y="112179"/>
                </a:lnTo>
                <a:lnTo>
                  <a:pt x="6384230" y="114146"/>
                </a:lnTo>
                <a:lnTo>
                  <a:pt x="6380294" y="116115"/>
                </a:lnTo>
                <a:lnTo>
                  <a:pt x="6338966" y="118085"/>
                </a:lnTo>
                <a:lnTo>
                  <a:pt x="6342902" y="125956"/>
                </a:lnTo>
                <a:lnTo>
                  <a:pt x="6336998" y="131858"/>
                </a:lnTo>
                <a:lnTo>
                  <a:pt x="6315350" y="145635"/>
                </a:lnTo>
                <a:lnTo>
                  <a:pt x="6303541" y="143667"/>
                </a:lnTo>
                <a:lnTo>
                  <a:pt x="6303541" y="139734"/>
                </a:lnTo>
                <a:lnTo>
                  <a:pt x="6313382" y="135795"/>
                </a:lnTo>
                <a:lnTo>
                  <a:pt x="6309445" y="131858"/>
                </a:lnTo>
                <a:lnTo>
                  <a:pt x="6289765" y="129891"/>
                </a:lnTo>
                <a:lnTo>
                  <a:pt x="6275989" y="123986"/>
                </a:lnTo>
                <a:lnTo>
                  <a:pt x="6281893" y="116115"/>
                </a:lnTo>
                <a:lnTo>
                  <a:pt x="6299605" y="112179"/>
                </a:lnTo>
                <a:lnTo>
                  <a:pt x="6275989" y="100371"/>
                </a:lnTo>
                <a:lnTo>
                  <a:pt x="6275989" y="96435"/>
                </a:lnTo>
                <a:lnTo>
                  <a:pt x="6344870" y="96435"/>
                </a:lnTo>
                <a:lnTo>
                  <a:pt x="6350774" y="88565"/>
                </a:lnTo>
                <a:lnTo>
                  <a:pt x="6364550" y="82658"/>
                </a:lnTo>
                <a:lnTo>
                  <a:pt x="6372422" y="82658"/>
                </a:lnTo>
                <a:close/>
                <a:moveTo>
                  <a:pt x="6264181" y="74786"/>
                </a:moveTo>
                <a:lnTo>
                  <a:pt x="6270085" y="76755"/>
                </a:lnTo>
                <a:lnTo>
                  <a:pt x="6305509" y="76755"/>
                </a:lnTo>
                <a:lnTo>
                  <a:pt x="6329125" y="80690"/>
                </a:lnTo>
                <a:lnTo>
                  <a:pt x="6338965" y="88565"/>
                </a:lnTo>
                <a:lnTo>
                  <a:pt x="6323221" y="90530"/>
                </a:lnTo>
                <a:lnTo>
                  <a:pt x="6309445" y="88565"/>
                </a:lnTo>
                <a:lnTo>
                  <a:pt x="6307477" y="82658"/>
                </a:lnTo>
                <a:lnTo>
                  <a:pt x="6281893" y="82658"/>
                </a:lnTo>
                <a:lnTo>
                  <a:pt x="6252373" y="92498"/>
                </a:lnTo>
                <a:lnTo>
                  <a:pt x="6252373" y="100371"/>
                </a:lnTo>
                <a:lnTo>
                  <a:pt x="6264181" y="100371"/>
                </a:lnTo>
                <a:lnTo>
                  <a:pt x="6270085" y="106275"/>
                </a:lnTo>
                <a:lnTo>
                  <a:pt x="6258277" y="110210"/>
                </a:lnTo>
                <a:lnTo>
                  <a:pt x="6244501" y="106275"/>
                </a:lnTo>
                <a:lnTo>
                  <a:pt x="6238596" y="108244"/>
                </a:lnTo>
                <a:lnTo>
                  <a:pt x="6228756" y="104307"/>
                </a:lnTo>
                <a:lnTo>
                  <a:pt x="6213012" y="102338"/>
                </a:lnTo>
                <a:lnTo>
                  <a:pt x="6213012" y="100371"/>
                </a:lnTo>
                <a:lnTo>
                  <a:pt x="6211044" y="94467"/>
                </a:lnTo>
                <a:lnTo>
                  <a:pt x="6211044" y="90530"/>
                </a:lnTo>
                <a:lnTo>
                  <a:pt x="6216948" y="88565"/>
                </a:lnTo>
                <a:lnTo>
                  <a:pt x="6252373" y="82658"/>
                </a:lnTo>
                <a:close/>
                <a:moveTo>
                  <a:pt x="6701080" y="62978"/>
                </a:moveTo>
                <a:lnTo>
                  <a:pt x="6706984" y="68885"/>
                </a:lnTo>
                <a:lnTo>
                  <a:pt x="6697144" y="74786"/>
                </a:lnTo>
                <a:lnTo>
                  <a:pt x="6673528" y="74786"/>
                </a:lnTo>
                <a:lnTo>
                  <a:pt x="6675496" y="68885"/>
                </a:lnTo>
                <a:close/>
                <a:moveTo>
                  <a:pt x="6602680" y="62978"/>
                </a:moveTo>
                <a:lnTo>
                  <a:pt x="6614488" y="68885"/>
                </a:lnTo>
                <a:lnTo>
                  <a:pt x="6620392" y="74786"/>
                </a:lnTo>
                <a:lnTo>
                  <a:pt x="6604648" y="74786"/>
                </a:lnTo>
                <a:lnTo>
                  <a:pt x="6598744" y="68885"/>
                </a:lnTo>
                <a:close/>
                <a:moveTo>
                  <a:pt x="6549543" y="62978"/>
                </a:moveTo>
                <a:lnTo>
                  <a:pt x="6575127" y="62978"/>
                </a:lnTo>
                <a:lnTo>
                  <a:pt x="6584967" y="68885"/>
                </a:lnTo>
                <a:lnTo>
                  <a:pt x="6598743" y="76755"/>
                </a:lnTo>
                <a:lnTo>
                  <a:pt x="6596775" y="80690"/>
                </a:lnTo>
                <a:lnTo>
                  <a:pt x="6586935" y="78725"/>
                </a:lnTo>
                <a:lnTo>
                  <a:pt x="6567255" y="68885"/>
                </a:lnTo>
                <a:close/>
                <a:moveTo>
                  <a:pt x="6512151" y="62978"/>
                </a:moveTo>
                <a:lnTo>
                  <a:pt x="6531832" y="68885"/>
                </a:lnTo>
                <a:lnTo>
                  <a:pt x="6543640" y="68885"/>
                </a:lnTo>
                <a:lnTo>
                  <a:pt x="6555448" y="74786"/>
                </a:lnTo>
                <a:lnTo>
                  <a:pt x="6577096" y="80690"/>
                </a:lnTo>
                <a:lnTo>
                  <a:pt x="6596776" y="86596"/>
                </a:lnTo>
                <a:lnTo>
                  <a:pt x="6590872" y="90530"/>
                </a:lnTo>
                <a:lnTo>
                  <a:pt x="6575128" y="94467"/>
                </a:lnTo>
                <a:lnTo>
                  <a:pt x="6563320" y="86596"/>
                </a:lnTo>
                <a:lnTo>
                  <a:pt x="6545608" y="86596"/>
                </a:lnTo>
                <a:lnTo>
                  <a:pt x="6529864" y="78725"/>
                </a:lnTo>
                <a:lnTo>
                  <a:pt x="6527895" y="76755"/>
                </a:lnTo>
                <a:lnTo>
                  <a:pt x="6508215" y="68885"/>
                </a:lnTo>
                <a:lnTo>
                  <a:pt x="6506247" y="64946"/>
                </a:lnTo>
                <a:close/>
                <a:moveTo>
                  <a:pt x="6398006" y="59045"/>
                </a:moveTo>
                <a:lnTo>
                  <a:pt x="6403910" y="59045"/>
                </a:lnTo>
                <a:lnTo>
                  <a:pt x="6409814" y="68885"/>
                </a:lnTo>
                <a:lnTo>
                  <a:pt x="6401942" y="68885"/>
                </a:lnTo>
                <a:lnTo>
                  <a:pt x="6396038" y="68885"/>
                </a:lnTo>
                <a:close/>
                <a:moveTo>
                  <a:pt x="7529616" y="53137"/>
                </a:moveTo>
                <a:lnTo>
                  <a:pt x="7557168" y="53137"/>
                </a:lnTo>
                <a:lnTo>
                  <a:pt x="7563072" y="61009"/>
                </a:lnTo>
                <a:lnTo>
                  <a:pt x="7557168" y="62977"/>
                </a:lnTo>
                <a:lnTo>
                  <a:pt x="7531584" y="62977"/>
                </a:lnTo>
                <a:lnTo>
                  <a:pt x="7519776" y="57076"/>
                </a:lnTo>
                <a:close/>
                <a:moveTo>
                  <a:pt x="6584967" y="53137"/>
                </a:moveTo>
                <a:lnTo>
                  <a:pt x="6598743" y="53137"/>
                </a:lnTo>
                <a:lnTo>
                  <a:pt x="6598743" y="57076"/>
                </a:lnTo>
                <a:lnTo>
                  <a:pt x="6584967" y="59040"/>
                </a:lnTo>
                <a:lnTo>
                  <a:pt x="6575127" y="57076"/>
                </a:lnTo>
                <a:close/>
                <a:moveTo>
                  <a:pt x="7679185" y="51169"/>
                </a:moveTo>
                <a:lnTo>
                  <a:pt x="7698866" y="61009"/>
                </a:lnTo>
                <a:lnTo>
                  <a:pt x="7706738" y="80690"/>
                </a:lnTo>
                <a:lnTo>
                  <a:pt x="7736258" y="92497"/>
                </a:lnTo>
                <a:lnTo>
                  <a:pt x="7744130" y="96435"/>
                </a:lnTo>
                <a:lnTo>
                  <a:pt x="7722482" y="106275"/>
                </a:lnTo>
                <a:lnTo>
                  <a:pt x="7720514" y="118085"/>
                </a:lnTo>
                <a:lnTo>
                  <a:pt x="7726418" y="127924"/>
                </a:lnTo>
                <a:lnTo>
                  <a:pt x="7669345" y="129890"/>
                </a:lnTo>
                <a:lnTo>
                  <a:pt x="7647697" y="129890"/>
                </a:lnTo>
                <a:lnTo>
                  <a:pt x="7643761" y="135795"/>
                </a:lnTo>
                <a:lnTo>
                  <a:pt x="7612273" y="139729"/>
                </a:lnTo>
                <a:lnTo>
                  <a:pt x="7580785" y="131858"/>
                </a:lnTo>
                <a:lnTo>
                  <a:pt x="7580785" y="122017"/>
                </a:lnTo>
                <a:lnTo>
                  <a:pt x="7563072" y="122017"/>
                </a:lnTo>
                <a:lnTo>
                  <a:pt x="7551264" y="118085"/>
                </a:lnTo>
                <a:lnTo>
                  <a:pt x="7567008" y="112178"/>
                </a:lnTo>
                <a:lnTo>
                  <a:pt x="7586689" y="110209"/>
                </a:lnTo>
                <a:lnTo>
                  <a:pt x="7600465" y="100369"/>
                </a:lnTo>
                <a:lnTo>
                  <a:pt x="7584721" y="92497"/>
                </a:lnTo>
                <a:lnTo>
                  <a:pt x="7604401" y="80690"/>
                </a:lnTo>
                <a:lnTo>
                  <a:pt x="7657537" y="62977"/>
                </a:lnTo>
                <a:lnTo>
                  <a:pt x="7663441" y="53137"/>
                </a:lnTo>
                <a:close/>
                <a:moveTo>
                  <a:pt x="6488535" y="47236"/>
                </a:moveTo>
                <a:lnTo>
                  <a:pt x="6498375" y="47236"/>
                </a:lnTo>
                <a:lnTo>
                  <a:pt x="6504279" y="47236"/>
                </a:lnTo>
                <a:lnTo>
                  <a:pt x="6490503" y="53137"/>
                </a:lnTo>
                <a:close/>
                <a:moveTo>
                  <a:pt x="6691240" y="41329"/>
                </a:moveTo>
                <a:lnTo>
                  <a:pt x="6693208" y="47236"/>
                </a:lnTo>
                <a:lnTo>
                  <a:pt x="6679432" y="51169"/>
                </a:lnTo>
                <a:lnTo>
                  <a:pt x="6673528" y="47236"/>
                </a:lnTo>
                <a:close/>
                <a:moveTo>
                  <a:pt x="6777834" y="39361"/>
                </a:moveTo>
                <a:lnTo>
                  <a:pt x="6795546" y="39361"/>
                </a:lnTo>
                <a:lnTo>
                  <a:pt x="6801450" y="47236"/>
                </a:lnTo>
                <a:lnTo>
                  <a:pt x="6793578" y="53137"/>
                </a:lnTo>
                <a:lnTo>
                  <a:pt x="6803418" y="62977"/>
                </a:lnTo>
                <a:lnTo>
                  <a:pt x="6803418" y="68881"/>
                </a:lnTo>
                <a:lnTo>
                  <a:pt x="6775866" y="68881"/>
                </a:lnTo>
                <a:lnTo>
                  <a:pt x="6773898" y="76755"/>
                </a:lnTo>
                <a:lnTo>
                  <a:pt x="6762090" y="84626"/>
                </a:lnTo>
                <a:lnTo>
                  <a:pt x="6754218" y="84626"/>
                </a:lnTo>
                <a:lnTo>
                  <a:pt x="6746345" y="76755"/>
                </a:lnTo>
                <a:lnTo>
                  <a:pt x="6734537" y="74786"/>
                </a:lnTo>
                <a:lnTo>
                  <a:pt x="6746345" y="62977"/>
                </a:lnTo>
                <a:lnTo>
                  <a:pt x="6744377" y="57076"/>
                </a:lnTo>
                <a:lnTo>
                  <a:pt x="6756186" y="51169"/>
                </a:lnTo>
                <a:lnTo>
                  <a:pt x="6773898" y="47236"/>
                </a:lnTo>
                <a:close/>
                <a:moveTo>
                  <a:pt x="6573160" y="39361"/>
                </a:moveTo>
                <a:lnTo>
                  <a:pt x="6590872" y="45266"/>
                </a:lnTo>
                <a:lnTo>
                  <a:pt x="6590872" y="47236"/>
                </a:lnTo>
                <a:lnTo>
                  <a:pt x="6563320" y="53137"/>
                </a:lnTo>
                <a:lnTo>
                  <a:pt x="6537735" y="53137"/>
                </a:lnTo>
                <a:lnTo>
                  <a:pt x="6531831" y="47236"/>
                </a:lnTo>
                <a:lnTo>
                  <a:pt x="6541671" y="47236"/>
                </a:lnTo>
                <a:lnTo>
                  <a:pt x="6547576" y="47236"/>
                </a:lnTo>
                <a:lnTo>
                  <a:pt x="6559384" y="41329"/>
                </a:lnTo>
                <a:close/>
                <a:moveTo>
                  <a:pt x="6628264" y="35427"/>
                </a:moveTo>
                <a:lnTo>
                  <a:pt x="6634168" y="39361"/>
                </a:lnTo>
                <a:lnTo>
                  <a:pt x="6628264" y="41329"/>
                </a:lnTo>
                <a:lnTo>
                  <a:pt x="6614488" y="41329"/>
                </a:lnTo>
                <a:lnTo>
                  <a:pt x="6614488" y="39361"/>
                </a:lnTo>
                <a:close/>
                <a:moveTo>
                  <a:pt x="6590871" y="27555"/>
                </a:moveTo>
                <a:lnTo>
                  <a:pt x="6610551" y="35427"/>
                </a:lnTo>
                <a:lnTo>
                  <a:pt x="6592839" y="39361"/>
                </a:lnTo>
                <a:lnTo>
                  <a:pt x="6567255" y="35427"/>
                </a:lnTo>
                <a:lnTo>
                  <a:pt x="6569223" y="33457"/>
                </a:lnTo>
                <a:close/>
                <a:moveTo>
                  <a:pt x="6756185" y="7876"/>
                </a:moveTo>
                <a:lnTo>
                  <a:pt x="6758153" y="15746"/>
                </a:lnTo>
                <a:lnTo>
                  <a:pt x="6748313" y="15746"/>
                </a:lnTo>
                <a:lnTo>
                  <a:pt x="6728633" y="9841"/>
                </a:lnTo>
                <a:close/>
                <a:moveTo>
                  <a:pt x="6614488" y="0"/>
                </a:moveTo>
                <a:lnTo>
                  <a:pt x="6628264" y="0"/>
                </a:lnTo>
                <a:lnTo>
                  <a:pt x="6632200" y="9841"/>
                </a:lnTo>
                <a:lnTo>
                  <a:pt x="6616456" y="13777"/>
                </a:lnTo>
                <a:lnTo>
                  <a:pt x="6596776" y="11809"/>
                </a:lnTo>
                <a:lnTo>
                  <a:pt x="6602680" y="3937"/>
                </a:lnTo>
                <a:close/>
              </a:path>
            </a:pathLst>
          </a:custGeom>
          <a:solidFill>
            <a:srgbClr val="D8D8D8"/>
          </a:solidFill>
          <a:ln>
            <a:noFill/>
          </a:ln>
        </p:spPr>
        <p:txBody>
          <a:bodyPr spcFirstLastPara="1" wrap="square" lIns="28925" tIns="14450" rIns="28925" bIns="14450" anchor="t" anchorCtr="0">
            <a:noAutofit/>
          </a:bodyPr>
          <a:lstStyle/>
          <a:p>
            <a:pPr marL="0" marR="0" lvl="0" indent="0" algn="l" rtl="0">
              <a:lnSpc>
                <a:spcPct val="100000"/>
              </a:lnSpc>
              <a:spcBef>
                <a:spcPts val="0"/>
              </a:spcBef>
              <a:spcAft>
                <a:spcPts val="0"/>
              </a:spcAft>
              <a:buClr>
                <a:srgbClr val="000000"/>
              </a:buClr>
              <a:buSzPts val="600"/>
              <a:buFont typeface="Libre Franklin"/>
              <a:buNone/>
            </a:pPr>
            <a:endParaRPr sz="700" b="1" i="0" u="none" strike="noStrike" cap="none">
              <a:solidFill>
                <a:srgbClr val="1C1815"/>
              </a:solidFill>
              <a:latin typeface="Montserrat"/>
              <a:ea typeface="Montserrat"/>
              <a:cs typeface="Montserrat"/>
              <a:sym typeface="Montserrat"/>
            </a:endParaRPr>
          </a:p>
        </p:txBody>
      </p:sp>
      <p:pic>
        <p:nvPicPr>
          <p:cNvPr id="35" name="Picture 34">
            <a:extLst>
              <a:ext uri="{FF2B5EF4-FFF2-40B4-BE49-F238E27FC236}">
                <a16:creationId xmlns:a16="http://schemas.microsoft.com/office/drawing/2014/main" id="{FF08E7A2-B76D-12EA-EB75-CFAAD263CBD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0056" y="1334929"/>
            <a:ext cx="2509624" cy="2483560"/>
          </a:xfrm>
          <a:prstGeom prst="rect">
            <a:avLst/>
          </a:prstGeom>
        </p:spPr>
      </p:pic>
      <p:sp>
        <p:nvSpPr>
          <p:cNvPr id="74" name="Rectangle 73">
            <a:extLst>
              <a:ext uri="{FF2B5EF4-FFF2-40B4-BE49-F238E27FC236}">
                <a16:creationId xmlns:a16="http://schemas.microsoft.com/office/drawing/2014/main" id="{3B567C0D-B907-7222-3E84-59AB10BFFC7A}"/>
              </a:ext>
            </a:extLst>
          </p:cNvPr>
          <p:cNvSpPr/>
          <p:nvPr/>
        </p:nvSpPr>
        <p:spPr>
          <a:xfrm>
            <a:off x="463615" y="3892278"/>
            <a:ext cx="3306474" cy="286111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Google Shape;85;p1">
            <a:extLst>
              <a:ext uri="{FF2B5EF4-FFF2-40B4-BE49-F238E27FC236}">
                <a16:creationId xmlns:a16="http://schemas.microsoft.com/office/drawing/2014/main" id="{378895A0-A1D6-39E1-136A-0DE51F785D37}"/>
              </a:ext>
            </a:extLst>
          </p:cNvPr>
          <p:cNvSpPr txBox="1"/>
          <p:nvPr/>
        </p:nvSpPr>
        <p:spPr>
          <a:xfrm>
            <a:off x="0" y="1045741"/>
            <a:ext cx="4540025"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dirty="0">
                <a:solidFill>
                  <a:schemeClr val="dk1"/>
                </a:solidFill>
                <a:latin typeface="Figtree"/>
                <a:ea typeface="Figtree"/>
                <a:cs typeface="Figtree"/>
                <a:sym typeface="Figtree"/>
              </a:rPr>
              <a:t>United Arab Emirates – Dubai</a:t>
            </a:r>
            <a:endParaRPr sz="1200" dirty="0"/>
          </a:p>
        </p:txBody>
      </p:sp>
      <p:sp>
        <p:nvSpPr>
          <p:cNvPr id="2" name="TextBox 1">
            <a:extLst>
              <a:ext uri="{FF2B5EF4-FFF2-40B4-BE49-F238E27FC236}">
                <a16:creationId xmlns:a16="http://schemas.microsoft.com/office/drawing/2014/main" id="{FEF64F82-5FCB-5358-5E89-6797D4031447}"/>
              </a:ext>
            </a:extLst>
          </p:cNvPr>
          <p:cNvSpPr txBox="1"/>
          <p:nvPr/>
        </p:nvSpPr>
        <p:spPr>
          <a:xfrm>
            <a:off x="0" y="-83667"/>
            <a:ext cx="4493538" cy="1323439"/>
          </a:xfrm>
          <a:prstGeom prst="rect">
            <a:avLst/>
          </a:prstGeom>
          <a:noFill/>
        </p:spPr>
        <p:txBody>
          <a:bodyPr wrap="none" rtlCol="0">
            <a:spAutoFit/>
          </a:bodyPr>
          <a:lstStyle/>
          <a:p>
            <a:r>
              <a:rPr lang="en-US" sz="8000" b="1" dirty="0">
                <a:latin typeface="Figtree" pitchFamily="2" charset="0"/>
              </a:rPr>
              <a:t>[EQuiPD]</a:t>
            </a:r>
          </a:p>
        </p:txBody>
      </p:sp>
      <p:pic>
        <p:nvPicPr>
          <p:cNvPr id="12" name="Picture 11">
            <a:extLst>
              <a:ext uri="{FF2B5EF4-FFF2-40B4-BE49-F238E27FC236}">
                <a16:creationId xmlns:a16="http://schemas.microsoft.com/office/drawing/2014/main" id="{C1DFC192-5FF2-6C7E-5E38-85B9D97FEFF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90989" y="219007"/>
            <a:ext cx="677649" cy="682559"/>
          </a:xfrm>
          <a:prstGeom prst="rect">
            <a:avLst/>
          </a:prstGeom>
        </p:spPr>
      </p:pic>
      <p:sp>
        <p:nvSpPr>
          <p:cNvPr id="14" name="TextBox 13">
            <a:extLst>
              <a:ext uri="{FF2B5EF4-FFF2-40B4-BE49-F238E27FC236}">
                <a16:creationId xmlns:a16="http://schemas.microsoft.com/office/drawing/2014/main" id="{292D9555-7FC7-9D55-A73D-E1F8E64CD082}"/>
              </a:ext>
            </a:extLst>
          </p:cNvPr>
          <p:cNvSpPr txBox="1"/>
          <p:nvPr/>
        </p:nvSpPr>
        <p:spPr>
          <a:xfrm>
            <a:off x="4473737" y="162553"/>
            <a:ext cx="3586238" cy="830997"/>
          </a:xfrm>
          <a:prstGeom prst="rect">
            <a:avLst/>
          </a:prstGeom>
          <a:noFill/>
        </p:spPr>
        <p:txBody>
          <a:bodyPr wrap="none" rtlCol="0">
            <a:spAutoFit/>
          </a:bodyPr>
          <a:lstStyle/>
          <a:p>
            <a:r>
              <a:rPr lang="en-US" sz="2400" dirty="0">
                <a:latin typeface="Figtree" pitchFamily="2" charset="0"/>
              </a:rPr>
              <a:t>Equity in Air Quality </a:t>
            </a:r>
            <a:br>
              <a:rPr lang="en-US" sz="2400" dirty="0">
                <a:latin typeface="Figtree" pitchFamily="2" charset="0"/>
              </a:rPr>
            </a:br>
            <a:r>
              <a:rPr lang="en-US" sz="2400" dirty="0">
                <a:latin typeface="Figtree" pitchFamily="2" charset="0"/>
              </a:rPr>
              <a:t>Policy &amp; Data Ecosystem</a:t>
            </a:r>
          </a:p>
        </p:txBody>
      </p:sp>
      <p:pic>
        <p:nvPicPr>
          <p:cNvPr id="18" name="Graphic 17" descr="Star with solid fill">
            <a:extLst>
              <a:ext uri="{FF2B5EF4-FFF2-40B4-BE49-F238E27FC236}">
                <a16:creationId xmlns:a16="http://schemas.microsoft.com/office/drawing/2014/main" id="{B9EBAB46-3411-AD3B-6C68-8BA2A73CDB8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82362" y="2526506"/>
            <a:ext cx="295689" cy="295689"/>
          </a:xfrm>
          <a:prstGeom prst="rect">
            <a:avLst/>
          </a:prstGeom>
        </p:spPr>
      </p:pic>
      <p:pic>
        <p:nvPicPr>
          <p:cNvPr id="23" name="Picture 22">
            <a:extLst>
              <a:ext uri="{FF2B5EF4-FFF2-40B4-BE49-F238E27FC236}">
                <a16:creationId xmlns:a16="http://schemas.microsoft.com/office/drawing/2014/main" id="{E3454401-2E8F-99E5-A850-4C9DDE2B02A9}"/>
              </a:ext>
            </a:extLst>
          </p:cNvPr>
          <p:cNvPicPr>
            <a:picLocks noChangeAspect="1"/>
          </p:cNvPicPr>
          <p:nvPr/>
        </p:nvPicPr>
        <p:blipFill>
          <a:blip r:embed="rId7"/>
          <a:srcRect r="56322"/>
          <a:stretch>
            <a:fillRect/>
          </a:stretch>
        </p:blipFill>
        <p:spPr>
          <a:xfrm>
            <a:off x="528500" y="4190770"/>
            <a:ext cx="2208555" cy="1379039"/>
          </a:xfrm>
          <a:prstGeom prst="rect">
            <a:avLst/>
          </a:prstGeom>
        </p:spPr>
      </p:pic>
      <p:pic>
        <p:nvPicPr>
          <p:cNvPr id="24" name="Picture 23">
            <a:extLst>
              <a:ext uri="{FF2B5EF4-FFF2-40B4-BE49-F238E27FC236}">
                <a16:creationId xmlns:a16="http://schemas.microsoft.com/office/drawing/2014/main" id="{926986CA-A4A1-FC4E-1230-BB2C7D2ED05E}"/>
              </a:ext>
            </a:extLst>
          </p:cNvPr>
          <p:cNvPicPr>
            <a:picLocks noChangeAspect="1"/>
          </p:cNvPicPr>
          <p:nvPr/>
        </p:nvPicPr>
        <p:blipFill>
          <a:blip r:embed="rId7"/>
          <a:srcRect l="43717" b="21438"/>
          <a:stretch>
            <a:fillRect/>
          </a:stretch>
        </p:blipFill>
        <p:spPr>
          <a:xfrm>
            <a:off x="528500" y="5647698"/>
            <a:ext cx="2845945" cy="1083397"/>
          </a:xfrm>
          <a:prstGeom prst="rect">
            <a:avLst/>
          </a:prstGeom>
        </p:spPr>
      </p:pic>
      <p:sp>
        <p:nvSpPr>
          <p:cNvPr id="25" name="TextBox 24">
            <a:extLst>
              <a:ext uri="{FF2B5EF4-FFF2-40B4-BE49-F238E27FC236}">
                <a16:creationId xmlns:a16="http://schemas.microsoft.com/office/drawing/2014/main" id="{321A8912-89E2-681E-9AB7-88C88E474FED}"/>
              </a:ext>
            </a:extLst>
          </p:cNvPr>
          <p:cNvSpPr txBox="1"/>
          <p:nvPr/>
        </p:nvSpPr>
        <p:spPr>
          <a:xfrm>
            <a:off x="1725616" y="4440936"/>
            <a:ext cx="521297" cy="276999"/>
          </a:xfrm>
          <a:prstGeom prst="rect">
            <a:avLst/>
          </a:prstGeom>
          <a:noFill/>
        </p:spPr>
        <p:txBody>
          <a:bodyPr wrap="none" rtlCol="0">
            <a:spAutoFit/>
          </a:bodyPr>
          <a:lstStyle/>
          <a:p>
            <a:r>
              <a:rPr lang="en-US" sz="1200" dirty="0">
                <a:latin typeface="Figtree" pitchFamily="2" charset="0"/>
              </a:rPr>
              <a:t>(0.4)</a:t>
            </a:r>
          </a:p>
        </p:txBody>
      </p:sp>
      <p:sp>
        <p:nvSpPr>
          <p:cNvPr id="26" name="TextBox 25">
            <a:extLst>
              <a:ext uri="{FF2B5EF4-FFF2-40B4-BE49-F238E27FC236}">
                <a16:creationId xmlns:a16="http://schemas.microsoft.com/office/drawing/2014/main" id="{257A8794-4850-1320-7085-D1D9220E656B}"/>
              </a:ext>
            </a:extLst>
          </p:cNvPr>
          <p:cNvSpPr txBox="1"/>
          <p:nvPr/>
        </p:nvSpPr>
        <p:spPr>
          <a:xfrm>
            <a:off x="1850762" y="4717935"/>
            <a:ext cx="519694" cy="276999"/>
          </a:xfrm>
          <a:prstGeom prst="rect">
            <a:avLst/>
          </a:prstGeom>
          <a:noFill/>
        </p:spPr>
        <p:txBody>
          <a:bodyPr wrap="none" rtlCol="0">
            <a:spAutoFit/>
          </a:bodyPr>
          <a:lstStyle/>
          <a:p>
            <a:r>
              <a:rPr lang="en-US" sz="1200" dirty="0">
                <a:latin typeface="Figtree" pitchFamily="2" charset="0"/>
              </a:rPr>
              <a:t>(0.8)</a:t>
            </a:r>
          </a:p>
        </p:txBody>
      </p:sp>
      <p:sp>
        <p:nvSpPr>
          <p:cNvPr id="27" name="TextBox 26">
            <a:extLst>
              <a:ext uri="{FF2B5EF4-FFF2-40B4-BE49-F238E27FC236}">
                <a16:creationId xmlns:a16="http://schemas.microsoft.com/office/drawing/2014/main" id="{8D8F043C-D6C0-99F5-FB73-A61E5199699A}"/>
              </a:ext>
            </a:extLst>
          </p:cNvPr>
          <p:cNvSpPr txBox="1"/>
          <p:nvPr/>
        </p:nvSpPr>
        <p:spPr>
          <a:xfrm>
            <a:off x="2642850" y="4994934"/>
            <a:ext cx="508473" cy="276999"/>
          </a:xfrm>
          <a:prstGeom prst="rect">
            <a:avLst/>
          </a:prstGeom>
          <a:noFill/>
        </p:spPr>
        <p:txBody>
          <a:bodyPr wrap="none" rtlCol="0">
            <a:spAutoFit/>
          </a:bodyPr>
          <a:lstStyle/>
          <a:p>
            <a:r>
              <a:rPr lang="en-US" sz="1200" dirty="0">
                <a:latin typeface="Figtree" pitchFamily="2" charset="0"/>
              </a:rPr>
              <a:t>(0.7)</a:t>
            </a:r>
          </a:p>
        </p:txBody>
      </p:sp>
      <p:sp>
        <p:nvSpPr>
          <p:cNvPr id="28" name="TextBox 27">
            <a:extLst>
              <a:ext uri="{FF2B5EF4-FFF2-40B4-BE49-F238E27FC236}">
                <a16:creationId xmlns:a16="http://schemas.microsoft.com/office/drawing/2014/main" id="{F97C7B37-6EBA-EBCF-251A-50779C6194D0}"/>
              </a:ext>
            </a:extLst>
          </p:cNvPr>
          <p:cNvSpPr txBox="1"/>
          <p:nvPr/>
        </p:nvSpPr>
        <p:spPr>
          <a:xfrm>
            <a:off x="1889248" y="5273839"/>
            <a:ext cx="508473" cy="276999"/>
          </a:xfrm>
          <a:prstGeom prst="rect">
            <a:avLst/>
          </a:prstGeom>
          <a:noFill/>
        </p:spPr>
        <p:txBody>
          <a:bodyPr wrap="none" rtlCol="0">
            <a:spAutoFit/>
          </a:bodyPr>
          <a:lstStyle/>
          <a:p>
            <a:r>
              <a:rPr lang="en-US" sz="1200" dirty="0">
                <a:latin typeface="Figtree" pitchFamily="2" charset="0"/>
              </a:rPr>
              <a:t>(0.7)</a:t>
            </a:r>
          </a:p>
        </p:txBody>
      </p:sp>
      <p:sp>
        <p:nvSpPr>
          <p:cNvPr id="29" name="TextBox 28">
            <a:extLst>
              <a:ext uri="{FF2B5EF4-FFF2-40B4-BE49-F238E27FC236}">
                <a16:creationId xmlns:a16="http://schemas.microsoft.com/office/drawing/2014/main" id="{30FCB977-E592-264D-FA9F-5B36405BA4EB}"/>
              </a:ext>
            </a:extLst>
          </p:cNvPr>
          <p:cNvSpPr txBox="1"/>
          <p:nvPr/>
        </p:nvSpPr>
        <p:spPr>
          <a:xfrm>
            <a:off x="2089953" y="5891521"/>
            <a:ext cx="513282" cy="276999"/>
          </a:xfrm>
          <a:prstGeom prst="rect">
            <a:avLst/>
          </a:prstGeom>
          <a:noFill/>
        </p:spPr>
        <p:txBody>
          <a:bodyPr wrap="none" rtlCol="0">
            <a:spAutoFit/>
          </a:bodyPr>
          <a:lstStyle/>
          <a:p>
            <a:r>
              <a:rPr lang="en-US" sz="1200" dirty="0">
                <a:latin typeface="Figtree" pitchFamily="2" charset="0"/>
              </a:rPr>
              <a:t>(0.5)</a:t>
            </a:r>
          </a:p>
        </p:txBody>
      </p:sp>
      <p:sp>
        <p:nvSpPr>
          <p:cNvPr id="30" name="TextBox 29">
            <a:extLst>
              <a:ext uri="{FF2B5EF4-FFF2-40B4-BE49-F238E27FC236}">
                <a16:creationId xmlns:a16="http://schemas.microsoft.com/office/drawing/2014/main" id="{969003BE-951D-7E33-C1E5-5B81A5D10F10}"/>
              </a:ext>
            </a:extLst>
          </p:cNvPr>
          <p:cNvSpPr txBox="1"/>
          <p:nvPr/>
        </p:nvSpPr>
        <p:spPr>
          <a:xfrm>
            <a:off x="1970634" y="6182130"/>
            <a:ext cx="519694" cy="276999"/>
          </a:xfrm>
          <a:prstGeom prst="rect">
            <a:avLst/>
          </a:prstGeom>
          <a:noFill/>
        </p:spPr>
        <p:txBody>
          <a:bodyPr wrap="none" rtlCol="0">
            <a:spAutoFit/>
          </a:bodyPr>
          <a:lstStyle/>
          <a:p>
            <a:r>
              <a:rPr lang="en-US" sz="1200" dirty="0">
                <a:latin typeface="Figtree" pitchFamily="2" charset="0"/>
              </a:rPr>
              <a:t>(0.8)</a:t>
            </a:r>
          </a:p>
        </p:txBody>
      </p:sp>
      <p:sp>
        <p:nvSpPr>
          <p:cNvPr id="31" name="TextBox 30">
            <a:extLst>
              <a:ext uri="{FF2B5EF4-FFF2-40B4-BE49-F238E27FC236}">
                <a16:creationId xmlns:a16="http://schemas.microsoft.com/office/drawing/2014/main" id="{10A51846-18EE-EEE3-EFBF-B5E14270B680}"/>
              </a:ext>
            </a:extLst>
          </p:cNvPr>
          <p:cNvSpPr txBox="1"/>
          <p:nvPr/>
        </p:nvSpPr>
        <p:spPr>
          <a:xfrm>
            <a:off x="3272905" y="6454096"/>
            <a:ext cx="519694" cy="276999"/>
          </a:xfrm>
          <a:prstGeom prst="rect">
            <a:avLst/>
          </a:prstGeom>
          <a:noFill/>
        </p:spPr>
        <p:txBody>
          <a:bodyPr wrap="none" rtlCol="0">
            <a:spAutoFit/>
          </a:bodyPr>
          <a:lstStyle/>
          <a:p>
            <a:r>
              <a:rPr lang="en-US" sz="1200" dirty="0">
                <a:latin typeface="Figtree" pitchFamily="2" charset="0"/>
              </a:rPr>
              <a:t>(0.8)</a:t>
            </a:r>
          </a:p>
        </p:txBody>
      </p:sp>
      <p:sp>
        <p:nvSpPr>
          <p:cNvPr id="33" name="TextBox 32">
            <a:extLst>
              <a:ext uri="{FF2B5EF4-FFF2-40B4-BE49-F238E27FC236}">
                <a16:creationId xmlns:a16="http://schemas.microsoft.com/office/drawing/2014/main" id="{02D79EBF-6FF9-EA9A-703A-17573C4C8729}"/>
              </a:ext>
            </a:extLst>
          </p:cNvPr>
          <p:cNvSpPr txBox="1"/>
          <p:nvPr/>
        </p:nvSpPr>
        <p:spPr>
          <a:xfrm>
            <a:off x="9522903" y="9468"/>
            <a:ext cx="2662908" cy="646331"/>
          </a:xfrm>
          <a:prstGeom prst="rect">
            <a:avLst/>
          </a:prstGeom>
          <a:noFill/>
        </p:spPr>
        <p:txBody>
          <a:bodyPr wrap="none" rtlCol="0">
            <a:spAutoFit/>
          </a:bodyPr>
          <a:lstStyle/>
          <a:p>
            <a:pPr algn="r"/>
            <a:r>
              <a:rPr lang="en-US" sz="3600" b="1" dirty="0">
                <a:solidFill>
                  <a:srgbClr val="193C67"/>
                </a:solidFill>
                <a:latin typeface="Figtree" pitchFamily="2" charset="0"/>
              </a:rPr>
              <a:t>City Report</a:t>
            </a:r>
          </a:p>
        </p:txBody>
      </p:sp>
      <p:sp>
        <p:nvSpPr>
          <p:cNvPr id="73" name="TextBox 72">
            <a:extLst>
              <a:ext uri="{FF2B5EF4-FFF2-40B4-BE49-F238E27FC236}">
                <a16:creationId xmlns:a16="http://schemas.microsoft.com/office/drawing/2014/main" id="{94113D8F-4304-AAE3-5F05-B3B5DEB10D17}"/>
              </a:ext>
            </a:extLst>
          </p:cNvPr>
          <p:cNvSpPr txBox="1"/>
          <p:nvPr/>
        </p:nvSpPr>
        <p:spPr>
          <a:xfrm>
            <a:off x="463615" y="3891798"/>
            <a:ext cx="2569934" cy="338554"/>
          </a:xfrm>
          <a:prstGeom prst="rect">
            <a:avLst/>
          </a:prstGeom>
          <a:noFill/>
        </p:spPr>
        <p:txBody>
          <a:bodyPr wrap="none" rtlCol="0">
            <a:spAutoFit/>
          </a:bodyPr>
          <a:lstStyle/>
          <a:p>
            <a:r>
              <a:rPr lang="en-US" sz="1600" b="1" dirty="0">
                <a:latin typeface="Figtree" pitchFamily="2" charset="0"/>
              </a:rPr>
              <a:t>Radar plot legend (score)</a:t>
            </a:r>
          </a:p>
        </p:txBody>
      </p:sp>
      <p:sp>
        <p:nvSpPr>
          <p:cNvPr id="41" name="TextBox 40">
            <a:extLst>
              <a:ext uri="{FF2B5EF4-FFF2-40B4-BE49-F238E27FC236}">
                <a16:creationId xmlns:a16="http://schemas.microsoft.com/office/drawing/2014/main" id="{811D09FF-115C-E41F-DD17-E076BA4B6BA8}"/>
              </a:ext>
            </a:extLst>
          </p:cNvPr>
          <p:cNvSpPr txBox="1"/>
          <p:nvPr/>
        </p:nvSpPr>
        <p:spPr>
          <a:xfrm>
            <a:off x="4605468" y="6291732"/>
            <a:ext cx="5974714" cy="461665"/>
          </a:xfrm>
          <a:prstGeom prst="rect">
            <a:avLst/>
          </a:prstGeom>
          <a:gradFill flip="none" rotWithShape="1">
            <a:gsLst>
              <a:gs pos="50000">
                <a:schemeClr val="bg1"/>
              </a:gs>
              <a:gs pos="100000">
                <a:srgbClr val="57C056"/>
              </a:gs>
            </a:gsLst>
            <a:lin ang="0" scaled="1"/>
            <a:tileRect/>
          </a:gradFill>
          <a:ln w="28575">
            <a:solidFill>
              <a:schemeClr val="tx1"/>
            </a:solidFill>
          </a:ln>
        </p:spPr>
        <p:txBody>
          <a:bodyPr wrap="none" rtlCol="0">
            <a:spAutoFit/>
          </a:bodyPr>
          <a:lstStyle/>
          <a:p>
            <a:pPr algn="ctr"/>
            <a:r>
              <a:rPr lang="en-US" sz="1200" b="1" dirty="0">
                <a:latin typeface="Figtree" pitchFamily="2" charset="0"/>
              </a:rPr>
              <a:t>Implementation Scoring Guide:  	None	Limited	Partial		Full</a:t>
            </a:r>
          </a:p>
          <a:p>
            <a:pPr algn="ctr"/>
            <a:r>
              <a:rPr lang="en-US" sz="1200" b="1" dirty="0">
                <a:latin typeface="Figtree" pitchFamily="2" charset="0"/>
              </a:rPr>
              <a:t>			0	1	2	3</a:t>
            </a:r>
          </a:p>
        </p:txBody>
      </p:sp>
      <p:grpSp>
        <p:nvGrpSpPr>
          <p:cNvPr id="3" name="Group 2">
            <a:extLst>
              <a:ext uri="{FF2B5EF4-FFF2-40B4-BE49-F238E27FC236}">
                <a16:creationId xmlns:a16="http://schemas.microsoft.com/office/drawing/2014/main" id="{14A70FAF-4B57-7F21-DF1A-C472582F2CDA}"/>
              </a:ext>
            </a:extLst>
          </p:cNvPr>
          <p:cNvGrpSpPr/>
          <p:nvPr/>
        </p:nvGrpSpPr>
        <p:grpSpPr>
          <a:xfrm>
            <a:off x="1548302" y="1851074"/>
            <a:ext cx="274320" cy="246221"/>
            <a:chOff x="8865731" y="528065"/>
            <a:chExt cx="274320" cy="246221"/>
          </a:xfrm>
        </p:grpSpPr>
        <p:sp>
          <p:nvSpPr>
            <p:cNvPr id="4" name="TextBox 3">
              <a:extLst>
                <a:ext uri="{FF2B5EF4-FFF2-40B4-BE49-F238E27FC236}">
                  <a16:creationId xmlns:a16="http://schemas.microsoft.com/office/drawing/2014/main" id="{290A8947-11AD-B71E-A80D-1CCC2CDB847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5" name="Oval 4">
              <a:extLst>
                <a:ext uri="{FF2B5EF4-FFF2-40B4-BE49-F238E27FC236}">
                  <a16:creationId xmlns:a16="http://schemas.microsoft.com/office/drawing/2014/main" id="{32850C2C-3F72-2CF5-9DAE-A355A4F76CF9}"/>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E3CABEE5-15D5-FD4B-ADC2-E0D3E7311FC3}"/>
              </a:ext>
            </a:extLst>
          </p:cNvPr>
          <p:cNvGrpSpPr/>
          <p:nvPr/>
        </p:nvGrpSpPr>
        <p:grpSpPr>
          <a:xfrm>
            <a:off x="1951472" y="2470169"/>
            <a:ext cx="274320" cy="246221"/>
            <a:chOff x="8865731" y="528065"/>
            <a:chExt cx="274320" cy="246221"/>
          </a:xfrm>
        </p:grpSpPr>
        <p:sp>
          <p:nvSpPr>
            <p:cNvPr id="7" name="TextBox 6">
              <a:extLst>
                <a:ext uri="{FF2B5EF4-FFF2-40B4-BE49-F238E27FC236}">
                  <a16:creationId xmlns:a16="http://schemas.microsoft.com/office/drawing/2014/main" id="{45121472-A8B6-955A-C84B-41E97C0C7811}"/>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8" name="Oval 7">
              <a:extLst>
                <a:ext uri="{FF2B5EF4-FFF2-40B4-BE49-F238E27FC236}">
                  <a16:creationId xmlns:a16="http://schemas.microsoft.com/office/drawing/2014/main" id="{1B6A92C9-645E-BBDA-C73B-189EAB761A05}"/>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5E69FD-3A53-F513-86D9-9DDB56474CE8}"/>
              </a:ext>
            </a:extLst>
          </p:cNvPr>
          <p:cNvGrpSpPr/>
          <p:nvPr/>
        </p:nvGrpSpPr>
        <p:grpSpPr>
          <a:xfrm>
            <a:off x="1725616" y="3507811"/>
            <a:ext cx="274320" cy="246221"/>
            <a:chOff x="8865731" y="528065"/>
            <a:chExt cx="274320" cy="246221"/>
          </a:xfrm>
        </p:grpSpPr>
        <p:sp>
          <p:nvSpPr>
            <p:cNvPr id="11" name="TextBox 10">
              <a:extLst>
                <a:ext uri="{FF2B5EF4-FFF2-40B4-BE49-F238E27FC236}">
                  <a16:creationId xmlns:a16="http://schemas.microsoft.com/office/drawing/2014/main" id="{08010B90-159A-35F3-7BB5-232ABA98083C}"/>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13" name="Oval 12">
              <a:extLst>
                <a:ext uri="{FF2B5EF4-FFF2-40B4-BE49-F238E27FC236}">
                  <a16:creationId xmlns:a16="http://schemas.microsoft.com/office/drawing/2014/main" id="{5F0DA1E8-7027-6262-9BFA-250AFE9862A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3C299930-BA07-843B-C746-872934F6898C}"/>
              </a:ext>
            </a:extLst>
          </p:cNvPr>
          <p:cNvGrpSpPr/>
          <p:nvPr/>
        </p:nvGrpSpPr>
        <p:grpSpPr>
          <a:xfrm>
            <a:off x="629084" y="3291330"/>
            <a:ext cx="274320" cy="246221"/>
            <a:chOff x="8865731" y="528065"/>
            <a:chExt cx="274320" cy="246221"/>
          </a:xfrm>
        </p:grpSpPr>
        <p:sp>
          <p:nvSpPr>
            <p:cNvPr id="17" name="TextBox 16">
              <a:extLst>
                <a:ext uri="{FF2B5EF4-FFF2-40B4-BE49-F238E27FC236}">
                  <a16:creationId xmlns:a16="http://schemas.microsoft.com/office/drawing/2014/main" id="{5AE755F5-E758-5047-68C7-96429219EAF0}"/>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19" name="Oval 18">
              <a:extLst>
                <a:ext uri="{FF2B5EF4-FFF2-40B4-BE49-F238E27FC236}">
                  <a16:creationId xmlns:a16="http://schemas.microsoft.com/office/drawing/2014/main" id="{2503CEB7-9131-DA93-2C65-37A276540ECE}"/>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F4ADF7B9-2B1C-7C25-CE10-AB59E0259A93}"/>
              </a:ext>
            </a:extLst>
          </p:cNvPr>
          <p:cNvGrpSpPr/>
          <p:nvPr/>
        </p:nvGrpSpPr>
        <p:grpSpPr>
          <a:xfrm>
            <a:off x="391340" y="2449506"/>
            <a:ext cx="274320" cy="246221"/>
            <a:chOff x="8865731" y="528065"/>
            <a:chExt cx="274320" cy="246221"/>
          </a:xfrm>
        </p:grpSpPr>
        <p:sp>
          <p:nvSpPr>
            <p:cNvPr id="21" name="TextBox 20">
              <a:extLst>
                <a:ext uri="{FF2B5EF4-FFF2-40B4-BE49-F238E27FC236}">
                  <a16:creationId xmlns:a16="http://schemas.microsoft.com/office/drawing/2014/main" id="{672B629D-AE03-0F4C-FBE3-912F8BE0BEFA}"/>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22" name="Oval 21">
              <a:extLst>
                <a:ext uri="{FF2B5EF4-FFF2-40B4-BE49-F238E27FC236}">
                  <a16:creationId xmlns:a16="http://schemas.microsoft.com/office/drawing/2014/main" id="{C9997A82-AAFB-B1E9-2787-DFBFB4F3FE6D}"/>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11C1A8D6-36FF-3E5F-3FFA-D3D116A77C5C}"/>
              </a:ext>
            </a:extLst>
          </p:cNvPr>
          <p:cNvGrpSpPr/>
          <p:nvPr/>
        </p:nvGrpSpPr>
        <p:grpSpPr>
          <a:xfrm>
            <a:off x="816669" y="1944613"/>
            <a:ext cx="274320" cy="246221"/>
            <a:chOff x="8865731" y="528065"/>
            <a:chExt cx="274320" cy="246221"/>
          </a:xfrm>
        </p:grpSpPr>
        <p:sp>
          <p:nvSpPr>
            <p:cNvPr id="37" name="TextBox 36">
              <a:extLst>
                <a:ext uri="{FF2B5EF4-FFF2-40B4-BE49-F238E27FC236}">
                  <a16:creationId xmlns:a16="http://schemas.microsoft.com/office/drawing/2014/main" id="{E16DAD6D-D1FC-FD80-B613-0A8D136E166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38" name="Oval 37">
              <a:extLst>
                <a:ext uri="{FF2B5EF4-FFF2-40B4-BE49-F238E27FC236}">
                  <a16:creationId xmlns:a16="http://schemas.microsoft.com/office/drawing/2014/main" id="{71378D8C-EF73-5469-099B-7DB561F4865D}"/>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354DEC55-D8E5-198C-2F22-48BBD4FF9E3B}"/>
              </a:ext>
            </a:extLst>
          </p:cNvPr>
          <p:cNvSpPr txBox="1"/>
          <p:nvPr/>
        </p:nvSpPr>
        <p:spPr>
          <a:xfrm>
            <a:off x="8263054" y="1011839"/>
            <a:ext cx="3922757" cy="5262979"/>
          </a:xfrm>
          <a:prstGeom prst="rect">
            <a:avLst/>
          </a:prstGeom>
          <a:solidFill>
            <a:schemeClr val="bg1"/>
          </a:solidFill>
        </p:spPr>
        <p:txBody>
          <a:bodyPr wrap="square" rtlCol="0">
            <a:spAutoFit/>
          </a:bodyPr>
          <a:lstStyle/>
          <a:p>
            <a:pPr algn="just">
              <a:spcAft>
                <a:spcPts val="300"/>
              </a:spcAft>
            </a:pPr>
            <a:r>
              <a:rPr lang="en-US" sz="1050" b="1" dirty="0">
                <a:latin typeface="Figtree" pitchFamily="2" charset="0"/>
              </a:rPr>
              <a:t>        Estimating air pollution (1.1)</a:t>
            </a:r>
          </a:p>
          <a:p>
            <a:pPr algn="just"/>
            <a:r>
              <a:rPr lang="en-US" sz="900" dirty="0">
                <a:latin typeface="Figtree" pitchFamily="2" charset="0"/>
              </a:rPr>
              <a:t>Estimating air pollution concentrations is partially in place in Dubai, with some monitors targeted to residential centers, partial access to meteorological and regional air data, some use of satellite‐based modeling where monitors are sparse, and early work to disaggregate exposure by neighborhood and demographics. Work to develop public dashboards and initial model validation are additional strengths. To move towards implementation, the city should expand low‑cost and indoor monitoring, provide calibration support for community sensors, more systematically combine monitor, satellite, and model data, and regularly check model accuracy and exposure patterns for vulnerable groups and before/after major policy changes.</a:t>
            </a:r>
          </a:p>
          <a:p>
            <a:pPr algn="just"/>
            <a:endParaRPr lang="en-US" sz="900" b="1" dirty="0">
              <a:latin typeface="Figtree" pitchFamily="2" charset="0"/>
            </a:endParaRPr>
          </a:p>
          <a:p>
            <a:pPr algn="just">
              <a:spcAft>
                <a:spcPts val="300"/>
              </a:spcAft>
            </a:pPr>
            <a:r>
              <a:rPr lang="en-US" sz="1050" b="1" dirty="0">
                <a:latin typeface="Figtree" pitchFamily="2" charset="0"/>
              </a:rPr>
              <a:t>        Health and economic impact modeling (0.3)</a:t>
            </a:r>
          </a:p>
          <a:p>
            <a:pPr algn="just"/>
            <a:r>
              <a:rPr lang="en-US" sz="900" dirty="0">
                <a:latin typeface="Figtree" pitchFamily="2" charset="0"/>
              </a:rPr>
              <a:t>Dubai is in an early stage of health and economic impact modeling, with some ability to disaggregate labor and economic data and limited use of health outcome and cost information. To move toward implementation, the city should build high‑resolution, linked air quality-health-economic datasets; adopt standard concentration‑response functions; and routinely model policy impacts by country of origin, income, age, and occupation. Establishing before‑and‑after evaluations for major policies, documenting assumptions and sources of uncertainty, and sharing plain‑language results with communities and decision‑makers will make the modeling more robust and actionable.</a:t>
            </a:r>
          </a:p>
          <a:p>
            <a:pPr algn="just"/>
            <a:endParaRPr lang="en-US" sz="900" dirty="0">
              <a:latin typeface="Figtree" pitchFamily="2" charset="0"/>
            </a:endParaRPr>
          </a:p>
          <a:p>
            <a:pPr algn="just">
              <a:spcAft>
                <a:spcPts val="300"/>
              </a:spcAft>
            </a:pPr>
            <a:r>
              <a:rPr lang="en-US" sz="1050" b="1" dirty="0">
                <a:latin typeface="Figtree" pitchFamily="2" charset="0"/>
              </a:rPr>
              <a:t>        Public support and engagement (0.5)</a:t>
            </a:r>
            <a:endParaRPr lang="en-US" sz="1050" dirty="0">
              <a:latin typeface="Figtree" pitchFamily="2" charset="0"/>
            </a:endParaRPr>
          </a:p>
          <a:p>
            <a:pPr lvl="0" algn="just"/>
            <a:r>
              <a:rPr lang="en-US" sz="900" dirty="0">
                <a:latin typeface="Figtree" pitchFamily="2" charset="0"/>
              </a:rPr>
              <a:t>Public support and engagement is in beginning stages in Dubai, with some possible </a:t>
            </a:r>
            <a:r>
              <a:rPr lang="en-US" sz="900">
                <a:latin typeface="Figtree" pitchFamily="2" charset="0"/>
              </a:rPr>
              <a:t>mechanisms to </a:t>
            </a:r>
            <a:r>
              <a:rPr lang="en-US" sz="900" dirty="0">
                <a:latin typeface="Figtree" pitchFamily="2" charset="0"/>
              </a:rPr>
              <a:t>share information and involve residents, but efforts are not yet systematic or fully accessible. Current strengths include initial use of public‑facing platforms and alerts, plus emerging partnerships with community groups. Next steps are to co-design tools and messages with diverse residents, expand low‑tech outreach, and create routine feedback loops (e.g., surveys, forums, advisory groups) so community input directly shapes policies and communication strategies.</a:t>
            </a:r>
          </a:p>
          <a:p>
            <a:pPr algn="just"/>
            <a:endParaRPr lang="en-US" sz="900" b="1" dirty="0">
              <a:latin typeface="Figtree" pitchFamily="2" charset="0"/>
            </a:endParaRPr>
          </a:p>
        </p:txBody>
      </p:sp>
      <p:sp>
        <p:nvSpPr>
          <p:cNvPr id="66" name="Google Shape;88;p1">
            <a:extLst>
              <a:ext uri="{FF2B5EF4-FFF2-40B4-BE49-F238E27FC236}">
                <a16:creationId xmlns:a16="http://schemas.microsoft.com/office/drawing/2014/main" id="{465B81BD-D90A-D23A-9302-D1FACA6F67EA}"/>
              </a:ext>
            </a:extLst>
          </p:cNvPr>
          <p:cNvSpPr txBox="1"/>
          <p:nvPr/>
        </p:nvSpPr>
        <p:spPr>
          <a:xfrm>
            <a:off x="4538298" y="1011839"/>
            <a:ext cx="3749040" cy="4985940"/>
          </a:xfrm>
          <a:prstGeom prst="rect">
            <a:avLst/>
          </a:prstGeom>
          <a:noFill/>
          <a:ln>
            <a:noFill/>
          </a:ln>
        </p:spPr>
        <p:txBody>
          <a:bodyPr spcFirstLastPara="1" wrap="square" lIns="91425" tIns="45700" rIns="91425" bIns="45700" anchor="t" anchorCtr="0">
            <a:spAutoFit/>
          </a:bodyPr>
          <a:lstStyle/>
          <a:p>
            <a:pPr>
              <a:spcAft>
                <a:spcPts val="300"/>
              </a:spcAft>
            </a:pPr>
            <a:r>
              <a:rPr lang="en-US" sz="1050" b="1" dirty="0">
                <a:latin typeface="Figtree" pitchFamily="2" charset="0"/>
              </a:rPr>
              <a:t>        City/institutional buy-in &amp; capacity building (0.7)</a:t>
            </a:r>
          </a:p>
          <a:p>
            <a:pPr algn="just"/>
            <a:r>
              <a:rPr lang="en-US" sz="900" dirty="0">
                <a:solidFill>
                  <a:schemeClr val="dk1"/>
                </a:solidFill>
                <a:latin typeface="Figtree" pitchFamily="2" charset="0"/>
              </a:rPr>
              <a:t>Dubai is in the beginning stages of AQ policy implementation, with some cross-departmental coordination, early data-sharing partnerships, and limited support for community sensor projects. Systematic structures and training are still emerging. Next steps include formalizing interdepartmental and intergovernmental agreements, establishing clear roles for data scientist and equity-focused staff, and creating regular training opportunities for both city staff and community partners on data collection, management, interpretation, and data use in decision-making.</a:t>
            </a:r>
          </a:p>
          <a:p>
            <a:pPr algn="just"/>
            <a:endParaRPr lang="en-US" sz="900" dirty="0">
              <a:solidFill>
                <a:schemeClr val="dk1"/>
              </a:solidFill>
              <a:latin typeface="Figtree" pitchFamily="2" charset="0"/>
            </a:endParaRPr>
          </a:p>
          <a:p>
            <a:pPr algn="just">
              <a:spcAft>
                <a:spcPts val="300"/>
              </a:spcAft>
            </a:pPr>
            <a:r>
              <a:rPr lang="en-US" sz="1050" b="1" dirty="0">
                <a:latin typeface="Figtree" pitchFamily="2" charset="0"/>
              </a:rPr>
              <a:t>        Data-sharing partnerships &amp; management tools (0.8)</a:t>
            </a:r>
          </a:p>
          <a:p>
            <a:pPr algn="just"/>
            <a:r>
              <a:rPr lang="en-US" sz="900" dirty="0">
                <a:solidFill>
                  <a:schemeClr val="dk1"/>
                </a:solidFill>
                <a:latin typeface="Figtree" pitchFamily="2" charset="0"/>
              </a:rPr>
              <a:t>Strengths related to data-sharing partnerships and management tools include emerging interdepartmental and external agreements, and early use of shared data platforms. These foundations may enable basic linkage of environmental, health, and demographic datasets. Some next steps Dubai may consider are to formalize and expand data-sharing agreements across all relevant departments and higher levels of government, standardize data formats and documentation, and invest in robust, user-friendly management tools (e.g., version control, open-source GIS) to support routine, equity-focused analysis and public reporting.</a:t>
            </a:r>
          </a:p>
          <a:p>
            <a:pPr algn="just"/>
            <a:endParaRPr lang="en-US" sz="900" dirty="0">
              <a:solidFill>
                <a:schemeClr val="dk1"/>
              </a:solidFill>
              <a:latin typeface="Figtree" pitchFamily="2" charset="0"/>
            </a:endParaRPr>
          </a:p>
          <a:p>
            <a:pPr algn="just">
              <a:spcAft>
                <a:spcPts val="300"/>
              </a:spcAft>
            </a:pPr>
            <a:r>
              <a:rPr lang="en-US" sz="1050" b="1" dirty="0">
                <a:latin typeface="Figtree" pitchFamily="2" charset="0"/>
              </a:rPr>
              <a:t>        Source &amp; emission inventories (1.3)</a:t>
            </a:r>
          </a:p>
          <a:p>
            <a:pPr algn="just"/>
            <a:r>
              <a:rPr lang="en-US" sz="900" dirty="0">
                <a:latin typeface="Figtree" pitchFamily="2" charset="0"/>
              </a:rPr>
              <a:t>Dubai has implemented tracking of major point, area, and mobile sources and partnerships with some partnerships across key industrial, transportation, and agricultural sectors. Some land-use and zoning history is digitized, and there is initial attention to smaller or unconventional sources. Next steps include building a unified, citywide emissions database, systematically capturing hyper‑local and unpermitted sources through community reporting, and strengthening linkages between emissions, health, and land-use data to better identify inequities and guide policy.</a:t>
            </a:r>
            <a:endParaRPr lang="en-US" sz="900" dirty="0"/>
          </a:p>
        </p:txBody>
      </p:sp>
      <p:grpSp>
        <p:nvGrpSpPr>
          <p:cNvPr id="67" name="Group 66">
            <a:extLst>
              <a:ext uri="{FF2B5EF4-FFF2-40B4-BE49-F238E27FC236}">
                <a16:creationId xmlns:a16="http://schemas.microsoft.com/office/drawing/2014/main" id="{D0671CE7-1DAE-1C84-0083-59F3576FA41F}"/>
              </a:ext>
            </a:extLst>
          </p:cNvPr>
          <p:cNvGrpSpPr/>
          <p:nvPr/>
        </p:nvGrpSpPr>
        <p:grpSpPr>
          <a:xfrm>
            <a:off x="4601516" y="1022042"/>
            <a:ext cx="274320" cy="246221"/>
            <a:chOff x="8865731" y="528065"/>
            <a:chExt cx="274320" cy="246221"/>
          </a:xfrm>
        </p:grpSpPr>
        <p:sp>
          <p:nvSpPr>
            <p:cNvPr id="68" name="TextBox 67">
              <a:extLst>
                <a:ext uri="{FF2B5EF4-FFF2-40B4-BE49-F238E27FC236}">
                  <a16:creationId xmlns:a16="http://schemas.microsoft.com/office/drawing/2014/main" id="{C9BD48CA-F069-1D82-A258-C88E97568EB3}"/>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A</a:t>
              </a:r>
              <a:endParaRPr lang="en-US" sz="1200" b="1" dirty="0"/>
            </a:p>
          </p:txBody>
        </p:sp>
        <p:sp>
          <p:nvSpPr>
            <p:cNvPr id="69" name="Oval 68">
              <a:extLst>
                <a:ext uri="{FF2B5EF4-FFF2-40B4-BE49-F238E27FC236}">
                  <a16:creationId xmlns:a16="http://schemas.microsoft.com/office/drawing/2014/main" id="{FCE63736-77BD-E979-E265-E2090F915B74}"/>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F874AAA3-6DA4-A5D2-5E6A-85B474A394BB}"/>
              </a:ext>
            </a:extLst>
          </p:cNvPr>
          <p:cNvGrpSpPr/>
          <p:nvPr/>
        </p:nvGrpSpPr>
        <p:grpSpPr>
          <a:xfrm>
            <a:off x="4601516" y="2582820"/>
            <a:ext cx="274320" cy="246221"/>
            <a:chOff x="8865731" y="528065"/>
            <a:chExt cx="274320" cy="246221"/>
          </a:xfrm>
        </p:grpSpPr>
        <p:sp>
          <p:nvSpPr>
            <p:cNvPr id="71" name="TextBox 70">
              <a:extLst>
                <a:ext uri="{FF2B5EF4-FFF2-40B4-BE49-F238E27FC236}">
                  <a16:creationId xmlns:a16="http://schemas.microsoft.com/office/drawing/2014/main" id="{D5EF4909-AA2E-5034-9D90-95AA1D07DBE5}"/>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B</a:t>
              </a:r>
              <a:endParaRPr lang="en-US" sz="1200" b="1" dirty="0"/>
            </a:p>
          </p:txBody>
        </p:sp>
        <p:sp>
          <p:nvSpPr>
            <p:cNvPr id="75" name="Oval 74">
              <a:extLst>
                <a:ext uri="{FF2B5EF4-FFF2-40B4-BE49-F238E27FC236}">
                  <a16:creationId xmlns:a16="http://schemas.microsoft.com/office/drawing/2014/main" id="{258A57EC-B180-7014-9246-D5336EC87031}"/>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D87058B2-C7CF-C7E8-A6F7-EBF596ED74E6}"/>
              </a:ext>
            </a:extLst>
          </p:cNvPr>
          <p:cNvGrpSpPr/>
          <p:nvPr/>
        </p:nvGrpSpPr>
        <p:grpSpPr>
          <a:xfrm>
            <a:off x="4601516" y="4301376"/>
            <a:ext cx="274320" cy="246221"/>
            <a:chOff x="8865731" y="528065"/>
            <a:chExt cx="274320" cy="246221"/>
          </a:xfrm>
        </p:grpSpPr>
        <p:sp>
          <p:nvSpPr>
            <p:cNvPr id="77" name="TextBox 76">
              <a:extLst>
                <a:ext uri="{FF2B5EF4-FFF2-40B4-BE49-F238E27FC236}">
                  <a16:creationId xmlns:a16="http://schemas.microsoft.com/office/drawing/2014/main" id="{8B762380-2D7D-9101-D7FE-86B2F81E9E1B}"/>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C</a:t>
              </a:r>
              <a:endParaRPr lang="en-US" sz="1200" b="1" dirty="0"/>
            </a:p>
          </p:txBody>
        </p:sp>
        <p:sp>
          <p:nvSpPr>
            <p:cNvPr id="78" name="Oval 77">
              <a:extLst>
                <a:ext uri="{FF2B5EF4-FFF2-40B4-BE49-F238E27FC236}">
                  <a16:creationId xmlns:a16="http://schemas.microsoft.com/office/drawing/2014/main" id="{2CC540CA-DCF8-B715-CE14-0BB37815A1D0}"/>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8F5F03A5-22E8-B5AE-6AA1-303CF6848C6B}"/>
              </a:ext>
            </a:extLst>
          </p:cNvPr>
          <p:cNvGrpSpPr/>
          <p:nvPr/>
        </p:nvGrpSpPr>
        <p:grpSpPr>
          <a:xfrm>
            <a:off x="8320337" y="1019931"/>
            <a:ext cx="274320" cy="246221"/>
            <a:chOff x="8865731" y="528065"/>
            <a:chExt cx="274320" cy="246221"/>
          </a:xfrm>
        </p:grpSpPr>
        <p:sp>
          <p:nvSpPr>
            <p:cNvPr id="80" name="TextBox 79">
              <a:extLst>
                <a:ext uri="{FF2B5EF4-FFF2-40B4-BE49-F238E27FC236}">
                  <a16:creationId xmlns:a16="http://schemas.microsoft.com/office/drawing/2014/main" id="{C8B51B8C-6013-6144-858F-B11596B891EA}"/>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D</a:t>
              </a:r>
              <a:endParaRPr lang="en-US" sz="1200" b="1" dirty="0"/>
            </a:p>
          </p:txBody>
        </p:sp>
        <p:sp>
          <p:nvSpPr>
            <p:cNvPr id="81" name="Oval 80">
              <a:extLst>
                <a:ext uri="{FF2B5EF4-FFF2-40B4-BE49-F238E27FC236}">
                  <a16:creationId xmlns:a16="http://schemas.microsoft.com/office/drawing/2014/main" id="{C2B9F0DE-60DE-AE38-E97E-FBF35AB63700}"/>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7CFA470B-A5B6-94C8-4B74-CC677A63AF64}"/>
              </a:ext>
            </a:extLst>
          </p:cNvPr>
          <p:cNvGrpSpPr/>
          <p:nvPr/>
        </p:nvGrpSpPr>
        <p:grpSpPr>
          <a:xfrm>
            <a:off x="8320337" y="2829041"/>
            <a:ext cx="274320" cy="246221"/>
            <a:chOff x="8865731" y="528065"/>
            <a:chExt cx="274320" cy="246221"/>
          </a:xfrm>
        </p:grpSpPr>
        <p:sp>
          <p:nvSpPr>
            <p:cNvPr id="83" name="TextBox 82">
              <a:extLst>
                <a:ext uri="{FF2B5EF4-FFF2-40B4-BE49-F238E27FC236}">
                  <a16:creationId xmlns:a16="http://schemas.microsoft.com/office/drawing/2014/main" id="{F6D8417C-6369-48A5-B514-86797E6155C6}"/>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E</a:t>
              </a:r>
            </a:p>
          </p:txBody>
        </p:sp>
        <p:sp>
          <p:nvSpPr>
            <p:cNvPr id="84" name="Oval 83">
              <a:extLst>
                <a:ext uri="{FF2B5EF4-FFF2-40B4-BE49-F238E27FC236}">
                  <a16:creationId xmlns:a16="http://schemas.microsoft.com/office/drawing/2014/main" id="{747DF32D-8507-AB38-212B-93D37219AC9E}"/>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85">
            <a:extLst>
              <a:ext uri="{FF2B5EF4-FFF2-40B4-BE49-F238E27FC236}">
                <a16:creationId xmlns:a16="http://schemas.microsoft.com/office/drawing/2014/main" id="{C35C3A31-849C-51C7-E658-06BD6511B4E5}"/>
              </a:ext>
            </a:extLst>
          </p:cNvPr>
          <p:cNvGrpSpPr/>
          <p:nvPr/>
        </p:nvGrpSpPr>
        <p:grpSpPr>
          <a:xfrm>
            <a:off x="8332098" y="4547597"/>
            <a:ext cx="274320" cy="246221"/>
            <a:chOff x="8865731" y="528065"/>
            <a:chExt cx="274320" cy="246221"/>
          </a:xfrm>
        </p:grpSpPr>
        <p:sp>
          <p:nvSpPr>
            <p:cNvPr id="87" name="TextBox 86">
              <a:extLst>
                <a:ext uri="{FF2B5EF4-FFF2-40B4-BE49-F238E27FC236}">
                  <a16:creationId xmlns:a16="http://schemas.microsoft.com/office/drawing/2014/main" id="{0438C5B4-708B-3E7A-800D-7A6121FFE707}"/>
                </a:ext>
              </a:extLst>
            </p:cNvPr>
            <p:cNvSpPr txBox="1">
              <a:spLocks noChangeAspect="1"/>
            </p:cNvSpPr>
            <p:nvPr/>
          </p:nvSpPr>
          <p:spPr>
            <a:xfrm>
              <a:off x="8865731" y="528065"/>
              <a:ext cx="274320" cy="246221"/>
            </a:xfrm>
            <a:prstGeom prst="rect">
              <a:avLst/>
            </a:prstGeom>
            <a:noFill/>
          </p:spPr>
          <p:txBody>
            <a:bodyPr wrap="square" rtlCol="0" anchor="ctr">
              <a:spAutoFit/>
            </a:bodyPr>
            <a:lstStyle/>
            <a:p>
              <a:pPr algn="ctr"/>
              <a:r>
                <a:rPr lang="en-US" sz="1000" b="1" dirty="0">
                  <a:latin typeface="Figtree" pitchFamily="2" charset="0"/>
                </a:rPr>
                <a:t>F</a:t>
              </a:r>
            </a:p>
          </p:txBody>
        </p:sp>
        <p:sp>
          <p:nvSpPr>
            <p:cNvPr id="88" name="Oval 87">
              <a:extLst>
                <a:ext uri="{FF2B5EF4-FFF2-40B4-BE49-F238E27FC236}">
                  <a16:creationId xmlns:a16="http://schemas.microsoft.com/office/drawing/2014/main" id="{AE892064-8077-95C1-2F59-E7C1B7F6ABAD}"/>
                </a:ext>
              </a:extLst>
            </p:cNvPr>
            <p:cNvSpPr>
              <a:spLocks noChangeAspect="1"/>
            </p:cNvSpPr>
            <p:nvPr/>
          </p:nvSpPr>
          <p:spPr>
            <a:xfrm>
              <a:off x="8902307" y="550591"/>
              <a:ext cx="201168" cy="201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2" name="Picture 2" descr="C40 Cities - partner site">
            <a:extLst>
              <a:ext uri="{FF2B5EF4-FFF2-40B4-BE49-F238E27FC236}">
                <a16:creationId xmlns:a16="http://schemas.microsoft.com/office/drawing/2014/main" id="{0236B0CE-12CD-24EA-334C-B39FB1E5177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326" t="29612" r="20050" b="30233"/>
          <a:stretch>
            <a:fillRect/>
          </a:stretch>
        </p:blipFill>
        <p:spPr bwMode="auto">
          <a:xfrm>
            <a:off x="11430000" y="6086226"/>
            <a:ext cx="755811" cy="776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371053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5207</TotalTime>
  <Words>2942</Words>
  <Application>Microsoft Macintosh PowerPoint</Application>
  <PresentationFormat>Widescreen</PresentationFormat>
  <Paragraphs>168</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Libre Franklin</vt:lpstr>
      <vt:lpstr>Montserrat</vt:lpstr>
      <vt:lpstr>Play</vt:lpstr>
      <vt:lpstr>Figtree</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Daniel Mork</dc:creator>
  <cp:lastModifiedBy>Daniel Mork</cp:lastModifiedBy>
  <cp:revision>59</cp:revision>
  <dcterms:created xsi:type="dcterms:W3CDTF">2025-11-19T20:46:34Z</dcterms:created>
  <dcterms:modified xsi:type="dcterms:W3CDTF">2026-01-21T14:59:50Z</dcterms:modified>
</cp:coreProperties>
</file>